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41"/>
  </p:notesMasterIdLst>
  <p:sldIdLst>
    <p:sldId id="256" r:id="rId2"/>
    <p:sldId id="258" r:id="rId3"/>
    <p:sldId id="259" r:id="rId4"/>
    <p:sldId id="260" r:id="rId5"/>
    <p:sldId id="261" r:id="rId6"/>
    <p:sldId id="298" r:id="rId7"/>
    <p:sldId id="262" r:id="rId8"/>
    <p:sldId id="314" r:id="rId9"/>
    <p:sldId id="334" r:id="rId10"/>
    <p:sldId id="333" r:id="rId11"/>
    <p:sldId id="299" r:id="rId12"/>
    <p:sldId id="263" r:id="rId13"/>
    <p:sldId id="301" r:id="rId14"/>
    <p:sldId id="316" r:id="rId15"/>
    <p:sldId id="320" r:id="rId16"/>
    <p:sldId id="322" r:id="rId17"/>
    <p:sldId id="317" r:id="rId18"/>
    <p:sldId id="318" r:id="rId19"/>
    <p:sldId id="319" r:id="rId20"/>
    <p:sldId id="323" r:id="rId21"/>
    <p:sldId id="321" r:id="rId22"/>
    <p:sldId id="324" r:id="rId23"/>
    <p:sldId id="325" r:id="rId24"/>
    <p:sldId id="304" r:id="rId25"/>
    <p:sldId id="264" r:id="rId26"/>
    <p:sldId id="305" r:id="rId27"/>
    <p:sldId id="306" r:id="rId28"/>
    <p:sldId id="330" r:id="rId29"/>
    <p:sldId id="309" r:id="rId30"/>
    <p:sldId id="329" r:id="rId31"/>
    <p:sldId id="331" r:id="rId32"/>
    <p:sldId id="307" r:id="rId33"/>
    <p:sldId id="332" r:id="rId34"/>
    <p:sldId id="310" r:id="rId35"/>
    <p:sldId id="311" r:id="rId36"/>
    <p:sldId id="312" r:id="rId37"/>
    <p:sldId id="326" r:id="rId38"/>
    <p:sldId id="315" r:id="rId39"/>
    <p:sldId id="297" r:id="rId40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42"/>
    </p:embeddedFont>
    <p:embeddedFont>
      <p:font typeface="Lora" pitchFamily="2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689D6689-23B9-40DE-A73C-2AF3C9A8BBBB}">
          <p14:sldIdLst>
            <p14:sldId id="256"/>
            <p14:sldId id="258"/>
          </p14:sldIdLst>
        </p14:section>
        <p14:section name="p and s" id="{5B8EFD58-7CFF-45FF-B2E9-58E09FD4A4B9}">
          <p14:sldIdLst>
            <p14:sldId id="259"/>
            <p14:sldId id="260"/>
            <p14:sldId id="261"/>
            <p14:sldId id="298"/>
            <p14:sldId id="262"/>
            <p14:sldId id="314"/>
            <p14:sldId id="334"/>
            <p14:sldId id="333"/>
            <p14:sldId id="299"/>
            <p14:sldId id="263"/>
            <p14:sldId id="301"/>
            <p14:sldId id="316"/>
            <p14:sldId id="320"/>
            <p14:sldId id="322"/>
            <p14:sldId id="317"/>
            <p14:sldId id="318"/>
            <p14:sldId id="319"/>
            <p14:sldId id="323"/>
            <p14:sldId id="321"/>
            <p14:sldId id="324"/>
            <p14:sldId id="325"/>
            <p14:sldId id="304"/>
            <p14:sldId id="264"/>
            <p14:sldId id="305"/>
            <p14:sldId id="306"/>
            <p14:sldId id="330"/>
          </p14:sldIdLst>
        </p14:section>
        <p14:section name="Database" id="{BBEDE7C0-788C-4754-B309-3BB66FFDEADA}">
          <p14:sldIdLst>
            <p14:sldId id="309"/>
            <p14:sldId id="329"/>
          </p14:sldIdLst>
        </p14:section>
        <p14:section name="FRAMEWORK" id="{7750A7C4-04F4-485F-95E1-6B9FFB49480A}">
          <p14:sldIdLst>
            <p14:sldId id="331"/>
            <p14:sldId id="307"/>
          </p14:sldIdLst>
        </p14:section>
        <p14:section name="server" id="{D9A6A9C3-636E-4DC0-99C3-34AB9E8EDD0E}">
          <p14:sldIdLst>
            <p14:sldId id="332"/>
            <p14:sldId id="310"/>
          </p14:sldIdLst>
        </p14:section>
        <p14:section name="6" id="{9CE21D32-9436-41D1-9AD8-EE2F07122661}">
          <p14:sldIdLst>
            <p14:sldId id="311"/>
            <p14:sldId id="312"/>
            <p14:sldId id="326"/>
            <p14:sldId id="31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9CC7"/>
    <a:srgbClr val="D7E7FA"/>
    <a:srgbClr val="EEEEEE"/>
    <a:srgbClr val="EDEDED"/>
    <a:srgbClr val="384049"/>
    <a:srgbClr val="6B9BCF"/>
    <a:srgbClr val="9FC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A929E-C7A2-44DA-99BB-C93CB7EBCFB1}" v="288" dt="2024-12-25T22:46:35.108"/>
    <p1510:client id="{D38F09CB-4099-4EAA-8A86-919AE901E6DD}" v="90" dt="2024-12-26T09:58:11.809"/>
  </p1510:revLst>
</p1510:revInfo>
</file>

<file path=ppt/tableStyles.xml><?xml version="1.0" encoding="utf-8"?>
<a:tblStyleLst xmlns:a="http://schemas.openxmlformats.org/drawingml/2006/main" def="{65422CAA-4A7F-4034-8559-4CB22DFA90A4}">
  <a:tblStyle styleId="{65422CAA-4A7F-4034-8559-4CB22DFA90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wa desouki" userId="72abd272657f11e6" providerId="LiveId" clId="{22DA929E-C7A2-44DA-99BB-C93CB7EBCFB1}"/>
    <pc:docChg chg="undo redo custSel addSld delSld modSld sldOrd addMainMaster delMainMaster">
      <pc:chgData name="arwa desouki" userId="72abd272657f11e6" providerId="LiveId" clId="{22DA929E-C7A2-44DA-99BB-C93CB7EBCFB1}" dt="2024-12-25T22:47:30.168" v="4310" actId="20577"/>
      <pc:docMkLst>
        <pc:docMk/>
      </pc:docMkLst>
      <pc:sldChg chg="addSp delSp modSp mod modTransition">
        <pc:chgData name="arwa desouki" userId="72abd272657f11e6" providerId="LiveId" clId="{22DA929E-C7A2-44DA-99BB-C93CB7EBCFB1}" dt="2024-12-25T21:59:10.814" v="3991"/>
        <pc:sldMkLst>
          <pc:docMk/>
          <pc:sldMk cId="0" sldId="256"/>
        </pc:sldMkLst>
        <pc:spChg chg="add mod">
          <ac:chgData name="arwa desouki" userId="72abd272657f11e6" providerId="LiveId" clId="{22DA929E-C7A2-44DA-99BB-C93CB7EBCFB1}" dt="2024-12-24T22:09:25.068" v="519" actId="2711"/>
          <ac:spMkLst>
            <pc:docMk/>
            <pc:sldMk cId="0" sldId="256"/>
            <ac:spMk id="2" creationId="{D1F9C0C2-3A43-76AB-C996-54470B278A0B}"/>
          </ac:spMkLst>
        </pc:spChg>
        <pc:spChg chg="mod">
          <ac:chgData name="arwa desouki" userId="72abd272657f11e6" providerId="LiveId" clId="{22DA929E-C7A2-44DA-99BB-C93CB7EBCFB1}" dt="2024-12-24T22:09:32.002" v="521" actId="1076"/>
          <ac:spMkLst>
            <pc:docMk/>
            <pc:sldMk cId="0" sldId="256"/>
            <ac:spMk id="241" creationId="{00000000-0000-0000-0000-000000000000}"/>
          </ac:spMkLst>
        </pc:spChg>
        <pc:picChg chg="mod">
          <ac:chgData name="arwa desouki" userId="72abd272657f11e6" providerId="LiveId" clId="{22DA929E-C7A2-44DA-99BB-C93CB7EBCFB1}" dt="2024-12-24T22:06:47.966" v="457" actId="1037"/>
          <ac:picMkLst>
            <pc:docMk/>
            <pc:sldMk cId="0" sldId="256"/>
            <ac:picMk id="243" creationId="{00000000-0000-0000-0000-000000000000}"/>
          </ac:picMkLst>
        </pc:picChg>
        <pc:picChg chg="mod ord">
          <ac:chgData name="arwa desouki" userId="72abd272657f11e6" providerId="LiveId" clId="{22DA929E-C7A2-44DA-99BB-C93CB7EBCFB1}" dt="2024-12-24T10:49:51.916" v="67" actId="1038"/>
          <ac:picMkLst>
            <pc:docMk/>
            <pc:sldMk cId="0" sldId="256"/>
            <ac:picMk id="244" creationId="{00000000-0000-0000-0000-000000000000}"/>
          </ac:picMkLst>
        </pc:picChg>
        <pc:picChg chg="mod ord">
          <ac:chgData name="arwa desouki" userId="72abd272657f11e6" providerId="LiveId" clId="{22DA929E-C7A2-44DA-99BB-C93CB7EBCFB1}" dt="2024-12-25T18:36:16.700" v="2433" actId="1036"/>
          <ac:picMkLst>
            <pc:docMk/>
            <pc:sldMk cId="0" sldId="256"/>
            <ac:picMk id="245" creationId="{00000000-0000-0000-0000-000000000000}"/>
          </ac:picMkLst>
        </pc:picChg>
      </pc:sldChg>
      <pc:sldChg chg="modSp del mod">
        <pc:chgData name="arwa desouki" userId="72abd272657f11e6" providerId="LiveId" clId="{22DA929E-C7A2-44DA-99BB-C93CB7EBCFB1}" dt="2024-12-24T10:43:54.982" v="1" actId="47"/>
        <pc:sldMkLst>
          <pc:docMk/>
          <pc:sldMk cId="0" sldId="257"/>
        </pc:sldMkLst>
      </pc:sldChg>
      <pc:sldChg chg="modSp mod modTransition">
        <pc:chgData name="arwa desouki" userId="72abd272657f11e6" providerId="LiveId" clId="{22DA929E-C7A2-44DA-99BB-C93CB7EBCFB1}" dt="2024-12-25T22:17:04.319" v="4025" actId="20577"/>
        <pc:sldMkLst>
          <pc:docMk/>
          <pc:sldMk cId="0" sldId="258"/>
        </pc:sldMkLst>
        <pc:spChg chg="mod">
          <ac:chgData name="arwa desouki" userId="72abd272657f11e6" providerId="LiveId" clId="{22DA929E-C7A2-44DA-99BB-C93CB7EBCFB1}" dt="2024-12-25T19:54:00.323" v="2534" actId="1037"/>
          <ac:spMkLst>
            <pc:docMk/>
            <pc:sldMk cId="0" sldId="258"/>
            <ac:spMk id="264" creationId="{00000000-0000-0000-0000-000000000000}"/>
          </ac:spMkLst>
        </pc:spChg>
        <pc:spChg chg="mod">
          <ac:chgData name="arwa desouki" userId="72abd272657f11e6" providerId="LiveId" clId="{22DA929E-C7A2-44DA-99BB-C93CB7EBCFB1}" dt="2024-12-25T19:54:00.323" v="2534" actId="1037"/>
          <ac:spMkLst>
            <pc:docMk/>
            <pc:sldMk cId="0" sldId="258"/>
            <ac:spMk id="266" creationId="{00000000-0000-0000-0000-000000000000}"/>
          </ac:spMkLst>
        </pc:spChg>
        <pc:spChg chg="mod">
          <ac:chgData name="arwa desouki" userId="72abd272657f11e6" providerId="LiveId" clId="{22DA929E-C7A2-44DA-99BB-C93CB7EBCFB1}" dt="2024-12-24T10:51:25.042" v="136" actId="20577"/>
          <ac:spMkLst>
            <pc:docMk/>
            <pc:sldMk cId="0" sldId="258"/>
            <ac:spMk id="267" creationId="{00000000-0000-0000-0000-000000000000}"/>
          </ac:spMkLst>
        </pc:spChg>
        <pc:spChg chg="mod">
          <ac:chgData name="arwa desouki" userId="72abd272657f11e6" providerId="LiveId" clId="{22DA929E-C7A2-44DA-99BB-C93CB7EBCFB1}" dt="2024-12-24T22:09:49.893" v="545" actId="20577"/>
          <ac:spMkLst>
            <pc:docMk/>
            <pc:sldMk cId="0" sldId="258"/>
            <ac:spMk id="268" creationId="{00000000-0000-0000-0000-000000000000}"/>
          </ac:spMkLst>
        </pc:spChg>
        <pc:spChg chg="mod">
          <ac:chgData name="arwa desouki" userId="72abd272657f11e6" providerId="LiveId" clId="{22DA929E-C7A2-44DA-99BB-C93CB7EBCFB1}" dt="2024-12-24T22:10:38.495" v="560" actId="113"/>
          <ac:spMkLst>
            <pc:docMk/>
            <pc:sldMk cId="0" sldId="258"/>
            <ac:spMk id="269" creationId="{00000000-0000-0000-0000-000000000000}"/>
          </ac:spMkLst>
        </pc:spChg>
        <pc:spChg chg="mod">
          <ac:chgData name="arwa desouki" userId="72abd272657f11e6" providerId="LiveId" clId="{22DA929E-C7A2-44DA-99BB-C93CB7EBCFB1}" dt="2024-12-24T23:36:00.114" v="938" actId="20577"/>
          <ac:spMkLst>
            <pc:docMk/>
            <pc:sldMk cId="0" sldId="258"/>
            <ac:spMk id="270" creationId="{00000000-0000-0000-0000-000000000000}"/>
          </ac:spMkLst>
        </pc:spChg>
        <pc:spChg chg="mod">
          <ac:chgData name="arwa desouki" userId="72abd272657f11e6" providerId="LiveId" clId="{22DA929E-C7A2-44DA-99BB-C93CB7EBCFB1}" dt="2024-12-25T19:54:00.323" v="2534" actId="1037"/>
          <ac:spMkLst>
            <pc:docMk/>
            <pc:sldMk cId="0" sldId="258"/>
            <ac:spMk id="271" creationId="{00000000-0000-0000-0000-000000000000}"/>
          </ac:spMkLst>
        </pc:spChg>
        <pc:spChg chg="mod">
          <ac:chgData name="arwa desouki" userId="72abd272657f11e6" providerId="LiveId" clId="{22DA929E-C7A2-44DA-99BB-C93CB7EBCFB1}" dt="2024-12-25T22:17:04.319" v="4025" actId="20577"/>
          <ac:spMkLst>
            <pc:docMk/>
            <pc:sldMk cId="0" sldId="258"/>
            <ac:spMk id="272" creationId="{00000000-0000-0000-0000-000000000000}"/>
          </ac:spMkLst>
        </pc:spChg>
      </pc:sldChg>
      <pc:sldChg chg="addSp delSp modSp mod modTransition">
        <pc:chgData name="arwa desouki" userId="72abd272657f11e6" providerId="LiveId" clId="{22DA929E-C7A2-44DA-99BB-C93CB7EBCFB1}" dt="2024-12-25T21:59:10.814" v="3991"/>
        <pc:sldMkLst>
          <pc:docMk/>
          <pc:sldMk cId="0" sldId="259"/>
        </pc:sldMkLst>
        <pc:spChg chg="mod">
          <ac:chgData name="arwa desouki" userId="72abd272657f11e6" providerId="LiveId" clId="{22DA929E-C7A2-44DA-99BB-C93CB7EBCFB1}" dt="2024-12-24T22:08:59.668" v="515" actId="2711"/>
          <ac:spMkLst>
            <pc:docMk/>
            <pc:sldMk cId="0" sldId="259"/>
            <ac:spMk id="277" creationId="{00000000-0000-0000-0000-000000000000}"/>
          </ac:spMkLst>
        </pc:spChg>
        <pc:spChg chg="mod">
          <ac:chgData name="arwa desouki" userId="72abd272657f11e6" providerId="LiveId" clId="{22DA929E-C7A2-44DA-99BB-C93CB7EBCFB1}" dt="2024-12-24T22:09:04.655" v="516" actId="2711"/>
          <ac:spMkLst>
            <pc:docMk/>
            <pc:sldMk cId="0" sldId="259"/>
            <ac:spMk id="278" creationId="{00000000-0000-0000-0000-000000000000}"/>
          </ac:spMkLst>
        </pc:spChg>
        <pc:picChg chg="add mod">
          <ac:chgData name="arwa desouki" userId="72abd272657f11e6" providerId="LiveId" clId="{22DA929E-C7A2-44DA-99BB-C93CB7EBCFB1}" dt="2024-12-24T22:07:31.850" v="472" actId="27614"/>
          <ac:picMkLst>
            <pc:docMk/>
            <pc:sldMk cId="0" sldId="259"/>
            <ac:picMk id="7" creationId="{89EAE9C4-76A9-F048-DF70-54F48A047BE5}"/>
          </ac:picMkLst>
        </pc:picChg>
      </pc:sldChg>
      <pc:sldChg chg="addSp delSp modSp mod modTransition">
        <pc:chgData name="arwa desouki" userId="72abd272657f11e6" providerId="LiveId" clId="{22DA929E-C7A2-44DA-99BB-C93CB7EBCFB1}" dt="2024-12-25T22:31:24.195" v="4208" actId="404"/>
        <pc:sldMkLst>
          <pc:docMk/>
          <pc:sldMk cId="0" sldId="260"/>
        </pc:sldMkLst>
        <pc:spChg chg="mod">
          <ac:chgData name="arwa desouki" userId="72abd272657f11e6" providerId="LiveId" clId="{22DA929E-C7A2-44DA-99BB-C93CB7EBCFB1}" dt="2024-12-25T22:31:11.195" v="4204" actId="120"/>
          <ac:spMkLst>
            <pc:docMk/>
            <pc:sldMk cId="0" sldId="260"/>
            <ac:spMk id="285" creationId="{00000000-0000-0000-0000-000000000000}"/>
          </ac:spMkLst>
        </pc:spChg>
        <pc:spChg chg="mod">
          <ac:chgData name="arwa desouki" userId="72abd272657f11e6" providerId="LiveId" clId="{22DA929E-C7A2-44DA-99BB-C93CB7EBCFB1}" dt="2024-12-25T22:31:24.195" v="4208" actId="404"/>
          <ac:spMkLst>
            <pc:docMk/>
            <pc:sldMk cId="0" sldId="260"/>
            <ac:spMk id="286" creationId="{00000000-0000-0000-0000-000000000000}"/>
          </ac:spMkLst>
        </pc:spChg>
        <pc:picChg chg="add mod">
          <ac:chgData name="arwa desouki" userId="72abd272657f11e6" providerId="LiveId" clId="{22DA929E-C7A2-44DA-99BB-C93CB7EBCFB1}" dt="2024-12-24T21:20:03.833" v="394" actId="1076"/>
          <ac:picMkLst>
            <pc:docMk/>
            <pc:sldMk cId="0" sldId="260"/>
            <ac:picMk id="7" creationId="{696B0B75-FF0E-5DBD-0B4D-613E9CC4204C}"/>
          </ac:picMkLst>
        </pc:picChg>
        <pc:picChg chg="mod">
          <ac:chgData name="arwa desouki" userId="72abd272657f11e6" providerId="LiveId" clId="{22DA929E-C7A2-44DA-99BB-C93CB7EBCFB1}" dt="2024-12-24T21:19:58.036" v="389" actId="962"/>
          <ac:picMkLst>
            <pc:docMk/>
            <pc:sldMk cId="0" sldId="260"/>
            <ac:picMk id="289" creationId="{00000000-0000-0000-0000-000000000000}"/>
          </ac:picMkLst>
        </pc:picChg>
      </pc:sldChg>
      <pc:sldChg chg="addSp delSp modSp mod modTransition">
        <pc:chgData name="arwa desouki" userId="72abd272657f11e6" providerId="LiveId" clId="{22DA929E-C7A2-44DA-99BB-C93CB7EBCFB1}" dt="2024-12-25T21:59:10.814" v="3991"/>
        <pc:sldMkLst>
          <pc:docMk/>
          <pc:sldMk cId="0" sldId="261"/>
        </pc:sldMkLst>
        <pc:spChg chg="mod">
          <ac:chgData name="arwa desouki" userId="72abd272657f11e6" providerId="LiveId" clId="{22DA929E-C7A2-44DA-99BB-C93CB7EBCFB1}" dt="2024-12-24T23:01:36.718" v="667" actId="1076"/>
          <ac:spMkLst>
            <pc:docMk/>
            <pc:sldMk cId="0" sldId="261"/>
            <ac:spMk id="294" creationId="{00000000-0000-0000-0000-000000000000}"/>
          </ac:spMkLst>
        </pc:spChg>
        <pc:spChg chg="mod">
          <ac:chgData name="arwa desouki" userId="72abd272657f11e6" providerId="LiveId" clId="{22DA929E-C7A2-44DA-99BB-C93CB7EBCFB1}" dt="2024-12-24T23:22:06.783" v="914" actId="207"/>
          <ac:spMkLst>
            <pc:docMk/>
            <pc:sldMk cId="0" sldId="261"/>
            <ac:spMk id="295" creationId="{00000000-0000-0000-0000-000000000000}"/>
          </ac:spMkLst>
        </pc:spChg>
        <pc:spChg chg="mod">
          <ac:chgData name="arwa desouki" userId="72abd272657f11e6" providerId="LiveId" clId="{22DA929E-C7A2-44DA-99BB-C93CB7EBCFB1}" dt="2024-12-24T23:01:34.045" v="666" actId="1076"/>
          <ac:spMkLst>
            <pc:docMk/>
            <pc:sldMk cId="0" sldId="261"/>
            <ac:spMk id="298" creationId="{00000000-0000-0000-0000-000000000000}"/>
          </ac:spMkLst>
        </pc:spChg>
      </pc:sldChg>
      <pc:sldChg chg="addSp delSp modSp mod modTransition">
        <pc:chgData name="arwa desouki" userId="72abd272657f11e6" providerId="LiveId" clId="{22DA929E-C7A2-44DA-99BB-C93CB7EBCFB1}" dt="2024-12-25T21:59:10.814" v="3991"/>
        <pc:sldMkLst>
          <pc:docMk/>
          <pc:sldMk cId="0" sldId="262"/>
        </pc:sldMkLst>
        <pc:spChg chg="add del mod">
          <ac:chgData name="arwa desouki" userId="72abd272657f11e6" providerId="LiveId" clId="{22DA929E-C7A2-44DA-99BB-C93CB7EBCFB1}" dt="2024-12-24T23:11:42.310" v="774" actId="207"/>
          <ac:spMkLst>
            <pc:docMk/>
            <pc:sldMk cId="0" sldId="262"/>
            <ac:spMk id="17" creationId="{308A1D5C-0895-3C0B-3A9F-16CD83387C53}"/>
          </ac:spMkLst>
        </pc:spChg>
        <pc:spChg chg="add del mod">
          <ac:chgData name="arwa desouki" userId="72abd272657f11e6" providerId="LiveId" clId="{22DA929E-C7A2-44DA-99BB-C93CB7EBCFB1}" dt="2024-12-25T09:48:32.464" v="1306" actId="207"/>
          <ac:spMkLst>
            <pc:docMk/>
            <pc:sldMk cId="0" sldId="262"/>
            <ac:spMk id="21" creationId="{0917090E-6EC7-84F9-B57E-B3DECAA50302}"/>
          </ac:spMkLst>
        </pc:spChg>
        <pc:picChg chg="add mod">
          <ac:chgData name="arwa desouki" userId="72abd272657f11e6" providerId="LiveId" clId="{22DA929E-C7A2-44DA-99BB-C93CB7EBCFB1}" dt="2024-12-25T17:44:02.965" v="2321" actId="27614"/>
          <ac:picMkLst>
            <pc:docMk/>
            <pc:sldMk cId="0" sldId="262"/>
            <ac:picMk id="3" creationId="{513973D8-7C88-BA65-31B1-CFE4BDC0F2A3}"/>
          </ac:picMkLst>
        </pc:picChg>
        <pc:picChg chg="add del mod">
          <ac:chgData name="arwa desouki" userId="72abd272657f11e6" providerId="LiveId" clId="{22DA929E-C7A2-44DA-99BB-C93CB7EBCFB1}" dt="2024-12-25T09:48:30.786" v="1305" actId="22"/>
          <ac:picMkLst>
            <pc:docMk/>
            <pc:sldMk cId="0" sldId="262"/>
            <ac:picMk id="3" creationId="{522E68CC-252F-CD17-2E73-8ABB819C2BA4}"/>
          </ac:picMkLst>
        </pc:picChg>
        <pc:picChg chg="del">
          <ac:chgData name="arwa desouki" userId="72abd272657f11e6" providerId="LiveId" clId="{22DA929E-C7A2-44DA-99BB-C93CB7EBCFB1}" dt="2024-12-25T17:43:51.562" v="2317" actId="478"/>
          <ac:picMkLst>
            <pc:docMk/>
            <pc:sldMk cId="0" sldId="262"/>
            <ac:picMk id="4" creationId="{19947B14-4F92-B728-1B05-62D405FDF90A}"/>
          </ac:picMkLst>
        </pc:picChg>
      </pc:sldChg>
      <pc:sldChg chg="addSp delSp modSp mod modTransition">
        <pc:chgData name="arwa desouki" userId="72abd272657f11e6" providerId="LiveId" clId="{22DA929E-C7A2-44DA-99BB-C93CB7EBCFB1}" dt="2024-12-25T21:59:10.814" v="3991"/>
        <pc:sldMkLst>
          <pc:docMk/>
          <pc:sldMk cId="0" sldId="263"/>
        </pc:sldMkLst>
        <pc:spChg chg="add del mod">
          <ac:chgData name="arwa desouki" userId="72abd272657f11e6" providerId="LiveId" clId="{22DA929E-C7A2-44DA-99BB-C93CB7EBCFB1}" dt="2024-12-25T17:43:30.834" v="2308" actId="931"/>
          <ac:spMkLst>
            <pc:docMk/>
            <pc:sldMk cId="0" sldId="263"/>
            <ac:spMk id="3" creationId="{4C416356-36BE-6297-4DC8-E6880520624F}"/>
          </ac:spMkLst>
        </pc:spChg>
        <pc:spChg chg="add mod">
          <ac:chgData name="arwa desouki" userId="72abd272657f11e6" providerId="LiveId" clId="{22DA929E-C7A2-44DA-99BB-C93CB7EBCFB1}" dt="2024-12-25T18:47:54.332" v="2442" actId="2711"/>
          <ac:spMkLst>
            <pc:docMk/>
            <pc:sldMk cId="0" sldId="263"/>
            <ac:spMk id="24" creationId="{1681B955-FB20-3956-BA66-1D00C2BC6D8E}"/>
          </ac:spMkLst>
        </pc:spChg>
        <pc:spChg chg="add mod">
          <ac:chgData name="arwa desouki" userId="72abd272657f11e6" providerId="LiveId" clId="{22DA929E-C7A2-44DA-99BB-C93CB7EBCFB1}" dt="2024-12-25T18:47:54.332" v="2442" actId="2711"/>
          <ac:spMkLst>
            <pc:docMk/>
            <pc:sldMk cId="0" sldId="263"/>
            <ac:spMk id="25" creationId="{23666C0E-C3D0-F1BE-384D-83D61993277D}"/>
          </ac:spMkLst>
        </pc:spChg>
        <pc:spChg chg="add mod">
          <ac:chgData name="arwa desouki" userId="72abd272657f11e6" providerId="LiveId" clId="{22DA929E-C7A2-44DA-99BB-C93CB7EBCFB1}" dt="2024-12-25T18:47:54.332" v="2442" actId="2711"/>
          <ac:spMkLst>
            <pc:docMk/>
            <pc:sldMk cId="0" sldId="263"/>
            <ac:spMk id="26" creationId="{55CD28CE-8663-E078-7216-596BFD789460}"/>
          </ac:spMkLst>
        </pc:spChg>
        <pc:spChg chg="mod">
          <ac:chgData name="arwa desouki" userId="72abd272657f11e6" providerId="LiveId" clId="{22DA929E-C7A2-44DA-99BB-C93CB7EBCFB1}" dt="2024-12-24T23:22:14.279" v="915" actId="207"/>
          <ac:spMkLst>
            <pc:docMk/>
            <pc:sldMk cId="0" sldId="263"/>
            <ac:spMk id="350" creationId="{00000000-0000-0000-0000-000000000000}"/>
          </ac:spMkLst>
        </pc:spChg>
        <pc:picChg chg="add mod modCrop">
          <ac:chgData name="arwa desouki" userId="72abd272657f11e6" providerId="LiveId" clId="{22DA929E-C7A2-44DA-99BB-C93CB7EBCFB1}" dt="2024-12-25T17:43:46.967" v="2316" actId="1076"/>
          <ac:picMkLst>
            <pc:docMk/>
            <pc:sldMk cId="0" sldId="263"/>
            <ac:picMk id="5" creationId="{11D7A3C7-0586-1BC7-AC69-93A3C7FBD042}"/>
          </ac:picMkLst>
        </pc:picChg>
        <pc:picChg chg="add del mod ord">
          <ac:chgData name="arwa desouki" userId="72abd272657f11e6" providerId="LiveId" clId="{22DA929E-C7A2-44DA-99BB-C93CB7EBCFB1}" dt="2024-12-25T17:43:24.671" v="2307" actId="478"/>
          <ac:picMkLst>
            <pc:docMk/>
            <pc:sldMk cId="0" sldId="263"/>
            <ac:picMk id="23" creationId="{9142CCA1-96A2-A5D4-1E13-57AF75752749}"/>
          </ac:picMkLst>
        </pc:picChg>
      </pc:sldChg>
      <pc:sldChg chg="addSp delSp modSp mod modTransition modClrScheme chgLayout">
        <pc:chgData name="arwa desouki" userId="72abd272657f11e6" providerId="LiveId" clId="{22DA929E-C7A2-44DA-99BB-C93CB7EBCFB1}" dt="2024-12-25T21:59:10.814" v="3991"/>
        <pc:sldMkLst>
          <pc:docMk/>
          <pc:sldMk cId="0" sldId="264"/>
        </pc:sldMkLst>
        <pc:spChg chg="add del mod">
          <ac:chgData name="arwa desouki" userId="72abd272657f11e6" providerId="LiveId" clId="{22DA929E-C7A2-44DA-99BB-C93CB7EBCFB1}" dt="2024-12-25T16:41:39.894" v="1981" actId="1076"/>
          <ac:spMkLst>
            <pc:docMk/>
            <pc:sldMk cId="0" sldId="264"/>
            <ac:spMk id="3" creationId="{7FD82D37-F1E0-F4A8-3781-4E96A81D8299}"/>
          </ac:spMkLst>
        </pc:spChg>
        <pc:spChg chg="add mod">
          <ac:chgData name="arwa desouki" userId="72abd272657f11e6" providerId="LiveId" clId="{22DA929E-C7A2-44DA-99BB-C93CB7EBCFB1}" dt="2024-12-25T16:41:39.894" v="1981" actId="1076"/>
          <ac:spMkLst>
            <pc:docMk/>
            <pc:sldMk cId="0" sldId="264"/>
            <ac:spMk id="5" creationId="{5209C2BD-B974-61EB-1511-6FE1EB9D788C}"/>
          </ac:spMkLst>
        </pc:spChg>
        <pc:spChg chg="add del mod">
          <ac:chgData name="arwa desouki" userId="72abd272657f11e6" providerId="LiveId" clId="{22DA929E-C7A2-44DA-99BB-C93CB7EBCFB1}" dt="2024-12-25T16:22:58.337" v="1852" actId="478"/>
          <ac:spMkLst>
            <pc:docMk/>
            <pc:sldMk cId="0" sldId="264"/>
            <ac:spMk id="7" creationId="{19F6182B-CB7E-BE16-B076-0CD2AC0F571B}"/>
          </ac:spMkLst>
        </pc:spChg>
        <pc:spChg chg="add del mod">
          <ac:chgData name="arwa desouki" userId="72abd272657f11e6" providerId="LiveId" clId="{22DA929E-C7A2-44DA-99BB-C93CB7EBCFB1}" dt="2024-12-25T16:23:04.850" v="1856" actId="478"/>
          <ac:spMkLst>
            <pc:docMk/>
            <pc:sldMk cId="0" sldId="264"/>
            <ac:spMk id="9" creationId="{DBFFEBE4-69A9-15E0-31C3-FB291FF5BB7A}"/>
          </ac:spMkLst>
        </pc:spChg>
        <pc:spChg chg="add del mod">
          <ac:chgData name="arwa desouki" userId="72abd272657f11e6" providerId="LiveId" clId="{22DA929E-C7A2-44DA-99BB-C93CB7EBCFB1}" dt="2024-12-25T16:23:03.038" v="1855" actId="478"/>
          <ac:spMkLst>
            <pc:docMk/>
            <pc:sldMk cId="0" sldId="264"/>
            <ac:spMk id="11" creationId="{FB785677-D3A9-0828-1EC9-27BB71D104BB}"/>
          </ac:spMkLst>
        </pc:spChg>
        <pc:spChg chg="add del mod">
          <ac:chgData name="arwa desouki" userId="72abd272657f11e6" providerId="LiveId" clId="{22DA929E-C7A2-44DA-99BB-C93CB7EBCFB1}" dt="2024-12-25T16:22:47.903" v="1846" actId="478"/>
          <ac:spMkLst>
            <pc:docMk/>
            <pc:sldMk cId="0" sldId="264"/>
            <ac:spMk id="13" creationId="{48F60D34-C088-2E7E-5BD7-5E09C2B103DD}"/>
          </ac:spMkLst>
        </pc:spChg>
        <pc:spChg chg="add del mod">
          <ac:chgData name="arwa desouki" userId="72abd272657f11e6" providerId="LiveId" clId="{22DA929E-C7A2-44DA-99BB-C93CB7EBCFB1}" dt="2024-12-25T16:22:51.578" v="1848" actId="478"/>
          <ac:spMkLst>
            <pc:docMk/>
            <pc:sldMk cId="0" sldId="264"/>
            <ac:spMk id="15" creationId="{0206B1C6-8190-FB18-588C-9BC14C5A3D4D}"/>
          </ac:spMkLst>
        </pc:spChg>
        <pc:spChg chg="add del mod">
          <ac:chgData name="arwa desouki" userId="72abd272657f11e6" providerId="LiveId" clId="{22DA929E-C7A2-44DA-99BB-C93CB7EBCFB1}" dt="2024-12-25T16:22:52.779" v="1849" actId="478"/>
          <ac:spMkLst>
            <pc:docMk/>
            <pc:sldMk cId="0" sldId="264"/>
            <ac:spMk id="17" creationId="{2AE5FF7B-8883-E03C-313C-F2DBDF46E626}"/>
          </ac:spMkLst>
        </pc:spChg>
        <pc:spChg chg="add del mod">
          <ac:chgData name="arwa desouki" userId="72abd272657f11e6" providerId="LiveId" clId="{22DA929E-C7A2-44DA-99BB-C93CB7EBCFB1}" dt="2024-12-25T16:22:59.615" v="1853" actId="478"/>
          <ac:spMkLst>
            <pc:docMk/>
            <pc:sldMk cId="0" sldId="264"/>
            <ac:spMk id="19" creationId="{F0DC0AA1-C8F1-56B9-0075-F7292CEC65DD}"/>
          </ac:spMkLst>
        </pc:spChg>
        <pc:spChg chg="add del mod">
          <ac:chgData name="arwa desouki" userId="72abd272657f11e6" providerId="LiveId" clId="{22DA929E-C7A2-44DA-99BB-C93CB7EBCFB1}" dt="2024-12-25T16:23:01.996" v="1854" actId="478"/>
          <ac:spMkLst>
            <pc:docMk/>
            <pc:sldMk cId="0" sldId="264"/>
            <ac:spMk id="21" creationId="{4ED872AC-9C24-B43E-03FE-D401ADA68F1D}"/>
          </ac:spMkLst>
        </pc:spChg>
        <pc:spChg chg="add del mod">
          <ac:chgData name="arwa desouki" userId="72abd272657f11e6" providerId="LiveId" clId="{22DA929E-C7A2-44DA-99BB-C93CB7EBCFB1}" dt="2024-12-25T16:22:49.615" v="1847" actId="478"/>
          <ac:spMkLst>
            <pc:docMk/>
            <pc:sldMk cId="0" sldId="264"/>
            <ac:spMk id="23" creationId="{76A2CF1F-4AF2-1B69-96B5-B96F543CB9F3}"/>
          </ac:spMkLst>
        </pc:spChg>
        <pc:spChg chg="add del mod">
          <ac:chgData name="arwa desouki" userId="72abd272657f11e6" providerId="LiveId" clId="{22DA929E-C7A2-44DA-99BB-C93CB7EBCFB1}" dt="2024-12-25T16:22:57.077" v="1851" actId="478"/>
          <ac:spMkLst>
            <pc:docMk/>
            <pc:sldMk cId="0" sldId="264"/>
            <ac:spMk id="25" creationId="{67D0B60D-8550-AC8A-2E63-25AA1DDD6170}"/>
          </ac:spMkLst>
        </pc:spChg>
        <pc:spChg chg="add del mod">
          <ac:chgData name="arwa desouki" userId="72abd272657f11e6" providerId="LiveId" clId="{22DA929E-C7A2-44DA-99BB-C93CB7EBCFB1}" dt="2024-12-25T16:22:54.537" v="1850" actId="478"/>
          <ac:spMkLst>
            <pc:docMk/>
            <pc:sldMk cId="0" sldId="264"/>
            <ac:spMk id="27" creationId="{E1B18996-C083-16D5-44D4-EA47E67DD0AE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0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1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2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3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4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5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6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7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8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69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70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71" creationId="{00000000-0000-0000-0000-000000000000}"/>
          </ac:spMkLst>
        </pc:spChg>
        <pc:spChg chg="del mod ord">
          <ac:chgData name="arwa desouki" userId="72abd272657f11e6" providerId="LiveId" clId="{22DA929E-C7A2-44DA-99BB-C93CB7EBCFB1}" dt="2024-12-25T16:22:07.354" v="1820" actId="478"/>
          <ac:spMkLst>
            <pc:docMk/>
            <pc:sldMk cId="0" sldId="264"/>
            <ac:spMk id="372" creationId="{00000000-0000-0000-0000-000000000000}"/>
          </ac:spMkLst>
        </pc:spChg>
        <pc:picChg chg="add del mod">
          <ac:chgData name="arwa desouki" userId="72abd272657f11e6" providerId="LiveId" clId="{22DA929E-C7A2-44DA-99BB-C93CB7EBCFB1}" dt="2024-12-25T16:38:31.849" v="1967" actId="478"/>
          <ac:picMkLst>
            <pc:docMk/>
            <pc:sldMk cId="0" sldId="264"/>
            <ac:picMk id="28" creationId="{5A832D1D-64E0-98E1-80E5-0EE937EF968F}"/>
          </ac:picMkLst>
        </pc:picChg>
        <pc:picChg chg="add del mod">
          <ac:chgData name="arwa desouki" userId="72abd272657f11e6" providerId="LiveId" clId="{22DA929E-C7A2-44DA-99BB-C93CB7EBCFB1}" dt="2024-12-25T16:39:41.521" v="1980" actId="478"/>
          <ac:picMkLst>
            <pc:docMk/>
            <pc:sldMk cId="0" sldId="264"/>
            <ac:picMk id="30" creationId="{5A49BB73-8EE2-89A6-B406-391B0305453F}"/>
          </ac:picMkLst>
        </pc:picChg>
        <pc:picChg chg="add del mod modCrop">
          <ac:chgData name="arwa desouki" userId="72abd272657f11e6" providerId="LiveId" clId="{22DA929E-C7A2-44DA-99BB-C93CB7EBCFB1}" dt="2024-12-25T16:42:31.770" v="1998" actId="478"/>
          <ac:picMkLst>
            <pc:docMk/>
            <pc:sldMk cId="0" sldId="264"/>
            <ac:picMk id="32" creationId="{C7F1A8B5-3A08-E8C7-54DE-F16651832D9F}"/>
          </ac:picMkLst>
        </pc:picChg>
        <pc:picChg chg="add mod">
          <ac:chgData name="arwa desouki" userId="72abd272657f11e6" providerId="LiveId" clId="{22DA929E-C7A2-44DA-99BB-C93CB7EBCFB1}" dt="2024-12-25T16:43:02.526" v="2010" actId="11530"/>
          <ac:picMkLst>
            <pc:docMk/>
            <pc:sldMk cId="0" sldId="264"/>
            <ac:picMk id="34" creationId="{27566895-108A-82FE-E8ED-D0D3275D3550}"/>
          </ac:picMkLst>
        </pc:picChg>
        <pc:picChg chg="add mod">
          <ac:chgData name="arwa desouki" userId="72abd272657f11e6" providerId="LiveId" clId="{22DA929E-C7A2-44DA-99BB-C93CB7EBCFB1}" dt="2024-12-25T16:42:59.075" v="2009" actId="11530"/>
          <ac:picMkLst>
            <pc:docMk/>
            <pc:sldMk cId="0" sldId="264"/>
            <ac:picMk id="36" creationId="{9798D26C-F32D-7BE0-A0E8-F6E10558B84B}"/>
          </ac:picMkLst>
        </pc:picChg>
        <pc:picChg chg="del mod">
          <ac:chgData name="arwa desouki" userId="72abd272657f11e6" providerId="LiveId" clId="{22DA929E-C7A2-44DA-99BB-C93CB7EBCFB1}" dt="2024-12-25T16:22:07.354" v="1820" actId="478"/>
          <ac:picMkLst>
            <pc:docMk/>
            <pc:sldMk cId="0" sldId="264"/>
            <ac:picMk id="373" creationId="{00000000-0000-0000-0000-000000000000}"/>
          </ac:picMkLst>
        </pc:picChg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65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66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67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68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69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70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71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72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73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74"/>
        </pc:sldMkLst>
      </pc:sldChg>
      <pc:sldChg chg="add del">
        <pc:chgData name="arwa desouki" userId="72abd272657f11e6" providerId="LiveId" clId="{22DA929E-C7A2-44DA-99BB-C93CB7EBCFB1}" dt="2024-12-25T16:57:31.129" v="2093" actId="2696"/>
        <pc:sldMkLst>
          <pc:docMk/>
          <pc:sldMk cId="0" sldId="275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76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77"/>
        </pc:sldMkLst>
      </pc:sldChg>
      <pc:sldChg chg="addSp delSp modSp add del mod">
        <pc:chgData name="arwa desouki" userId="72abd272657f11e6" providerId="LiveId" clId="{22DA929E-C7A2-44DA-99BB-C93CB7EBCFB1}" dt="2024-12-25T16:54:10.304" v="2053" actId="2696"/>
        <pc:sldMkLst>
          <pc:docMk/>
          <pc:sldMk cId="0" sldId="278"/>
        </pc:sldMkLst>
      </pc:sldChg>
      <pc:sldChg chg="del">
        <pc:chgData name="arwa desouki" userId="72abd272657f11e6" providerId="LiveId" clId="{22DA929E-C7A2-44DA-99BB-C93CB7EBCFB1}" dt="2024-12-24T11:09:25.721" v="200" actId="47"/>
        <pc:sldMkLst>
          <pc:docMk/>
          <pc:sldMk cId="0" sldId="279"/>
        </pc:sldMkLst>
      </pc:sldChg>
      <pc:sldChg chg="del">
        <pc:chgData name="arwa desouki" userId="72abd272657f11e6" providerId="LiveId" clId="{22DA929E-C7A2-44DA-99BB-C93CB7EBCFB1}" dt="2024-12-24T11:09:25.721" v="200" actId="47"/>
        <pc:sldMkLst>
          <pc:docMk/>
          <pc:sldMk cId="0" sldId="280"/>
        </pc:sldMkLst>
      </pc:sldChg>
      <pc:sldChg chg="del">
        <pc:chgData name="arwa desouki" userId="72abd272657f11e6" providerId="LiveId" clId="{22DA929E-C7A2-44DA-99BB-C93CB7EBCFB1}" dt="2024-12-24T11:09:25.721" v="200" actId="47"/>
        <pc:sldMkLst>
          <pc:docMk/>
          <pc:sldMk cId="0" sldId="281"/>
        </pc:sldMkLst>
      </pc:sldChg>
      <pc:sldChg chg="del">
        <pc:chgData name="arwa desouki" userId="72abd272657f11e6" providerId="LiveId" clId="{22DA929E-C7A2-44DA-99BB-C93CB7EBCFB1}" dt="2024-12-24T11:09:25.721" v="200" actId="47"/>
        <pc:sldMkLst>
          <pc:docMk/>
          <pc:sldMk cId="0" sldId="282"/>
        </pc:sldMkLst>
      </pc:sldChg>
      <pc:sldChg chg="del">
        <pc:chgData name="arwa desouki" userId="72abd272657f11e6" providerId="LiveId" clId="{22DA929E-C7A2-44DA-99BB-C93CB7EBCFB1}" dt="2024-12-24T11:09:25.721" v="200" actId="47"/>
        <pc:sldMkLst>
          <pc:docMk/>
          <pc:sldMk cId="0" sldId="283"/>
        </pc:sldMkLst>
      </pc:sldChg>
      <pc:sldChg chg="del">
        <pc:chgData name="arwa desouki" userId="72abd272657f11e6" providerId="LiveId" clId="{22DA929E-C7A2-44DA-99BB-C93CB7EBCFB1}" dt="2024-12-24T11:09:25.721" v="200" actId="47"/>
        <pc:sldMkLst>
          <pc:docMk/>
          <pc:sldMk cId="0" sldId="284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85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86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87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88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89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90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91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92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93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94"/>
        </pc:sldMkLst>
      </pc:sldChg>
      <pc:sldChg chg="add del">
        <pc:chgData name="arwa desouki" userId="72abd272657f11e6" providerId="LiveId" clId="{22DA929E-C7A2-44DA-99BB-C93CB7EBCFB1}" dt="2024-12-25T16:54:10.304" v="2053" actId="2696"/>
        <pc:sldMkLst>
          <pc:docMk/>
          <pc:sldMk cId="0" sldId="295"/>
        </pc:sldMkLst>
      </pc:sldChg>
      <pc:sldChg chg="addSp add del mod ord">
        <pc:chgData name="arwa desouki" userId="72abd272657f11e6" providerId="LiveId" clId="{22DA929E-C7A2-44DA-99BB-C93CB7EBCFB1}" dt="2024-12-25T16:54:10.304" v="2053" actId="2696"/>
        <pc:sldMkLst>
          <pc:docMk/>
          <pc:sldMk cId="0" sldId="296"/>
        </pc:sldMkLst>
        <pc:spChg chg="add">
          <ac:chgData name="arwa desouki" userId="72abd272657f11e6" providerId="LiveId" clId="{22DA929E-C7A2-44DA-99BB-C93CB7EBCFB1}" dt="2024-12-25T16:54:01.653" v="2052" actId="22"/>
          <ac:spMkLst>
            <pc:docMk/>
            <pc:sldMk cId="0" sldId="296"/>
            <ac:spMk id="3" creationId="{7976B6C8-6D1A-77C5-F76E-898E80F63D36}"/>
          </ac:spMkLst>
        </pc:spChg>
      </pc:sldChg>
      <pc:sldChg chg="new del">
        <pc:chgData name="arwa desouki" userId="72abd272657f11e6" providerId="LiveId" clId="{22DA929E-C7A2-44DA-99BB-C93CB7EBCFB1}" dt="2024-12-24T11:10:11.541" v="208" actId="680"/>
        <pc:sldMkLst>
          <pc:docMk/>
          <pc:sldMk cId="3703954019" sldId="297"/>
        </pc:sldMkLst>
      </pc:sldChg>
      <pc:sldChg chg="new del">
        <pc:chgData name="arwa desouki" userId="72abd272657f11e6" providerId="LiveId" clId="{22DA929E-C7A2-44DA-99BB-C93CB7EBCFB1}" dt="2024-12-24T11:10:30.730" v="211" actId="680"/>
        <pc:sldMkLst>
          <pc:docMk/>
          <pc:sldMk cId="3847937468" sldId="297"/>
        </pc:sldMkLst>
      </pc:sldChg>
      <pc:sldChg chg="addSp delSp modSp new add del mod modTransition">
        <pc:chgData name="arwa desouki" userId="72abd272657f11e6" providerId="LiveId" clId="{22DA929E-C7A2-44DA-99BB-C93CB7EBCFB1}" dt="2024-12-25T21:59:10.814" v="3991"/>
        <pc:sldMkLst>
          <pc:docMk/>
          <pc:sldMk cId="4202056633" sldId="297"/>
        </pc:sldMkLst>
        <pc:spChg chg="add mod">
          <ac:chgData name="arwa desouki" userId="72abd272657f11e6" providerId="LiveId" clId="{22DA929E-C7A2-44DA-99BB-C93CB7EBCFB1}" dt="2024-12-25T18:59:41.005" v="2461" actId="207"/>
          <ac:spMkLst>
            <pc:docMk/>
            <pc:sldMk cId="4202056633" sldId="297"/>
            <ac:spMk id="2" creationId="{78F9538D-AA24-5D2B-D855-CCE29B12264E}"/>
          </ac:spMkLst>
        </pc:spChg>
        <pc:spChg chg="add del mod">
          <ac:chgData name="arwa desouki" userId="72abd272657f11e6" providerId="LiveId" clId="{22DA929E-C7A2-44DA-99BB-C93CB7EBCFB1}" dt="2024-12-25T16:54:54.451" v="2063" actId="478"/>
          <ac:spMkLst>
            <pc:docMk/>
            <pc:sldMk cId="4202056633" sldId="297"/>
            <ac:spMk id="6" creationId="{A1F51E35-C583-11DA-0F17-1862A0053264}"/>
          </ac:spMkLst>
        </pc:spChg>
        <pc:spChg chg="add del mod">
          <ac:chgData name="arwa desouki" userId="72abd272657f11e6" providerId="LiveId" clId="{22DA929E-C7A2-44DA-99BB-C93CB7EBCFB1}" dt="2024-12-25T16:54:33.879" v="2056" actId="478"/>
          <ac:spMkLst>
            <pc:docMk/>
            <pc:sldMk cId="4202056633" sldId="297"/>
            <ac:spMk id="7" creationId="{55980912-A33F-D06D-7CB5-AADD8C78DA7F}"/>
          </ac:spMkLst>
        </pc:spChg>
        <pc:spChg chg="add del mod">
          <ac:chgData name="arwa desouki" userId="72abd272657f11e6" providerId="LiveId" clId="{22DA929E-C7A2-44DA-99BB-C93CB7EBCFB1}" dt="2024-12-25T16:57:01.900" v="2087" actId="478"/>
          <ac:spMkLst>
            <pc:docMk/>
            <pc:sldMk cId="4202056633" sldId="297"/>
            <ac:spMk id="9" creationId="{1BD32625-1DA4-7E59-7235-0C0ED4E5672F}"/>
          </ac:spMkLst>
        </pc:spChg>
        <pc:spChg chg="add del mod">
          <ac:chgData name="arwa desouki" userId="72abd272657f11e6" providerId="LiveId" clId="{22DA929E-C7A2-44DA-99BB-C93CB7EBCFB1}" dt="2024-12-25T16:56:55.035" v="2081" actId="931"/>
          <ac:spMkLst>
            <pc:docMk/>
            <pc:sldMk cId="4202056633" sldId="297"/>
            <ac:spMk id="13" creationId="{1B665057-1845-4D65-C980-7571B1613B8B}"/>
          </ac:spMkLst>
        </pc:spChg>
        <pc:picChg chg="add del mod">
          <ac:chgData name="arwa desouki" userId="72abd272657f11e6" providerId="LiveId" clId="{22DA929E-C7A2-44DA-99BB-C93CB7EBCFB1}" dt="2024-12-25T16:54:58.021" v="2064" actId="478"/>
          <ac:picMkLst>
            <pc:docMk/>
            <pc:sldMk cId="4202056633" sldId="297"/>
            <ac:picMk id="3" creationId="{E2841DBF-27E1-92CD-E776-2E966EE983FD}"/>
          </ac:picMkLst>
        </pc:picChg>
        <pc:picChg chg="add del mod">
          <ac:chgData name="arwa desouki" userId="72abd272657f11e6" providerId="LiveId" clId="{22DA929E-C7A2-44DA-99BB-C93CB7EBCFB1}" dt="2024-12-25T16:56:43.276" v="2077" actId="478"/>
          <ac:picMkLst>
            <pc:docMk/>
            <pc:sldMk cId="4202056633" sldId="297"/>
            <ac:picMk id="4" creationId="{4DA97458-95F2-38C6-FBE8-468DA3E5B885}"/>
          </ac:picMkLst>
        </pc:picChg>
        <pc:picChg chg="add mod modCrop">
          <ac:chgData name="arwa desouki" userId="72abd272657f11e6" providerId="LiveId" clId="{22DA929E-C7A2-44DA-99BB-C93CB7EBCFB1}" dt="2024-12-25T16:55:20.239" v="2076" actId="931"/>
          <ac:picMkLst>
            <pc:docMk/>
            <pc:sldMk cId="4202056633" sldId="297"/>
            <ac:picMk id="11" creationId="{8CA7C5E7-67E0-7EFA-7E12-7312057E715B}"/>
          </ac:picMkLst>
        </pc:picChg>
        <pc:picChg chg="add mod">
          <ac:chgData name="arwa desouki" userId="72abd272657f11e6" providerId="LiveId" clId="{22DA929E-C7A2-44DA-99BB-C93CB7EBCFB1}" dt="2024-12-25T18:51:01.571" v="2460" actId="14100"/>
          <ac:picMkLst>
            <pc:docMk/>
            <pc:sldMk cId="4202056633" sldId="297"/>
            <ac:picMk id="15" creationId="{21BA494E-14CD-7350-13B8-9B608C768CC6}"/>
          </ac:picMkLst>
        </pc:picChg>
      </pc:sldChg>
      <pc:sldChg chg="addSp delSp modSp new mod modTransition">
        <pc:chgData name="arwa desouki" userId="72abd272657f11e6" providerId="LiveId" clId="{22DA929E-C7A2-44DA-99BB-C93CB7EBCFB1}" dt="2024-12-25T21:59:10.814" v="3991"/>
        <pc:sldMkLst>
          <pc:docMk/>
          <pc:sldMk cId="186856779" sldId="298"/>
        </pc:sldMkLst>
        <pc:spChg chg="mod">
          <ac:chgData name="arwa desouki" userId="72abd272657f11e6" providerId="LiveId" clId="{22DA929E-C7A2-44DA-99BB-C93CB7EBCFB1}" dt="2024-12-24T23:20:31.556" v="882" actId="1076"/>
          <ac:spMkLst>
            <pc:docMk/>
            <pc:sldMk cId="186856779" sldId="298"/>
            <ac:spMk id="2" creationId="{0F6B704A-1816-72F6-2AF9-509672B1D19F}"/>
          </ac:spMkLst>
        </pc:spChg>
        <pc:spChg chg="mod">
          <ac:chgData name="arwa desouki" userId="72abd272657f11e6" providerId="LiveId" clId="{22DA929E-C7A2-44DA-99BB-C93CB7EBCFB1}" dt="2024-12-24T23:20:31.556" v="882" actId="1076"/>
          <ac:spMkLst>
            <pc:docMk/>
            <pc:sldMk cId="186856779" sldId="298"/>
            <ac:spMk id="3" creationId="{610DDDF2-99B1-7A57-6718-68767AF4E6DE}"/>
          </ac:spMkLst>
        </pc:spChg>
        <pc:spChg chg="add del mod">
          <ac:chgData name="arwa desouki" userId="72abd272657f11e6" providerId="LiveId" clId="{22DA929E-C7A2-44DA-99BB-C93CB7EBCFB1}" dt="2024-12-25T17:44:13.496" v="2323" actId="931"/>
          <ac:spMkLst>
            <pc:docMk/>
            <pc:sldMk cId="186856779" sldId="298"/>
            <ac:spMk id="5" creationId="{0974F0EA-5C93-4DC1-D267-9A7533BECDA4}"/>
          </ac:spMkLst>
        </pc:spChg>
        <pc:picChg chg="add mod">
          <ac:chgData name="arwa desouki" userId="72abd272657f11e6" providerId="LiveId" clId="{22DA929E-C7A2-44DA-99BB-C93CB7EBCFB1}" dt="2024-12-25T17:44:20.581" v="2324" actId="27614"/>
          <ac:picMkLst>
            <pc:docMk/>
            <pc:sldMk cId="186856779" sldId="298"/>
            <ac:picMk id="7" creationId="{72271583-F8C8-C142-E7B1-9C1D0EF2EDFD}"/>
          </ac:picMkLst>
        </pc:picChg>
        <pc:picChg chg="del">
          <ac:chgData name="arwa desouki" userId="72abd272657f11e6" providerId="LiveId" clId="{22DA929E-C7A2-44DA-99BB-C93CB7EBCFB1}" dt="2024-12-25T17:44:08.267" v="2322" actId="478"/>
          <ac:picMkLst>
            <pc:docMk/>
            <pc:sldMk cId="186856779" sldId="298"/>
            <ac:picMk id="31" creationId="{BCCCC316-F15C-DE9B-18E7-9B5C3E0C3190}"/>
          </ac:picMkLst>
        </pc:picChg>
      </pc:sldChg>
      <pc:sldChg chg="new del">
        <pc:chgData name="arwa desouki" userId="72abd272657f11e6" providerId="LiveId" clId="{22DA929E-C7A2-44DA-99BB-C93CB7EBCFB1}" dt="2024-12-24T23:03:47.412" v="669" actId="680"/>
        <pc:sldMkLst>
          <pc:docMk/>
          <pc:sldMk cId="2753458444" sldId="298"/>
        </pc:sldMkLst>
      </pc:sldChg>
      <pc:sldChg chg="addSp delSp modSp new mod modTransition modClrScheme chgLayout">
        <pc:chgData name="arwa desouki" userId="72abd272657f11e6" providerId="LiveId" clId="{22DA929E-C7A2-44DA-99BB-C93CB7EBCFB1}" dt="2024-12-25T21:59:10.814" v="3991"/>
        <pc:sldMkLst>
          <pc:docMk/>
          <pc:sldMk cId="3970524982" sldId="299"/>
        </pc:sldMkLst>
        <pc:spChg chg="add mod ord">
          <ac:chgData name="arwa desouki" userId="72abd272657f11e6" providerId="LiveId" clId="{22DA929E-C7A2-44DA-99BB-C93CB7EBCFB1}" dt="2024-12-24T23:20:56.366" v="894" actId="113"/>
          <ac:spMkLst>
            <pc:docMk/>
            <pc:sldMk cId="3970524982" sldId="299"/>
            <ac:spMk id="9" creationId="{AF2E2D76-7958-DF9B-93E9-B869EE2A5AA8}"/>
          </ac:spMkLst>
        </pc:spChg>
        <pc:spChg chg="add mod ord">
          <ac:chgData name="arwa desouki" userId="72abd272657f11e6" providerId="LiveId" clId="{22DA929E-C7A2-44DA-99BB-C93CB7EBCFB1}" dt="2024-12-24T23:20:44.509" v="887" actId="20577"/>
          <ac:spMkLst>
            <pc:docMk/>
            <pc:sldMk cId="3970524982" sldId="299"/>
            <ac:spMk id="10" creationId="{C20BAFF3-E80A-9A89-8949-70E63471D8BB}"/>
          </ac:spMkLst>
        </pc:spChg>
        <pc:picChg chg="add mod ord">
          <ac:chgData name="arwa desouki" userId="72abd272657f11e6" providerId="LiveId" clId="{22DA929E-C7A2-44DA-99BB-C93CB7EBCFB1}" dt="2024-12-24T23:20:41.585" v="885" actId="700"/>
          <ac:picMkLst>
            <pc:docMk/>
            <pc:sldMk cId="3970524982" sldId="299"/>
            <ac:picMk id="6" creationId="{E88F862A-BA9A-F6DB-7DB6-A39087AB89DE}"/>
          </ac:picMkLst>
        </pc:picChg>
      </pc:sldChg>
      <pc:sldChg chg="addSp delSp modSp new del mod">
        <pc:chgData name="arwa desouki" userId="72abd272657f11e6" providerId="LiveId" clId="{22DA929E-C7A2-44DA-99BB-C93CB7EBCFB1}" dt="2024-12-25T10:23:32.014" v="1674" actId="47"/>
        <pc:sldMkLst>
          <pc:docMk/>
          <pc:sldMk cId="1003266513" sldId="300"/>
        </pc:sldMkLst>
        <pc:spChg chg="add del">
          <ac:chgData name="arwa desouki" userId="72abd272657f11e6" providerId="LiveId" clId="{22DA929E-C7A2-44DA-99BB-C93CB7EBCFB1}" dt="2024-12-25T09:56:21.874" v="1390" actId="11529"/>
          <ac:spMkLst>
            <pc:docMk/>
            <pc:sldMk cId="1003266513" sldId="300"/>
            <ac:spMk id="90" creationId="{B7CB9F12-D510-B4F4-04ED-7EBEC8676BB5}"/>
          </ac:spMkLst>
        </pc:spChg>
        <pc:spChg chg="add del">
          <ac:chgData name="arwa desouki" userId="72abd272657f11e6" providerId="LiveId" clId="{22DA929E-C7A2-44DA-99BB-C93CB7EBCFB1}" dt="2024-12-25T09:58:16.183" v="1496" actId="11529"/>
          <ac:spMkLst>
            <pc:docMk/>
            <pc:sldMk cId="1003266513" sldId="300"/>
            <ac:spMk id="103" creationId="{0462EBEC-76B3-8FE4-7072-C3081E17C7A9}"/>
          </ac:spMkLst>
        </pc:spChg>
        <pc:grpChg chg="add mod">
          <ac:chgData name="arwa desouki" userId="72abd272657f11e6" providerId="LiveId" clId="{22DA929E-C7A2-44DA-99BB-C93CB7EBCFB1}" dt="2024-12-25T09:32:03.310" v="1031" actId="164"/>
          <ac:grpSpMkLst>
            <pc:docMk/>
            <pc:sldMk cId="1003266513" sldId="300"/>
            <ac:grpSpMk id="38" creationId="{65FAC873-10B5-724F-183C-503512EEE69E}"/>
          </ac:grpSpMkLst>
        </pc:grpChg>
        <pc:grpChg chg="add mod">
          <ac:chgData name="arwa desouki" userId="72abd272657f11e6" providerId="LiveId" clId="{22DA929E-C7A2-44DA-99BB-C93CB7EBCFB1}" dt="2024-12-25T09:36:44.440" v="1165" actId="164"/>
          <ac:grpSpMkLst>
            <pc:docMk/>
            <pc:sldMk cId="1003266513" sldId="300"/>
            <ac:grpSpMk id="39" creationId="{5E4F2810-7685-B625-935F-057C13136BBE}"/>
          </ac:grpSpMkLst>
        </pc:grpChg>
        <pc:picChg chg="add mod">
          <ac:chgData name="arwa desouki" userId="72abd272657f11e6" providerId="LiveId" clId="{22DA929E-C7A2-44DA-99BB-C93CB7EBCFB1}" dt="2024-12-25T09:29:48.313" v="988"/>
          <ac:picMkLst>
            <pc:docMk/>
            <pc:sldMk cId="1003266513" sldId="300"/>
            <ac:picMk id="3" creationId="{07956238-F178-401E-67D8-29594A40DDF2}"/>
          </ac:picMkLst>
        </pc:picChg>
        <pc:picChg chg="add mod">
          <ac:chgData name="arwa desouki" userId="72abd272657f11e6" providerId="LiveId" clId="{22DA929E-C7A2-44DA-99BB-C93CB7EBCFB1}" dt="2024-12-25T09:29:48.313" v="988"/>
          <ac:picMkLst>
            <pc:docMk/>
            <pc:sldMk cId="1003266513" sldId="300"/>
            <ac:picMk id="5" creationId="{99380D51-2348-BDBB-D964-4692B63C3A28}"/>
          </ac:picMkLst>
        </pc:picChg>
        <pc:picChg chg="add mod">
          <ac:chgData name="arwa desouki" userId="72abd272657f11e6" providerId="LiveId" clId="{22DA929E-C7A2-44DA-99BB-C93CB7EBCFB1}" dt="2024-12-25T09:29:48.313" v="988"/>
          <ac:picMkLst>
            <pc:docMk/>
            <pc:sldMk cId="1003266513" sldId="300"/>
            <ac:picMk id="7" creationId="{D0BC9608-D670-BACC-1C66-62426C1EBF07}"/>
          </ac:picMkLst>
        </pc:picChg>
        <pc:picChg chg="add mod">
          <ac:chgData name="arwa desouki" userId="72abd272657f11e6" providerId="LiveId" clId="{22DA929E-C7A2-44DA-99BB-C93CB7EBCFB1}" dt="2024-12-25T09:29:48.313" v="988"/>
          <ac:picMkLst>
            <pc:docMk/>
            <pc:sldMk cId="1003266513" sldId="300"/>
            <ac:picMk id="9" creationId="{0458F163-2149-D136-AD7E-0932F94549DA}"/>
          </ac:picMkLst>
        </pc:picChg>
        <pc:picChg chg="add mod">
          <ac:chgData name="arwa desouki" userId="72abd272657f11e6" providerId="LiveId" clId="{22DA929E-C7A2-44DA-99BB-C93CB7EBCFB1}" dt="2024-12-25T09:29:48.313" v="988"/>
          <ac:picMkLst>
            <pc:docMk/>
            <pc:sldMk cId="1003266513" sldId="300"/>
            <ac:picMk id="11" creationId="{BEF14A35-95FE-9A2E-8D25-FFEC0733C309}"/>
          </ac:picMkLst>
        </pc:picChg>
        <pc:picChg chg="add mod">
          <ac:chgData name="arwa desouki" userId="72abd272657f11e6" providerId="LiveId" clId="{22DA929E-C7A2-44DA-99BB-C93CB7EBCFB1}" dt="2024-12-25T09:29:48.313" v="988"/>
          <ac:picMkLst>
            <pc:docMk/>
            <pc:sldMk cId="1003266513" sldId="300"/>
            <ac:picMk id="13" creationId="{46E3BEDE-F21F-4953-254A-1D343A719F68}"/>
          </ac:picMkLst>
        </pc:picChg>
        <pc:picChg chg="add mod">
          <ac:chgData name="arwa desouki" userId="72abd272657f11e6" providerId="LiveId" clId="{22DA929E-C7A2-44DA-99BB-C93CB7EBCFB1}" dt="2024-12-25T09:29:55.591" v="1005"/>
          <ac:picMkLst>
            <pc:docMk/>
            <pc:sldMk cId="1003266513" sldId="300"/>
            <ac:picMk id="15" creationId="{0CA39F5F-38DC-5350-A9DA-7C5C32E29627}"/>
          </ac:picMkLst>
        </pc:picChg>
        <pc:picChg chg="add mod">
          <ac:chgData name="arwa desouki" userId="72abd272657f11e6" providerId="LiveId" clId="{22DA929E-C7A2-44DA-99BB-C93CB7EBCFB1}" dt="2024-12-25T09:29:55.591" v="1005"/>
          <ac:picMkLst>
            <pc:docMk/>
            <pc:sldMk cId="1003266513" sldId="300"/>
            <ac:picMk id="17" creationId="{9EB5860E-908A-E697-3714-1A254B86F6F7}"/>
          </ac:picMkLst>
        </pc:picChg>
        <pc:picChg chg="add mod">
          <ac:chgData name="arwa desouki" userId="72abd272657f11e6" providerId="LiveId" clId="{22DA929E-C7A2-44DA-99BB-C93CB7EBCFB1}" dt="2024-12-25T09:29:55.591" v="1005"/>
          <ac:picMkLst>
            <pc:docMk/>
            <pc:sldMk cId="1003266513" sldId="300"/>
            <ac:picMk id="19" creationId="{22AB4DB7-16D0-CADF-A0C6-8331EC7B3AB2}"/>
          </ac:picMkLst>
        </pc:picChg>
        <pc:picChg chg="add mod">
          <ac:chgData name="arwa desouki" userId="72abd272657f11e6" providerId="LiveId" clId="{22DA929E-C7A2-44DA-99BB-C93CB7EBCFB1}" dt="2024-12-25T09:29:55.591" v="1005"/>
          <ac:picMkLst>
            <pc:docMk/>
            <pc:sldMk cId="1003266513" sldId="300"/>
            <ac:picMk id="21" creationId="{8F0B96E7-C924-7D27-3501-D4A462229CC6}"/>
          </ac:picMkLst>
        </pc:picChg>
        <pc:picChg chg="add mod">
          <ac:chgData name="arwa desouki" userId="72abd272657f11e6" providerId="LiveId" clId="{22DA929E-C7A2-44DA-99BB-C93CB7EBCFB1}" dt="2024-12-25T09:29:55.591" v="1005"/>
          <ac:picMkLst>
            <pc:docMk/>
            <pc:sldMk cId="1003266513" sldId="300"/>
            <ac:picMk id="23" creationId="{68B0A324-E7BE-8DEE-F4A1-1955521EC6ED}"/>
          </ac:picMkLst>
        </pc:picChg>
        <pc:picChg chg="add mod">
          <ac:chgData name="arwa desouki" userId="72abd272657f11e6" providerId="LiveId" clId="{22DA929E-C7A2-44DA-99BB-C93CB7EBCFB1}" dt="2024-12-25T09:29:55.591" v="1005"/>
          <ac:picMkLst>
            <pc:docMk/>
            <pc:sldMk cId="1003266513" sldId="300"/>
            <ac:picMk id="25" creationId="{B0709E7A-D38E-4FCF-9D7D-EEC5A894C714}"/>
          </ac:picMkLst>
        </pc:picChg>
        <pc:picChg chg="add del mod modVis">
          <ac:chgData name="arwa desouki" userId="72abd272657f11e6" providerId="LiveId" clId="{22DA929E-C7A2-44DA-99BB-C93CB7EBCFB1}" dt="2024-12-25T09:44:15.084" v="1263" actId="478"/>
          <ac:picMkLst>
            <pc:docMk/>
            <pc:sldMk cId="1003266513" sldId="300"/>
            <ac:picMk id="27" creationId="{00ABE6BD-E987-5F67-CE63-5E2873E6D06A}"/>
          </ac:picMkLst>
        </pc:picChg>
        <pc:picChg chg="add del mod modVis">
          <ac:chgData name="arwa desouki" userId="72abd272657f11e6" providerId="LiveId" clId="{22DA929E-C7A2-44DA-99BB-C93CB7EBCFB1}" dt="2024-12-25T09:44:15.084" v="1263" actId="478"/>
          <ac:picMkLst>
            <pc:docMk/>
            <pc:sldMk cId="1003266513" sldId="300"/>
            <ac:picMk id="29" creationId="{671FCC9C-CE1C-1A52-6F5E-FD926B0A0694}"/>
          </ac:picMkLst>
        </pc:picChg>
        <pc:picChg chg="add del mod modVis">
          <ac:chgData name="arwa desouki" userId="72abd272657f11e6" providerId="LiveId" clId="{22DA929E-C7A2-44DA-99BB-C93CB7EBCFB1}" dt="2024-12-25T09:44:15.084" v="1263" actId="478"/>
          <ac:picMkLst>
            <pc:docMk/>
            <pc:sldMk cId="1003266513" sldId="300"/>
            <ac:picMk id="31" creationId="{EBD907FF-4EBD-1565-E10B-9BE929DEB391}"/>
          </ac:picMkLst>
        </pc:picChg>
        <pc:picChg chg="add del mod modVis">
          <ac:chgData name="arwa desouki" userId="72abd272657f11e6" providerId="LiveId" clId="{22DA929E-C7A2-44DA-99BB-C93CB7EBCFB1}" dt="2024-12-25T09:44:15.084" v="1263" actId="478"/>
          <ac:picMkLst>
            <pc:docMk/>
            <pc:sldMk cId="1003266513" sldId="300"/>
            <ac:picMk id="33" creationId="{CC0C21C4-3104-5511-E249-8D2FCE2CB799}"/>
          </ac:picMkLst>
        </pc:picChg>
        <pc:picChg chg="add del mod modVis">
          <ac:chgData name="arwa desouki" userId="72abd272657f11e6" providerId="LiveId" clId="{22DA929E-C7A2-44DA-99BB-C93CB7EBCFB1}" dt="2024-12-25T09:44:15.084" v="1263" actId="478"/>
          <ac:picMkLst>
            <pc:docMk/>
            <pc:sldMk cId="1003266513" sldId="300"/>
            <ac:picMk id="35" creationId="{0B5D4F9E-7445-12BC-8738-1885CC31C6E4}"/>
          </ac:picMkLst>
        </pc:picChg>
        <pc:picChg chg="add del mod modVis">
          <ac:chgData name="arwa desouki" userId="72abd272657f11e6" providerId="LiveId" clId="{22DA929E-C7A2-44DA-99BB-C93CB7EBCFB1}" dt="2024-12-25T09:44:15.084" v="1263" actId="478"/>
          <ac:picMkLst>
            <pc:docMk/>
            <pc:sldMk cId="1003266513" sldId="300"/>
            <ac:picMk id="37" creationId="{52DD8A24-E536-C47C-4986-E505D64BAAB5}"/>
          </ac:picMkLst>
        </pc:picChg>
        <pc:picChg chg="add mod">
          <ac:chgData name="arwa desouki" userId="72abd272657f11e6" providerId="LiveId" clId="{22DA929E-C7A2-44DA-99BB-C93CB7EBCFB1}" dt="2024-12-25T09:42:35.379" v="1215"/>
          <ac:picMkLst>
            <pc:docMk/>
            <pc:sldMk cId="1003266513" sldId="300"/>
            <ac:picMk id="41" creationId="{CD51B776-0EFE-36A6-B409-98C96C285C4F}"/>
          </ac:picMkLst>
        </pc:picChg>
        <pc:picChg chg="add mod">
          <ac:chgData name="arwa desouki" userId="72abd272657f11e6" providerId="LiveId" clId="{22DA929E-C7A2-44DA-99BB-C93CB7EBCFB1}" dt="2024-12-25T09:42:35.379" v="1215"/>
          <ac:picMkLst>
            <pc:docMk/>
            <pc:sldMk cId="1003266513" sldId="300"/>
            <ac:picMk id="43" creationId="{E10157C2-BFF1-D1E1-23D6-77518F6C55A7}"/>
          </ac:picMkLst>
        </pc:picChg>
        <pc:picChg chg="add mod">
          <ac:chgData name="arwa desouki" userId="72abd272657f11e6" providerId="LiveId" clId="{22DA929E-C7A2-44DA-99BB-C93CB7EBCFB1}" dt="2024-12-25T09:42:35.379" v="1215"/>
          <ac:picMkLst>
            <pc:docMk/>
            <pc:sldMk cId="1003266513" sldId="300"/>
            <ac:picMk id="45" creationId="{EB82827D-1550-EA38-17C1-1A592ACE7CBD}"/>
          </ac:picMkLst>
        </pc:picChg>
        <pc:picChg chg="add mod">
          <ac:chgData name="arwa desouki" userId="72abd272657f11e6" providerId="LiveId" clId="{22DA929E-C7A2-44DA-99BB-C93CB7EBCFB1}" dt="2024-12-25T09:42:35.379" v="1215"/>
          <ac:picMkLst>
            <pc:docMk/>
            <pc:sldMk cId="1003266513" sldId="300"/>
            <ac:picMk id="47" creationId="{1DB471CC-FA44-CE3A-BE28-3903D7B65B46}"/>
          </ac:picMkLst>
        </pc:picChg>
        <pc:picChg chg="add mod">
          <ac:chgData name="arwa desouki" userId="72abd272657f11e6" providerId="LiveId" clId="{22DA929E-C7A2-44DA-99BB-C93CB7EBCFB1}" dt="2024-12-25T09:42:35.379" v="1215"/>
          <ac:picMkLst>
            <pc:docMk/>
            <pc:sldMk cId="1003266513" sldId="300"/>
            <ac:picMk id="49" creationId="{42CA523B-7E36-9F66-E79B-316B6959A19F}"/>
          </ac:picMkLst>
        </pc:picChg>
        <pc:picChg chg="add mod">
          <ac:chgData name="arwa desouki" userId="72abd272657f11e6" providerId="LiveId" clId="{22DA929E-C7A2-44DA-99BB-C93CB7EBCFB1}" dt="2024-12-25T09:42:35.379" v="1215"/>
          <ac:picMkLst>
            <pc:docMk/>
            <pc:sldMk cId="1003266513" sldId="300"/>
            <ac:picMk id="51" creationId="{7B3817C4-E0D3-36A9-D215-B22BF7D823CA}"/>
          </ac:picMkLst>
        </pc:picChg>
        <pc:picChg chg="add del mod">
          <ac:chgData name="arwa desouki" userId="72abd272657f11e6" providerId="LiveId" clId="{22DA929E-C7A2-44DA-99BB-C93CB7EBCFB1}" dt="2024-12-25T09:44:20.793" v="1265" actId="478"/>
          <ac:picMkLst>
            <pc:docMk/>
            <pc:sldMk cId="1003266513" sldId="300"/>
            <ac:picMk id="53" creationId="{E2E7F85D-B2CD-2711-3DBB-86F0717EEB3F}"/>
          </ac:picMkLst>
        </pc:picChg>
        <pc:picChg chg="add del mod">
          <ac:chgData name="arwa desouki" userId="72abd272657f11e6" providerId="LiveId" clId="{22DA929E-C7A2-44DA-99BB-C93CB7EBCFB1}" dt="2024-12-25T09:44:20.793" v="1265" actId="478"/>
          <ac:picMkLst>
            <pc:docMk/>
            <pc:sldMk cId="1003266513" sldId="300"/>
            <ac:picMk id="55" creationId="{7F069F0E-F2C9-778E-4A1F-C82191D43BCE}"/>
          </ac:picMkLst>
        </pc:picChg>
        <pc:picChg chg="add del mod">
          <ac:chgData name="arwa desouki" userId="72abd272657f11e6" providerId="LiveId" clId="{22DA929E-C7A2-44DA-99BB-C93CB7EBCFB1}" dt="2024-12-25T09:44:20.793" v="1265" actId="478"/>
          <ac:picMkLst>
            <pc:docMk/>
            <pc:sldMk cId="1003266513" sldId="300"/>
            <ac:picMk id="57" creationId="{31AAB5C3-09CE-294E-1F04-293D4824E305}"/>
          </ac:picMkLst>
        </pc:picChg>
        <pc:picChg chg="add del mod">
          <ac:chgData name="arwa desouki" userId="72abd272657f11e6" providerId="LiveId" clId="{22DA929E-C7A2-44DA-99BB-C93CB7EBCFB1}" dt="2024-12-25T09:44:20.793" v="1265" actId="478"/>
          <ac:picMkLst>
            <pc:docMk/>
            <pc:sldMk cId="1003266513" sldId="300"/>
            <ac:picMk id="59" creationId="{685D6EED-28C2-D6C1-7406-31312A5AB5F0}"/>
          </ac:picMkLst>
        </pc:picChg>
        <pc:picChg chg="add del mod">
          <ac:chgData name="arwa desouki" userId="72abd272657f11e6" providerId="LiveId" clId="{22DA929E-C7A2-44DA-99BB-C93CB7EBCFB1}" dt="2024-12-25T09:44:20.793" v="1265" actId="478"/>
          <ac:picMkLst>
            <pc:docMk/>
            <pc:sldMk cId="1003266513" sldId="300"/>
            <ac:picMk id="61" creationId="{153B3DF7-62B9-6A62-3872-9959D05C5A29}"/>
          </ac:picMkLst>
        </pc:picChg>
        <pc:picChg chg="add del mod">
          <ac:chgData name="arwa desouki" userId="72abd272657f11e6" providerId="LiveId" clId="{22DA929E-C7A2-44DA-99BB-C93CB7EBCFB1}" dt="2024-12-25T09:44:20.793" v="1265" actId="478"/>
          <ac:picMkLst>
            <pc:docMk/>
            <pc:sldMk cId="1003266513" sldId="300"/>
            <ac:picMk id="63" creationId="{E1877672-A43E-DE15-DFD8-DF0F5F0C5938}"/>
          </ac:picMkLst>
        </pc:picChg>
        <pc:picChg chg="add del mod">
          <ac:chgData name="arwa desouki" userId="72abd272657f11e6" providerId="LiveId" clId="{22DA929E-C7A2-44DA-99BB-C93CB7EBCFB1}" dt="2024-12-25T09:55:10.946" v="1373" actId="478"/>
          <ac:picMkLst>
            <pc:docMk/>
            <pc:sldMk cId="1003266513" sldId="300"/>
            <ac:picMk id="65" creationId="{7CCDD266-E979-3469-B7F3-97DF0999FEB3}"/>
          </ac:picMkLst>
        </pc:picChg>
        <pc:picChg chg="add del mod modVis">
          <ac:chgData name="arwa desouki" userId="72abd272657f11e6" providerId="LiveId" clId="{22DA929E-C7A2-44DA-99BB-C93CB7EBCFB1}" dt="2024-12-25T09:55:10.946" v="1373" actId="478"/>
          <ac:picMkLst>
            <pc:docMk/>
            <pc:sldMk cId="1003266513" sldId="300"/>
            <ac:picMk id="67" creationId="{78BFCC7B-99CE-0B6D-3E93-D81DBB5070CF}"/>
          </ac:picMkLst>
        </pc:picChg>
        <pc:picChg chg="add del mod modVis">
          <ac:chgData name="arwa desouki" userId="72abd272657f11e6" providerId="LiveId" clId="{22DA929E-C7A2-44DA-99BB-C93CB7EBCFB1}" dt="2024-12-25T09:55:10.946" v="1373" actId="478"/>
          <ac:picMkLst>
            <pc:docMk/>
            <pc:sldMk cId="1003266513" sldId="300"/>
            <ac:picMk id="69" creationId="{95D5240F-1939-1A08-8970-3ABAE4811735}"/>
          </ac:picMkLst>
        </pc:picChg>
        <pc:picChg chg="add del mod modVis">
          <ac:chgData name="arwa desouki" userId="72abd272657f11e6" providerId="LiveId" clId="{22DA929E-C7A2-44DA-99BB-C93CB7EBCFB1}" dt="2024-12-25T09:55:10.946" v="1373" actId="478"/>
          <ac:picMkLst>
            <pc:docMk/>
            <pc:sldMk cId="1003266513" sldId="300"/>
            <ac:picMk id="71" creationId="{894BDBC3-B906-3455-0143-E14EA0FB2086}"/>
          </ac:picMkLst>
        </pc:picChg>
        <pc:picChg chg="add del mod modVis">
          <ac:chgData name="arwa desouki" userId="72abd272657f11e6" providerId="LiveId" clId="{22DA929E-C7A2-44DA-99BB-C93CB7EBCFB1}" dt="2024-12-25T09:55:10.946" v="1373" actId="478"/>
          <ac:picMkLst>
            <pc:docMk/>
            <pc:sldMk cId="1003266513" sldId="300"/>
            <ac:picMk id="73" creationId="{8185736F-24F1-F575-20DA-903DF945527B}"/>
          </ac:picMkLst>
        </pc:picChg>
        <pc:picChg chg="add del mod modVis">
          <ac:chgData name="arwa desouki" userId="72abd272657f11e6" providerId="LiveId" clId="{22DA929E-C7A2-44DA-99BB-C93CB7EBCFB1}" dt="2024-12-25T09:55:10.946" v="1373" actId="478"/>
          <ac:picMkLst>
            <pc:docMk/>
            <pc:sldMk cId="1003266513" sldId="300"/>
            <ac:picMk id="75" creationId="{A2FFAA36-A458-3067-AB18-874A58B159F3}"/>
          </ac:picMkLst>
        </pc:picChg>
        <pc:picChg chg="add del">
          <ac:chgData name="arwa desouki" userId="72abd272657f11e6" providerId="LiveId" clId="{22DA929E-C7A2-44DA-99BB-C93CB7EBCFB1}" dt="2024-12-25T09:55:13.701" v="1375" actId="22"/>
          <ac:picMkLst>
            <pc:docMk/>
            <pc:sldMk cId="1003266513" sldId="300"/>
            <ac:picMk id="77" creationId="{D1A46732-740B-ED2F-EB87-C17941045696}"/>
          </ac:picMkLst>
        </pc:picChg>
        <pc:picChg chg="add mod">
          <ac:chgData name="arwa desouki" userId="72abd272657f11e6" providerId="LiveId" clId="{22DA929E-C7A2-44DA-99BB-C93CB7EBCFB1}" dt="2024-12-25T09:57:05.187" v="1396"/>
          <ac:picMkLst>
            <pc:docMk/>
            <pc:sldMk cId="1003266513" sldId="300"/>
            <ac:picMk id="79" creationId="{4022E95D-9D5F-15F3-2F40-869E1F055440}"/>
          </ac:picMkLst>
        </pc:picChg>
        <pc:picChg chg="add mod">
          <ac:chgData name="arwa desouki" userId="72abd272657f11e6" providerId="LiveId" clId="{22DA929E-C7A2-44DA-99BB-C93CB7EBCFB1}" dt="2024-12-25T09:57:05.187" v="1396"/>
          <ac:picMkLst>
            <pc:docMk/>
            <pc:sldMk cId="1003266513" sldId="300"/>
            <ac:picMk id="81" creationId="{913EA95E-88DA-D8B2-794D-A24E03F318D6}"/>
          </ac:picMkLst>
        </pc:picChg>
        <pc:picChg chg="add mod">
          <ac:chgData name="arwa desouki" userId="72abd272657f11e6" providerId="LiveId" clId="{22DA929E-C7A2-44DA-99BB-C93CB7EBCFB1}" dt="2024-12-25T09:57:05.187" v="1396"/>
          <ac:picMkLst>
            <pc:docMk/>
            <pc:sldMk cId="1003266513" sldId="300"/>
            <ac:picMk id="83" creationId="{F768DE2C-7E30-0D83-23CD-FF20FB0C52CB}"/>
          </ac:picMkLst>
        </pc:picChg>
        <pc:picChg chg="add mod">
          <ac:chgData name="arwa desouki" userId="72abd272657f11e6" providerId="LiveId" clId="{22DA929E-C7A2-44DA-99BB-C93CB7EBCFB1}" dt="2024-12-25T09:57:05.187" v="1396"/>
          <ac:picMkLst>
            <pc:docMk/>
            <pc:sldMk cId="1003266513" sldId="300"/>
            <ac:picMk id="85" creationId="{2F778863-1DB1-40A5-8861-13A28A9D4B1F}"/>
          </ac:picMkLst>
        </pc:picChg>
        <pc:picChg chg="add mod">
          <ac:chgData name="arwa desouki" userId="72abd272657f11e6" providerId="LiveId" clId="{22DA929E-C7A2-44DA-99BB-C93CB7EBCFB1}" dt="2024-12-25T09:57:05.187" v="1396"/>
          <ac:picMkLst>
            <pc:docMk/>
            <pc:sldMk cId="1003266513" sldId="300"/>
            <ac:picMk id="87" creationId="{5B69D825-CEFA-E3FC-5E50-FC496F271DB6}"/>
          </ac:picMkLst>
        </pc:picChg>
        <pc:picChg chg="add mod">
          <ac:chgData name="arwa desouki" userId="72abd272657f11e6" providerId="LiveId" clId="{22DA929E-C7A2-44DA-99BB-C93CB7EBCFB1}" dt="2024-12-25T09:57:05.187" v="1396"/>
          <ac:picMkLst>
            <pc:docMk/>
            <pc:sldMk cId="1003266513" sldId="300"/>
            <ac:picMk id="89" creationId="{082B9C17-F5E2-C52F-34CB-1C513CB382D7}"/>
          </ac:picMkLst>
        </pc:picChg>
        <pc:picChg chg="add mod modCrop">
          <ac:chgData name="arwa desouki" userId="72abd272657f11e6" providerId="LiveId" clId="{22DA929E-C7A2-44DA-99BB-C93CB7EBCFB1}" dt="2024-12-25T10:05:55.332" v="1552" actId="732"/>
          <ac:picMkLst>
            <pc:docMk/>
            <pc:sldMk cId="1003266513" sldId="300"/>
            <ac:picMk id="92" creationId="{1045A55D-0BDB-84BB-7006-6D4629F0277D}"/>
          </ac:picMkLst>
        </pc:picChg>
        <pc:picChg chg="add mod modCrop">
          <ac:chgData name="arwa desouki" userId="72abd272657f11e6" providerId="LiveId" clId="{22DA929E-C7A2-44DA-99BB-C93CB7EBCFB1}" dt="2024-12-25T10:02:15.930" v="1531" actId="1076"/>
          <ac:picMkLst>
            <pc:docMk/>
            <pc:sldMk cId="1003266513" sldId="300"/>
            <ac:picMk id="94" creationId="{34F5E292-07FC-706D-89A7-42CC2FDE4954}"/>
          </ac:picMkLst>
        </pc:picChg>
        <pc:picChg chg="add mod modCrop">
          <ac:chgData name="arwa desouki" userId="72abd272657f11e6" providerId="LiveId" clId="{22DA929E-C7A2-44DA-99BB-C93CB7EBCFB1}" dt="2024-12-25T10:03:23.031" v="1546" actId="732"/>
          <ac:picMkLst>
            <pc:docMk/>
            <pc:sldMk cId="1003266513" sldId="300"/>
            <ac:picMk id="96" creationId="{C803C5E9-B927-0CE0-9D04-B41E61FA174F}"/>
          </ac:picMkLst>
        </pc:picChg>
        <pc:picChg chg="add mod modCrop">
          <ac:chgData name="arwa desouki" userId="72abd272657f11e6" providerId="LiveId" clId="{22DA929E-C7A2-44DA-99BB-C93CB7EBCFB1}" dt="2024-12-25T10:06:51.011" v="1575" actId="732"/>
          <ac:picMkLst>
            <pc:docMk/>
            <pc:sldMk cId="1003266513" sldId="300"/>
            <ac:picMk id="98" creationId="{F0D7E0DC-CAB2-38E6-7E55-979CD1A8B4A4}"/>
          </ac:picMkLst>
        </pc:picChg>
        <pc:picChg chg="add mod modCrop">
          <ac:chgData name="arwa desouki" userId="72abd272657f11e6" providerId="LiveId" clId="{22DA929E-C7A2-44DA-99BB-C93CB7EBCFB1}" dt="2024-12-25T10:06:18.787" v="1556" actId="732"/>
          <ac:picMkLst>
            <pc:docMk/>
            <pc:sldMk cId="1003266513" sldId="300"/>
            <ac:picMk id="100" creationId="{741E4142-C999-D820-BE48-6D018D96BCA2}"/>
          </ac:picMkLst>
        </pc:picChg>
        <pc:picChg chg="add mod modCrop">
          <ac:chgData name="arwa desouki" userId="72abd272657f11e6" providerId="LiveId" clId="{22DA929E-C7A2-44DA-99BB-C93CB7EBCFB1}" dt="2024-12-25T10:02:56.157" v="1540" actId="732"/>
          <ac:picMkLst>
            <pc:docMk/>
            <pc:sldMk cId="1003266513" sldId="300"/>
            <ac:picMk id="102" creationId="{A85FA2DD-59AD-DD02-ED0C-F7F130A343B9}"/>
          </ac:picMkLst>
        </pc:picChg>
      </pc:sldChg>
      <pc:sldChg chg="addSp delSp modSp add del mod modTransition">
        <pc:chgData name="arwa desouki" userId="72abd272657f11e6" providerId="LiveId" clId="{22DA929E-C7A2-44DA-99BB-C93CB7EBCFB1}" dt="2024-12-25T21:58:38.888" v="3990"/>
        <pc:sldMkLst>
          <pc:docMk/>
          <pc:sldMk cId="3508266580" sldId="301"/>
        </pc:sldMkLst>
        <pc:spChg chg="add del">
          <ac:chgData name="arwa desouki" userId="72abd272657f11e6" providerId="LiveId" clId="{22DA929E-C7A2-44DA-99BB-C93CB7EBCFB1}" dt="2024-12-25T10:10:32.288" v="1608" actId="11529"/>
          <ac:spMkLst>
            <pc:docMk/>
            <pc:sldMk cId="3508266580" sldId="301"/>
            <ac:spMk id="2" creationId="{7A891389-BF01-EC57-219C-DAEA9F613A9C}"/>
          </ac:spMkLst>
        </pc:spChg>
        <pc:spChg chg="add del mod">
          <ac:chgData name="arwa desouki" userId="72abd272657f11e6" providerId="LiveId" clId="{22DA929E-C7A2-44DA-99BB-C93CB7EBCFB1}" dt="2024-12-25T21:37:08.768" v="3172" actId="478"/>
          <ac:spMkLst>
            <pc:docMk/>
            <pc:sldMk cId="3508266580" sldId="301"/>
            <ac:spMk id="3" creationId="{1B9069D7-460C-EA2A-F63A-553764D8B35F}"/>
          </ac:spMkLst>
        </pc:spChg>
        <pc:spChg chg="add del mod">
          <ac:chgData name="arwa desouki" userId="72abd272657f11e6" providerId="LiveId" clId="{22DA929E-C7A2-44DA-99BB-C93CB7EBCFB1}" dt="2024-12-25T21:12:47.603" v="2614" actId="478"/>
          <ac:spMkLst>
            <pc:docMk/>
            <pc:sldMk cId="3508266580" sldId="301"/>
            <ac:spMk id="4" creationId="{07FDF689-8594-99A1-417D-27581957876C}"/>
          </ac:spMkLst>
        </pc:spChg>
        <pc:spChg chg="add del mod">
          <ac:chgData name="arwa desouki" userId="72abd272657f11e6" providerId="LiveId" clId="{22DA929E-C7A2-44DA-99BB-C93CB7EBCFB1}" dt="2024-12-25T21:12:32.057" v="2611" actId="478"/>
          <ac:spMkLst>
            <pc:docMk/>
            <pc:sldMk cId="3508266580" sldId="301"/>
            <ac:spMk id="5" creationId="{56DACDF5-2775-96C8-9A0E-2EBEC5C24348}"/>
          </ac:spMkLst>
        </pc:spChg>
        <pc:spChg chg="add del mod">
          <ac:chgData name="arwa desouki" userId="72abd272657f11e6" providerId="LiveId" clId="{22DA929E-C7A2-44DA-99BB-C93CB7EBCFB1}" dt="2024-12-25T21:12:32.057" v="2611" actId="478"/>
          <ac:spMkLst>
            <pc:docMk/>
            <pc:sldMk cId="3508266580" sldId="301"/>
            <ac:spMk id="6" creationId="{C8D26C3C-0026-667B-097D-6AFD9C2EAC3D}"/>
          </ac:spMkLst>
        </pc:spChg>
        <pc:spChg chg="add del mod">
          <ac:chgData name="arwa desouki" userId="72abd272657f11e6" providerId="LiveId" clId="{22DA929E-C7A2-44DA-99BB-C93CB7EBCFB1}" dt="2024-12-25T21:12:32.057" v="2611" actId="478"/>
          <ac:spMkLst>
            <pc:docMk/>
            <pc:sldMk cId="3508266580" sldId="301"/>
            <ac:spMk id="7" creationId="{021541D8-636D-9DE7-2623-501675170A11}"/>
          </ac:spMkLst>
        </pc:spChg>
        <pc:spChg chg="add del mod">
          <ac:chgData name="arwa desouki" userId="72abd272657f11e6" providerId="LiveId" clId="{22DA929E-C7A2-44DA-99BB-C93CB7EBCFB1}" dt="2024-12-25T21:12:32.057" v="2611" actId="478"/>
          <ac:spMkLst>
            <pc:docMk/>
            <pc:sldMk cId="3508266580" sldId="301"/>
            <ac:spMk id="8" creationId="{92495933-A34B-B7B5-CB97-5647846699C7}"/>
          </ac:spMkLst>
        </pc:spChg>
        <pc:spChg chg="mod">
          <ac:chgData name="arwa desouki" userId="72abd272657f11e6" providerId="LiveId" clId="{22DA929E-C7A2-44DA-99BB-C93CB7EBCFB1}" dt="2024-12-25T10:24:57.410" v="1698"/>
          <ac:spMkLst>
            <pc:docMk/>
            <pc:sldMk cId="3508266580" sldId="301"/>
            <ac:spMk id="10" creationId="{A4E8098B-8F04-EBBC-DA13-9A6A4591548B}"/>
          </ac:spMkLst>
        </pc:spChg>
        <pc:spChg chg="mod">
          <ac:chgData name="arwa desouki" userId="72abd272657f11e6" providerId="LiveId" clId="{22DA929E-C7A2-44DA-99BB-C93CB7EBCFB1}" dt="2024-12-25T10:24:57.410" v="1698"/>
          <ac:spMkLst>
            <pc:docMk/>
            <pc:sldMk cId="3508266580" sldId="301"/>
            <ac:spMk id="11" creationId="{9D15D03D-9E29-D5E9-5BD6-7CD5E40C16C7}"/>
          </ac:spMkLst>
        </pc:spChg>
        <pc:spChg chg="mod">
          <ac:chgData name="arwa desouki" userId="72abd272657f11e6" providerId="LiveId" clId="{22DA929E-C7A2-44DA-99BB-C93CB7EBCFB1}" dt="2024-12-25T10:24:57.410" v="1698"/>
          <ac:spMkLst>
            <pc:docMk/>
            <pc:sldMk cId="3508266580" sldId="301"/>
            <ac:spMk id="12" creationId="{23E11874-F3D3-B02F-D3BF-9579B6E5792B}"/>
          </ac:spMkLst>
        </pc:spChg>
        <pc:spChg chg="mod">
          <ac:chgData name="arwa desouki" userId="72abd272657f11e6" providerId="LiveId" clId="{22DA929E-C7A2-44DA-99BB-C93CB7EBCFB1}" dt="2024-12-25T10:24:57.410" v="1698"/>
          <ac:spMkLst>
            <pc:docMk/>
            <pc:sldMk cId="3508266580" sldId="301"/>
            <ac:spMk id="13" creationId="{704774B2-718C-A637-BA5F-62F5734CB175}"/>
          </ac:spMkLst>
        </pc:spChg>
        <pc:spChg chg="add del">
          <ac:chgData name="arwa desouki" userId="72abd272657f11e6" providerId="LiveId" clId="{22DA929E-C7A2-44DA-99BB-C93CB7EBCFB1}" dt="2024-12-25T16:17:16.073" v="1794" actId="22"/>
          <ac:spMkLst>
            <pc:docMk/>
            <pc:sldMk cId="3508266580" sldId="301"/>
            <ac:spMk id="14" creationId="{3F83B528-73FD-5108-4703-3A1C13EFFB3C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15" creationId="{FB0EC4B9-9CA4-1886-1100-BF9E53530B80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16" creationId="{E2D8157F-9A15-BCB2-D457-06A54D9B417E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17" creationId="{B4416015-80D0-7F6D-383C-C8DA7FE77594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18" creationId="{AEB23F29-B668-6D45-2BA7-66D753FA60DF}"/>
          </ac:spMkLst>
        </pc:spChg>
        <pc:spChg chg="mod">
          <ac:chgData name="arwa desouki" userId="72abd272657f11e6" providerId="LiveId" clId="{22DA929E-C7A2-44DA-99BB-C93CB7EBCFB1}" dt="2024-12-25T16:37:01.667" v="1960"/>
          <ac:spMkLst>
            <pc:docMk/>
            <pc:sldMk cId="3508266580" sldId="301"/>
            <ac:spMk id="18" creationId="{B19D46A8-7DF5-422B-1910-D1236A6188E7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19" creationId="{1CECA34E-8C81-43DC-0F2E-0BB52E235764}"/>
          </ac:spMkLst>
        </pc:spChg>
        <pc:spChg chg="mod">
          <ac:chgData name="arwa desouki" userId="72abd272657f11e6" providerId="LiveId" clId="{22DA929E-C7A2-44DA-99BB-C93CB7EBCFB1}" dt="2024-12-25T16:37:01.667" v="1960"/>
          <ac:spMkLst>
            <pc:docMk/>
            <pc:sldMk cId="3508266580" sldId="301"/>
            <ac:spMk id="19" creationId="{501B4C2A-2006-F680-A005-28D0EFC26769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20" creationId="{7EBE7CD6-6DE4-165F-93B7-D4FEA77723B8}"/>
          </ac:spMkLst>
        </pc:spChg>
        <pc:spChg chg="mod">
          <ac:chgData name="arwa desouki" userId="72abd272657f11e6" providerId="LiveId" clId="{22DA929E-C7A2-44DA-99BB-C93CB7EBCFB1}" dt="2024-12-25T16:37:01.667" v="1960"/>
          <ac:spMkLst>
            <pc:docMk/>
            <pc:sldMk cId="3508266580" sldId="301"/>
            <ac:spMk id="20" creationId="{B1BD6057-68C1-A365-B2AF-8677F2613F86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21" creationId="{2DBFC272-7635-8575-0521-08D494D30978}"/>
          </ac:spMkLst>
        </pc:spChg>
        <pc:spChg chg="mod">
          <ac:chgData name="arwa desouki" userId="72abd272657f11e6" providerId="LiveId" clId="{22DA929E-C7A2-44DA-99BB-C93CB7EBCFB1}" dt="2024-12-25T16:37:01.667" v="1960"/>
          <ac:spMkLst>
            <pc:docMk/>
            <pc:sldMk cId="3508266580" sldId="301"/>
            <ac:spMk id="21" creationId="{8325E380-5385-DFF2-F155-6A832BC50660}"/>
          </ac:spMkLst>
        </pc:spChg>
        <pc:spChg chg="mod">
          <ac:chgData name="arwa desouki" userId="72abd272657f11e6" providerId="LiveId" clId="{22DA929E-C7A2-44DA-99BB-C93CB7EBCFB1}" dt="2024-12-25T16:37:01.667" v="1960"/>
          <ac:spMkLst>
            <pc:docMk/>
            <pc:sldMk cId="3508266580" sldId="301"/>
            <ac:spMk id="22" creationId="{8A618BEB-78FE-0CB9-B3CC-EFF0098162DD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22" creationId="{BF77CCC0-9D62-1012-09A3-BC5C2CC6EF13}"/>
          </ac:spMkLst>
        </pc:spChg>
        <pc:spChg chg="mod">
          <ac:chgData name="arwa desouki" userId="72abd272657f11e6" providerId="LiveId" clId="{22DA929E-C7A2-44DA-99BB-C93CB7EBCFB1}" dt="2024-12-25T16:37:01.667" v="1960"/>
          <ac:spMkLst>
            <pc:docMk/>
            <pc:sldMk cId="3508266580" sldId="301"/>
            <ac:spMk id="23" creationId="{A5BDC735-9592-AE3D-937E-D9543A6FDBE5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23" creationId="{EAB966D2-A6B2-3BDD-5365-34207E668890}"/>
          </ac:spMkLst>
        </pc:spChg>
        <pc:spChg chg="mod">
          <ac:chgData name="arwa desouki" userId="72abd272657f11e6" providerId="LiveId" clId="{22DA929E-C7A2-44DA-99BB-C93CB7EBCFB1}" dt="2024-12-25T10:26:46.763" v="1703"/>
          <ac:spMkLst>
            <pc:docMk/>
            <pc:sldMk cId="3508266580" sldId="301"/>
            <ac:spMk id="24" creationId="{87AAD0AD-0F0C-ADA5-1E18-E1B3C51A1C98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26" creationId="{1E77A532-7A77-23EA-913C-44F254F192D5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27" creationId="{4E704A0C-E8C7-A107-285F-C885AFB66004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28" creationId="{3B08D05E-854A-C4F5-D90A-7C598EC31CB8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29" creationId="{4ED3AD42-9FEE-D89F-E45B-92BB95D62322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30" creationId="{7CEC1B09-0D0E-8F93-38AA-474C75738C7F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31" creationId="{80F3DFD1-2072-DBA3-1E04-B0AC7D179B21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32" creationId="{CD5000EF-9E7C-371D-9D63-BB72C954AA54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33" creationId="{6420E339-7159-D0AF-3F27-FCA8DC20B9EA}"/>
          </ac:spMkLst>
        </pc:spChg>
        <pc:spChg chg="add mod">
          <ac:chgData name="arwa desouki" userId="72abd272657f11e6" providerId="LiveId" clId="{22DA929E-C7A2-44DA-99BB-C93CB7EBCFB1}" dt="2024-12-25T21:45:33.808" v="3326" actId="164"/>
          <ac:spMkLst>
            <pc:docMk/>
            <pc:sldMk cId="3508266580" sldId="301"/>
            <ac:spMk id="33" creationId="{B097AB18-C5EC-706F-ADFC-B96958F360B4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34" creationId="{3615638E-15AA-5B16-E487-D54811B5B81E}"/>
          </ac:spMkLst>
        </pc:spChg>
        <pc:spChg chg="add mod">
          <ac:chgData name="arwa desouki" userId="72abd272657f11e6" providerId="LiveId" clId="{22DA929E-C7A2-44DA-99BB-C93CB7EBCFB1}" dt="2024-12-25T21:45:28.475" v="3325" actId="164"/>
          <ac:spMkLst>
            <pc:docMk/>
            <pc:sldMk cId="3508266580" sldId="301"/>
            <ac:spMk id="34" creationId="{A7926C7D-F157-1227-365B-C63FF07E8B81}"/>
          </ac:spMkLst>
        </pc:spChg>
        <pc:spChg chg="mod">
          <ac:chgData name="arwa desouki" userId="72abd272657f11e6" providerId="LiveId" clId="{22DA929E-C7A2-44DA-99BB-C93CB7EBCFB1}" dt="2024-12-25T10:26:58.207" v="1709"/>
          <ac:spMkLst>
            <pc:docMk/>
            <pc:sldMk cId="3508266580" sldId="301"/>
            <ac:spMk id="35" creationId="{9C51106C-E193-2D18-02BD-4E9661E848C3}"/>
          </ac:spMkLst>
        </pc:spChg>
        <pc:spChg chg="add mod">
          <ac:chgData name="arwa desouki" userId="72abd272657f11e6" providerId="LiveId" clId="{22DA929E-C7A2-44DA-99BB-C93CB7EBCFB1}" dt="2024-12-25T21:45:18.081" v="3324" actId="164"/>
          <ac:spMkLst>
            <pc:docMk/>
            <pc:sldMk cId="3508266580" sldId="301"/>
            <ac:spMk id="35" creationId="{E3B311A2-8C6D-622E-7CC9-A083A4FBE040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37" creationId="{BFD38681-60CD-628B-C4E6-D2A62FC16B78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38" creationId="{C82ADBB8-DDFD-BC65-7B0E-8A7FCFDACDE4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39" creationId="{E5F3B135-554A-895D-6943-C004F5E41D06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40" creationId="{D0D0E8D8-6134-132A-3F01-43173874167C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41" creationId="{930AAC10-7EDD-D583-A305-315518AF5074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42" creationId="{234ABD5C-280C-5A01-DEBB-3FB37FD49686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43" creationId="{69067BFC-AF52-1073-583A-184D2C63B407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44" creationId="{FD8EC042-ECE2-5D6F-7195-40FAB853FA0F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45" creationId="{915E1DE0-91E0-34E9-7A46-3EB57A9DA0CA}"/>
          </ac:spMkLst>
        </pc:spChg>
        <pc:spChg chg="mod">
          <ac:chgData name="arwa desouki" userId="72abd272657f11e6" providerId="LiveId" clId="{22DA929E-C7A2-44DA-99BB-C93CB7EBCFB1}" dt="2024-12-25T10:27:01.934" v="1712"/>
          <ac:spMkLst>
            <pc:docMk/>
            <pc:sldMk cId="3508266580" sldId="301"/>
            <ac:spMk id="46" creationId="{CFD56B78-5F76-12F7-1661-8DB67374648B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48" creationId="{377C3F6D-9E79-D684-6017-B1A0945DE95E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49" creationId="{BF7BB121-91F3-C2EE-F0EC-716E5533F475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0" creationId="{14A404A1-5C73-5D72-7F2C-9D69330785C6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1" creationId="{B47F75A3-C89C-7A4D-CACD-255151B02029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2" creationId="{9AF5E625-FE8B-B272-59D7-2AF937F17F50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3" creationId="{8EE2F546-59D0-2C7B-6912-B44457548688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4" creationId="{8DBA5057-31D2-B3E1-DF75-767255B298A8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5" creationId="{729C3B27-D536-A135-B707-03C039311478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6" creationId="{D8975F3B-12C2-04B8-B8AC-70EAD233E86C}"/>
          </ac:spMkLst>
        </pc:spChg>
        <pc:spChg chg="mod">
          <ac:chgData name="arwa desouki" userId="72abd272657f11e6" providerId="LiveId" clId="{22DA929E-C7A2-44DA-99BB-C93CB7EBCFB1}" dt="2024-12-25T10:27:36.155" v="1732"/>
          <ac:spMkLst>
            <pc:docMk/>
            <pc:sldMk cId="3508266580" sldId="301"/>
            <ac:spMk id="57" creationId="{C455CBF3-B2F3-F6B3-6A01-C8DE53A1802E}"/>
          </ac:spMkLst>
        </pc:spChg>
        <pc:spChg chg="add mod">
          <ac:chgData name="arwa desouki" userId="72abd272657f11e6" providerId="LiveId" clId="{22DA929E-C7A2-44DA-99BB-C93CB7EBCFB1}" dt="2024-12-25T21:45:08.048" v="3323" actId="164"/>
          <ac:spMkLst>
            <pc:docMk/>
            <pc:sldMk cId="3508266580" sldId="301"/>
            <ac:spMk id="58" creationId="{C59215EE-5F8C-40F2-8100-BF91A57BC24B}"/>
          </ac:spMkLst>
        </pc:spChg>
        <pc:spChg chg="add mod">
          <ac:chgData name="arwa desouki" userId="72abd272657f11e6" providerId="LiveId" clId="{22DA929E-C7A2-44DA-99BB-C93CB7EBCFB1}" dt="2024-12-25T21:44:47.618" v="3322" actId="164"/>
          <ac:spMkLst>
            <pc:docMk/>
            <pc:sldMk cId="3508266580" sldId="301"/>
            <ac:spMk id="59" creationId="{09E308F9-DAB6-9F99-4797-6F11E3082077}"/>
          </ac:spMkLst>
        </pc:spChg>
        <pc:spChg chg="add del">
          <ac:chgData name="arwa desouki" userId="72abd272657f11e6" providerId="LiveId" clId="{22DA929E-C7A2-44DA-99BB-C93CB7EBCFB1}" dt="2024-12-25T10:29:56.987" v="1744" actId="22"/>
          <ac:spMkLst>
            <pc:docMk/>
            <pc:sldMk cId="3508266580" sldId="301"/>
            <ac:spMk id="59" creationId="{E2A87AEE-C034-FBEE-A4C8-1CBAF6FE431F}"/>
          </ac:spMkLst>
        </pc:spChg>
        <pc:spChg chg="add mod">
          <ac:chgData name="arwa desouki" userId="72abd272657f11e6" providerId="LiveId" clId="{22DA929E-C7A2-44DA-99BB-C93CB7EBCFB1}" dt="2024-12-25T21:41:39.203" v="3273"/>
          <ac:spMkLst>
            <pc:docMk/>
            <pc:sldMk cId="3508266580" sldId="301"/>
            <ac:spMk id="60" creationId="{ED71F100-AF7C-6A48-5F32-74CEA004F72D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62" creationId="{8DFA279F-9BF6-3F48-1D20-08F1067ECCE6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63" creationId="{2C02C0F4-52BD-C155-3381-6D470845537E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64" creationId="{1A7213D3-E232-354B-7252-AF915885F021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65" creationId="{988D0224-B018-C951-5F4B-65C395655A78}"/>
          </ac:spMkLst>
        </pc:spChg>
        <pc:spChg chg="add del">
          <ac:chgData name="arwa desouki" userId="72abd272657f11e6" providerId="LiveId" clId="{22DA929E-C7A2-44DA-99BB-C93CB7EBCFB1}" dt="2024-12-25T10:32:37.424" v="1758" actId="22"/>
          <ac:spMkLst>
            <pc:docMk/>
            <pc:sldMk cId="3508266580" sldId="301"/>
            <ac:spMk id="65" creationId="{B543D82A-6784-697D-0D0E-34904968390C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66" creationId="{68C5C226-A3A7-4C8C-481B-07F380276559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68" creationId="{1860DA98-ACE9-2EF2-9583-BEB7AC8CA2C7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69" creationId="{FD8C2E7D-E8E6-C0FF-FD44-7EFF1E3306E8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70" creationId="{9997766E-74EB-4583-FB21-3E0B9A74B8CD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71" creationId="{C13EDA6A-38DE-9A3F-A552-69612D8ED707}"/>
          </ac:spMkLst>
        </pc:spChg>
        <pc:spChg chg="mod">
          <ac:chgData name="arwa desouki" userId="72abd272657f11e6" providerId="LiveId" clId="{22DA929E-C7A2-44DA-99BB-C93CB7EBCFB1}" dt="2024-12-25T21:41:45.741" v="3274"/>
          <ac:spMkLst>
            <pc:docMk/>
            <pc:sldMk cId="3508266580" sldId="301"/>
            <ac:spMk id="72" creationId="{EAA60813-82F2-9453-5F17-A195AF210404}"/>
          </ac:spMkLst>
        </pc:spChg>
        <pc:spChg chg="mod">
          <ac:chgData name="arwa desouki" userId="72abd272657f11e6" providerId="LiveId" clId="{22DA929E-C7A2-44DA-99BB-C93CB7EBCFB1}" dt="2024-12-25T21:42:39.057" v="3297"/>
          <ac:spMkLst>
            <pc:docMk/>
            <pc:sldMk cId="3508266580" sldId="301"/>
            <ac:spMk id="74" creationId="{68F8F0DB-321C-AA71-D15D-2D2BE98915FD}"/>
          </ac:spMkLst>
        </pc:spChg>
        <pc:spChg chg="mod">
          <ac:chgData name="arwa desouki" userId="72abd272657f11e6" providerId="LiveId" clId="{22DA929E-C7A2-44DA-99BB-C93CB7EBCFB1}" dt="2024-12-25T21:42:39.057" v="3297"/>
          <ac:spMkLst>
            <pc:docMk/>
            <pc:sldMk cId="3508266580" sldId="301"/>
            <ac:spMk id="75" creationId="{7A4AAD66-856C-972A-846C-C815AC279EAF}"/>
          </ac:spMkLst>
        </pc:spChg>
        <pc:spChg chg="mod">
          <ac:chgData name="arwa desouki" userId="72abd272657f11e6" providerId="LiveId" clId="{22DA929E-C7A2-44DA-99BB-C93CB7EBCFB1}" dt="2024-12-25T21:42:39.057" v="3297"/>
          <ac:spMkLst>
            <pc:docMk/>
            <pc:sldMk cId="3508266580" sldId="301"/>
            <ac:spMk id="76" creationId="{96B01FDD-3C18-FFD2-0362-F689EDB22A66}"/>
          </ac:spMkLst>
        </pc:spChg>
        <pc:spChg chg="mod">
          <ac:chgData name="arwa desouki" userId="72abd272657f11e6" providerId="LiveId" clId="{22DA929E-C7A2-44DA-99BB-C93CB7EBCFB1}" dt="2024-12-25T21:42:39.057" v="3297"/>
          <ac:spMkLst>
            <pc:docMk/>
            <pc:sldMk cId="3508266580" sldId="301"/>
            <ac:spMk id="77" creationId="{F179C9BC-B65E-95F4-62B8-48F524313F31}"/>
          </ac:spMkLst>
        </pc:spChg>
        <pc:spChg chg="mod">
          <ac:chgData name="arwa desouki" userId="72abd272657f11e6" providerId="LiveId" clId="{22DA929E-C7A2-44DA-99BB-C93CB7EBCFB1}" dt="2024-12-25T21:44:12.310" v="3314"/>
          <ac:spMkLst>
            <pc:docMk/>
            <pc:sldMk cId="3508266580" sldId="301"/>
            <ac:spMk id="81" creationId="{B8FBAC78-B137-35F4-D5D4-6835446C2E95}"/>
          </ac:spMkLst>
        </pc:spChg>
        <pc:spChg chg="mod">
          <ac:chgData name="arwa desouki" userId="72abd272657f11e6" providerId="LiveId" clId="{22DA929E-C7A2-44DA-99BB-C93CB7EBCFB1}" dt="2024-12-25T21:44:12.310" v="3314"/>
          <ac:spMkLst>
            <pc:docMk/>
            <pc:sldMk cId="3508266580" sldId="301"/>
            <ac:spMk id="82" creationId="{E74904DF-F09F-21F1-1919-159E9FDDDED4}"/>
          </ac:spMkLst>
        </pc:spChg>
        <pc:spChg chg="mod">
          <ac:chgData name="arwa desouki" userId="72abd272657f11e6" providerId="LiveId" clId="{22DA929E-C7A2-44DA-99BB-C93CB7EBCFB1}" dt="2024-12-25T21:44:12.310" v="3314"/>
          <ac:spMkLst>
            <pc:docMk/>
            <pc:sldMk cId="3508266580" sldId="301"/>
            <ac:spMk id="83" creationId="{D9D30A4B-91C5-379D-AB6A-04DB50CE03FB}"/>
          </ac:spMkLst>
        </pc:spChg>
        <pc:spChg chg="mod">
          <ac:chgData name="arwa desouki" userId="72abd272657f11e6" providerId="LiveId" clId="{22DA929E-C7A2-44DA-99BB-C93CB7EBCFB1}" dt="2024-12-25T21:44:12.310" v="3314"/>
          <ac:spMkLst>
            <pc:docMk/>
            <pc:sldMk cId="3508266580" sldId="301"/>
            <ac:spMk id="84" creationId="{3E392E6F-DA1E-BD4F-4C8D-2B4A34FB48AB}"/>
          </ac:spMkLst>
        </pc:spChg>
        <pc:spChg chg="mod">
          <ac:chgData name="arwa desouki" userId="72abd272657f11e6" providerId="LiveId" clId="{22DA929E-C7A2-44DA-99BB-C93CB7EBCFB1}" dt="2024-12-25T21:44:12.310" v="3314"/>
          <ac:spMkLst>
            <pc:docMk/>
            <pc:sldMk cId="3508266580" sldId="301"/>
            <ac:spMk id="85" creationId="{E3A5D72B-B8E0-1777-F461-E360E72435AE}"/>
          </ac:spMkLst>
        </pc:spChg>
        <pc:spChg chg="mod">
          <ac:chgData name="arwa desouki" userId="72abd272657f11e6" providerId="LiveId" clId="{22DA929E-C7A2-44DA-99BB-C93CB7EBCFB1}" dt="2024-12-25T21:44:12.310" v="3314"/>
          <ac:spMkLst>
            <pc:docMk/>
            <pc:sldMk cId="3508266580" sldId="301"/>
            <ac:spMk id="86" creationId="{CA8563EF-0C74-0FD4-9521-1516804485D3}"/>
          </ac:spMkLst>
        </pc:spChg>
        <pc:spChg chg="add mod">
          <ac:chgData name="arwa desouki" userId="72abd272657f11e6" providerId="LiveId" clId="{22DA929E-C7A2-44DA-99BB-C93CB7EBCFB1}" dt="2024-12-25T21:51:02.553" v="3444" actId="164"/>
          <ac:spMkLst>
            <pc:docMk/>
            <pc:sldMk cId="3508266580" sldId="301"/>
            <ac:spMk id="93" creationId="{B2E24F96-0079-5A1F-C352-E983CE8F75CE}"/>
          </ac:spMkLst>
        </pc:spChg>
        <pc:spChg chg="add mod">
          <ac:chgData name="arwa desouki" userId="72abd272657f11e6" providerId="LiveId" clId="{22DA929E-C7A2-44DA-99BB-C93CB7EBCFB1}" dt="2024-12-25T21:50:41.507" v="3436" actId="1076"/>
          <ac:spMkLst>
            <pc:docMk/>
            <pc:sldMk cId="3508266580" sldId="301"/>
            <ac:spMk id="95" creationId="{CDC4C0DF-75FB-877A-B103-7E37DC189D88}"/>
          </ac:spMkLst>
        </pc:spChg>
        <pc:spChg chg="add mod">
          <ac:chgData name="arwa desouki" userId="72abd272657f11e6" providerId="LiveId" clId="{22DA929E-C7A2-44DA-99BB-C93CB7EBCFB1}" dt="2024-12-25T21:50:41.676" v="3437" actId="1076"/>
          <ac:spMkLst>
            <pc:docMk/>
            <pc:sldMk cId="3508266580" sldId="301"/>
            <ac:spMk id="97" creationId="{418C58F5-90D5-F4A0-04A5-E411B546DF7B}"/>
          </ac:spMkLst>
        </pc:spChg>
        <pc:spChg chg="add mod">
          <ac:chgData name="arwa desouki" userId="72abd272657f11e6" providerId="LiveId" clId="{22DA929E-C7A2-44DA-99BB-C93CB7EBCFB1}" dt="2024-12-25T21:50:41.869" v="3438" actId="1076"/>
          <ac:spMkLst>
            <pc:docMk/>
            <pc:sldMk cId="3508266580" sldId="301"/>
            <ac:spMk id="99" creationId="{2FA39A31-2713-CCD6-774E-6B0F230D87E7}"/>
          </ac:spMkLst>
        </pc:spChg>
        <pc:spChg chg="add mod">
          <ac:chgData name="arwa desouki" userId="72abd272657f11e6" providerId="LiveId" clId="{22DA929E-C7A2-44DA-99BB-C93CB7EBCFB1}" dt="2024-12-25T21:50:08.786" v="3424" actId="1076"/>
          <ac:spMkLst>
            <pc:docMk/>
            <pc:sldMk cId="3508266580" sldId="301"/>
            <ac:spMk id="101" creationId="{AB994E16-35F0-D56A-8E2A-D422BF67B615}"/>
          </ac:spMkLst>
        </pc:spChg>
        <pc:spChg chg="add mod">
          <ac:chgData name="arwa desouki" userId="72abd272657f11e6" providerId="LiveId" clId="{22DA929E-C7A2-44DA-99BB-C93CB7EBCFB1}" dt="2024-12-25T21:50:42.146" v="3439" actId="1076"/>
          <ac:spMkLst>
            <pc:docMk/>
            <pc:sldMk cId="3508266580" sldId="301"/>
            <ac:spMk id="103" creationId="{ACB9BF32-B80D-C34D-1C1F-5D652862E835}"/>
          </ac:spMkLst>
        </pc:spChg>
        <pc:grpChg chg="add del mod">
          <ac:chgData name="arwa desouki" userId="72abd272657f11e6" providerId="LiveId" clId="{22DA929E-C7A2-44DA-99BB-C93CB7EBCFB1}" dt="2024-12-25T21:12:32.057" v="2611" actId="478"/>
          <ac:grpSpMkLst>
            <pc:docMk/>
            <pc:sldMk cId="3508266580" sldId="301"/>
            <ac:grpSpMk id="9" creationId="{287D1D19-991F-B8A2-BF75-CF72B1B7A497}"/>
          </ac:grpSpMkLst>
        </pc:grpChg>
        <pc:grpChg chg="add mod">
          <ac:chgData name="arwa desouki" userId="72abd272657f11e6" providerId="LiveId" clId="{22DA929E-C7A2-44DA-99BB-C93CB7EBCFB1}" dt="2024-12-25T10:26:46.763" v="1703"/>
          <ac:grpSpMkLst>
            <pc:docMk/>
            <pc:sldMk cId="3508266580" sldId="301"/>
            <ac:grpSpMk id="14" creationId="{E0AF2E6E-AEE8-7375-5F20-5986D12C98C2}"/>
          </ac:grpSpMkLst>
        </pc:grpChg>
        <pc:grpChg chg="add del mod">
          <ac:chgData name="arwa desouki" userId="72abd272657f11e6" providerId="LiveId" clId="{22DA929E-C7A2-44DA-99BB-C93CB7EBCFB1}" dt="2024-12-25T21:12:47.603" v="2614" actId="478"/>
          <ac:grpSpMkLst>
            <pc:docMk/>
            <pc:sldMk cId="3508266580" sldId="301"/>
            <ac:grpSpMk id="17" creationId="{3211A0F6-A874-DB71-6304-32A995D6670E}"/>
          </ac:grpSpMkLst>
        </pc:grpChg>
        <pc:grpChg chg="add mod">
          <ac:chgData name="arwa desouki" userId="72abd272657f11e6" providerId="LiveId" clId="{22DA929E-C7A2-44DA-99BB-C93CB7EBCFB1}" dt="2024-12-25T10:26:58.207" v="1709"/>
          <ac:grpSpMkLst>
            <pc:docMk/>
            <pc:sldMk cId="3508266580" sldId="301"/>
            <ac:grpSpMk id="25" creationId="{27E39AE2-46BC-F661-CE56-2100139F82EE}"/>
          </ac:grpSpMkLst>
        </pc:grpChg>
        <pc:grpChg chg="add del mod">
          <ac:chgData name="arwa desouki" userId="72abd272657f11e6" providerId="LiveId" clId="{22DA929E-C7A2-44DA-99BB-C93CB7EBCFB1}" dt="2024-12-25T21:12:50.952" v="2615" actId="478"/>
          <ac:grpSpMkLst>
            <pc:docMk/>
            <pc:sldMk cId="3508266580" sldId="301"/>
            <ac:grpSpMk id="36" creationId="{D70B0B22-EFAB-D960-606D-8BE7D8F09099}"/>
          </ac:grpSpMkLst>
        </pc:grpChg>
        <pc:grpChg chg="add del mod">
          <ac:chgData name="arwa desouki" userId="72abd272657f11e6" providerId="LiveId" clId="{22DA929E-C7A2-44DA-99BB-C93CB7EBCFB1}" dt="2024-12-25T21:12:47.603" v="2614" actId="478"/>
          <ac:grpSpMkLst>
            <pc:docMk/>
            <pc:sldMk cId="3508266580" sldId="301"/>
            <ac:grpSpMk id="47" creationId="{C23E3B3F-42FD-CC2C-484B-195342846809}"/>
          </ac:grpSpMkLst>
        </pc:grpChg>
        <pc:grpChg chg="add mod">
          <ac:chgData name="arwa desouki" userId="72abd272657f11e6" providerId="LiveId" clId="{22DA929E-C7A2-44DA-99BB-C93CB7EBCFB1}" dt="2024-12-25T21:45:33.808" v="3326" actId="164"/>
          <ac:grpSpMkLst>
            <pc:docMk/>
            <pc:sldMk cId="3508266580" sldId="301"/>
            <ac:grpSpMk id="61" creationId="{15261F1A-81D3-BE33-0A47-EDE4EAFF4572}"/>
          </ac:grpSpMkLst>
        </pc:grpChg>
        <pc:grpChg chg="add mod">
          <ac:chgData name="arwa desouki" userId="72abd272657f11e6" providerId="LiveId" clId="{22DA929E-C7A2-44DA-99BB-C93CB7EBCFB1}" dt="2024-12-25T21:45:28.475" v="3325" actId="164"/>
          <ac:grpSpMkLst>
            <pc:docMk/>
            <pc:sldMk cId="3508266580" sldId="301"/>
            <ac:grpSpMk id="73" creationId="{6561B157-2716-5676-DAB9-ABEDFD4BB363}"/>
          </ac:grpSpMkLst>
        </pc:grpChg>
        <pc:grpChg chg="add mod">
          <ac:chgData name="arwa desouki" userId="72abd272657f11e6" providerId="LiveId" clId="{22DA929E-C7A2-44DA-99BB-C93CB7EBCFB1}" dt="2024-12-25T21:44:47.618" v="3322" actId="164"/>
          <ac:grpSpMkLst>
            <pc:docMk/>
            <pc:sldMk cId="3508266580" sldId="301"/>
            <ac:grpSpMk id="80" creationId="{89E22F08-4933-5A7D-66F6-7CD827C70E33}"/>
          </ac:grpSpMkLst>
        </pc:grpChg>
        <pc:grpChg chg="add del mod">
          <ac:chgData name="arwa desouki" userId="72abd272657f11e6" providerId="LiveId" clId="{22DA929E-C7A2-44DA-99BB-C93CB7EBCFB1}" dt="2024-12-25T21:47:25.813" v="3335" actId="478"/>
          <ac:grpSpMkLst>
            <pc:docMk/>
            <pc:sldMk cId="3508266580" sldId="301"/>
            <ac:grpSpMk id="87" creationId="{5025FD49-54EA-79FD-CE2D-571F2F6733EE}"/>
          </ac:grpSpMkLst>
        </pc:grpChg>
        <pc:grpChg chg="add del mod">
          <ac:chgData name="arwa desouki" userId="72abd272657f11e6" providerId="LiveId" clId="{22DA929E-C7A2-44DA-99BB-C93CB7EBCFB1}" dt="2024-12-25T21:47:25.813" v="3335" actId="478"/>
          <ac:grpSpMkLst>
            <pc:docMk/>
            <pc:sldMk cId="3508266580" sldId="301"/>
            <ac:grpSpMk id="88" creationId="{B679972C-F2C8-3856-0E37-F831EFAAD9B9}"/>
          </ac:grpSpMkLst>
        </pc:grpChg>
        <pc:grpChg chg="add del mod">
          <ac:chgData name="arwa desouki" userId="72abd272657f11e6" providerId="LiveId" clId="{22DA929E-C7A2-44DA-99BB-C93CB7EBCFB1}" dt="2024-12-25T21:47:25.813" v="3335" actId="478"/>
          <ac:grpSpMkLst>
            <pc:docMk/>
            <pc:sldMk cId="3508266580" sldId="301"/>
            <ac:grpSpMk id="89" creationId="{26DF0C47-7C6B-34BE-BDFD-5AC49C9CB087}"/>
          </ac:grpSpMkLst>
        </pc:grpChg>
        <pc:grpChg chg="add del mod">
          <ac:chgData name="arwa desouki" userId="72abd272657f11e6" providerId="LiveId" clId="{22DA929E-C7A2-44DA-99BB-C93CB7EBCFB1}" dt="2024-12-25T21:47:25.813" v="3335" actId="478"/>
          <ac:grpSpMkLst>
            <pc:docMk/>
            <pc:sldMk cId="3508266580" sldId="301"/>
            <ac:grpSpMk id="90" creationId="{F0E86B69-D6A7-B1B5-A7B9-95F81FF9A172}"/>
          </ac:grpSpMkLst>
        </pc:grpChg>
        <pc:grpChg chg="add del mod">
          <ac:chgData name="arwa desouki" userId="72abd272657f11e6" providerId="LiveId" clId="{22DA929E-C7A2-44DA-99BB-C93CB7EBCFB1}" dt="2024-12-25T21:47:25.813" v="3335" actId="478"/>
          <ac:grpSpMkLst>
            <pc:docMk/>
            <pc:sldMk cId="3508266580" sldId="301"/>
            <ac:grpSpMk id="91" creationId="{B89C99D1-5A3A-838D-3978-CD07F8E4D043}"/>
          </ac:grpSpMkLst>
        </pc:grpChg>
        <pc:grpChg chg="add mod">
          <ac:chgData name="arwa desouki" userId="72abd272657f11e6" providerId="LiveId" clId="{22DA929E-C7A2-44DA-99BB-C93CB7EBCFB1}" dt="2024-12-25T21:51:02.553" v="3444" actId="164"/>
          <ac:grpSpMkLst>
            <pc:docMk/>
            <pc:sldMk cId="3508266580" sldId="301"/>
            <ac:grpSpMk id="105" creationId="{5B19C0BD-C16F-42D2-A385-EE1BA1A8B9E4}"/>
          </ac:grpSpMkLst>
        </pc:grpChg>
        <pc:picChg chg="add del mod modCrop">
          <ac:chgData name="arwa desouki" userId="72abd272657f11e6" providerId="LiveId" clId="{22DA929E-C7A2-44DA-99BB-C93CB7EBCFB1}" dt="2024-12-25T21:39:51.729" v="3232" actId="478"/>
          <ac:picMkLst>
            <pc:docMk/>
            <pc:sldMk cId="3508266580" sldId="301"/>
            <ac:picMk id="14" creationId="{23CE9A5D-6D8F-C8AA-CCFC-CC33CDBE9D9B}"/>
          </ac:picMkLst>
        </pc:picChg>
        <pc:picChg chg="add del mod">
          <ac:chgData name="arwa desouki" userId="72abd272657f11e6" providerId="LiveId" clId="{22DA929E-C7A2-44DA-99BB-C93CB7EBCFB1}" dt="2024-12-25T21:12:47.603" v="2614" actId="478"/>
          <ac:picMkLst>
            <pc:docMk/>
            <pc:sldMk cId="3508266580" sldId="301"/>
            <ac:picMk id="16" creationId="{37269EEA-F5C9-7BB3-2B40-CAB6326F852C}"/>
          </ac:picMkLst>
        </pc:picChg>
        <pc:picChg chg="add mod modCrop">
          <ac:chgData name="arwa desouki" userId="72abd272657f11e6" providerId="LiveId" clId="{22DA929E-C7A2-44DA-99BB-C93CB7EBCFB1}" dt="2024-12-25T21:45:18.081" v="3324" actId="164"/>
          <ac:picMkLst>
            <pc:docMk/>
            <pc:sldMk cId="3508266580" sldId="301"/>
            <ac:picMk id="24" creationId="{0314889D-310D-8541-1D16-E3BC5B10AB25}"/>
          </ac:picMkLst>
        </pc:picChg>
        <pc:picChg chg="add mod modCrop">
          <ac:chgData name="arwa desouki" userId="72abd272657f11e6" providerId="LiveId" clId="{22DA929E-C7A2-44DA-99BB-C93CB7EBCFB1}" dt="2024-12-25T21:45:28.475" v="3325" actId="164"/>
          <ac:picMkLst>
            <pc:docMk/>
            <pc:sldMk cId="3508266580" sldId="301"/>
            <ac:picMk id="26" creationId="{51B06B00-CE1E-71EA-61F7-061AEDF7A9F3}"/>
          </ac:picMkLst>
        </pc:picChg>
        <pc:picChg chg="add mod modCrop">
          <ac:chgData name="arwa desouki" userId="72abd272657f11e6" providerId="LiveId" clId="{22DA929E-C7A2-44DA-99BB-C93CB7EBCFB1}" dt="2024-12-25T21:45:33.808" v="3326" actId="164"/>
          <ac:picMkLst>
            <pc:docMk/>
            <pc:sldMk cId="3508266580" sldId="301"/>
            <ac:picMk id="28" creationId="{2703C587-21D1-B4CC-B3F3-790BD3A17C89}"/>
          </ac:picMkLst>
        </pc:picChg>
        <pc:picChg chg="add mod modCrop">
          <ac:chgData name="arwa desouki" userId="72abd272657f11e6" providerId="LiveId" clId="{22DA929E-C7A2-44DA-99BB-C93CB7EBCFB1}" dt="2024-12-25T21:44:47.618" v="3322" actId="164"/>
          <ac:picMkLst>
            <pc:docMk/>
            <pc:sldMk cId="3508266580" sldId="301"/>
            <ac:picMk id="30" creationId="{874689C6-569E-B8F5-896A-E432CEBA7C26}"/>
          </ac:picMkLst>
        </pc:picChg>
        <pc:picChg chg="add mod modCrop">
          <ac:chgData name="arwa desouki" userId="72abd272657f11e6" providerId="LiveId" clId="{22DA929E-C7A2-44DA-99BB-C93CB7EBCFB1}" dt="2024-12-25T21:45:08.048" v="3323" actId="164"/>
          <ac:picMkLst>
            <pc:docMk/>
            <pc:sldMk cId="3508266580" sldId="301"/>
            <ac:picMk id="32" creationId="{28C0A655-2AB3-27FA-DE3D-DCC5A7AD6E01}"/>
          </ac:picMkLst>
        </pc:picChg>
        <pc:picChg chg="add del">
          <ac:chgData name="arwa desouki" userId="72abd272657f11e6" providerId="LiveId" clId="{22DA929E-C7A2-44DA-99BB-C93CB7EBCFB1}" dt="2024-12-25T10:30:08.595" v="1746" actId="22"/>
          <ac:picMkLst>
            <pc:docMk/>
            <pc:sldMk cId="3508266580" sldId="301"/>
            <ac:picMk id="61" creationId="{D1D47F04-C849-8CAC-0B6D-0188EEB3507E}"/>
          </ac:picMkLst>
        </pc:picChg>
        <pc:picChg chg="add del mod">
          <ac:chgData name="arwa desouki" userId="72abd272657f11e6" providerId="LiveId" clId="{22DA929E-C7A2-44DA-99BB-C93CB7EBCFB1}" dt="2024-12-25T10:32:35.241" v="1756" actId="478"/>
          <ac:picMkLst>
            <pc:docMk/>
            <pc:sldMk cId="3508266580" sldId="301"/>
            <ac:picMk id="63" creationId="{B015DA9E-5B50-4665-6CA8-BAF4B92B9674}"/>
          </ac:picMkLst>
        </pc:picChg>
        <pc:picChg chg="add del mod">
          <ac:chgData name="arwa desouki" userId="72abd272657f11e6" providerId="LiveId" clId="{22DA929E-C7A2-44DA-99BB-C93CB7EBCFB1}" dt="2024-12-25T21:12:47.603" v="2614" actId="478"/>
          <ac:picMkLst>
            <pc:docMk/>
            <pc:sldMk cId="3508266580" sldId="301"/>
            <ac:picMk id="67" creationId="{ED9AD823-7E15-2B9A-39A7-A05FFAE61BA4}"/>
          </ac:picMkLst>
        </pc:picChg>
        <pc:picChg chg="add mod">
          <ac:chgData name="arwa desouki" userId="72abd272657f11e6" providerId="LiveId" clId="{22DA929E-C7A2-44DA-99BB-C93CB7EBCFB1}" dt="2024-12-25T21:45:18.081" v="3324" actId="164"/>
          <ac:picMkLst>
            <pc:docMk/>
            <pc:sldMk cId="3508266580" sldId="301"/>
            <ac:picMk id="78" creationId="{173E78C1-D3B4-E3CA-665E-7ECB1111067C}"/>
          </ac:picMkLst>
        </pc:picChg>
        <pc:picChg chg="add mod">
          <ac:chgData name="arwa desouki" userId="72abd272657f11e6" providerId="LiveId" clId="{22DA929E-C7A2-44DA-99BB-C93CB7EBCFB1}" dt="2024-12-25T21:45:08.048" v="3323" actId="164"/>
          <ac:picMkLst>
            <pc:docMk/>
            <pc:sldMk cId="3508266580" sldId="301"/>
            <ac:picMk id="79" creationId="{4C2720A0-B9FE-D7F0-F910-0860F37316EF}"/>
          </ac:picMkLst>
        </pc:picChg>
        <pc:picChg chg="del mod modCrop">
          <ac:chgData name="arwa desouki" userId="72abd272657f11e6" providerId="LiveId" clId="{22DA929E-C7A2-44DA-99BB-C93CB7EBCFB1}" dt="2024-12-25T21:26:58.879" v="3033" actId="478"/>
          <ac:picMkLst>
            <pc:docMk/>
            <pc:sldMk cId="3508266580" sldId="301"/>
            <ac:picMk id="92" creationId="{7F23DB86-F198-09B7-B8F3-8635921EA65F}"/>
          </ac:picMkLst>
        </pc:picChg>
        <pc:picChg chg="del mod modCrop">
          <ac:chgData name="arwa desouki" userId="72abd272657f11e6" providerId="LiveId" clId="{22DA929E-C7A2-44DA-99BB-C93CB7EBCFB1}" dt="2024-12-25T21:26:58.879" v="3033" actId="478"/>
          <ac:picMkLst>
            <pc:docMk/>
            <pc:sldMk cId="3508266580" sldId="301"/>
            <ac:picMk id="94" creationId="{CD5B545F-AF8B-B8BC-79D8-67F81FF15924}"/>
          </ac:picMkLst>
        </pc:picChg>
        <pc:picChg chg="del mod modCrop">
          <ac:chgData name="arwa desouki" userId="72abd272657f11e6" providerId="LiveId" clId="{22DA929E-C7A2-44DA-99BB-C93CB7EBCFB1}" dt="2024-12-25T21:26:58.879" v="3033" actId="478"/>
          <ac:picMkLst>
            <pc:docMk/>
            <pc:sldMk cId="3508266580" sldId="301"/>
            <ac:picMk id="96" creationId="{41291C1F-7357-17E7-068A-AFE45446D53D}"/>
          </ac:picMkLst>
        </pc:picChg>
        <pc:picChg chg="add del mod modCrop">
          <ac:chgData name="arwa desouki" userId="72abd272657f11e6" providerId="LiveId" clId="{22DA929E-C7A2-44DA-99BB-C93CB7EBCFB1}" dt="2024-12-25T21:26:58.879" v="3033" actId="478"/>
          <ac:picMkLst>
            <pc:docMk/>
            <pc:sldMk cId="3508266580" sldId="301"/>
            <ac:picMk id="98" creationId="{75DFD4D9-40AC-A3A4-5E51-0C014A01C2C1}"/>
          </ac:picMkLst>
        </pc:picChg>
        <pc:picChg chg="del mod modCrop">
          <ac:chgData name="arwa desouki" userId="72abd272657f11e6" providerId="LiveId" clId="{22DA929E-C7A2-44DA-99BB-C93CB7EBCFB1}" dt="2024-12-25T21:26:58.879" v="3033" actId="478"/>
          <ac:picMkLst>
            <pc:docMk/>
            <pc:sldMk cId="3508266580" sldId="301"/>
            <ac:picMk id="100" creationId="{97C6C252-AB72-880D-DCF4-F97162A61D19}"/>
          </ac:picMkLst>
        </pc:picChg>
        <pc:picChg chg="del mod modCrop">
          <ac:chgData name="arwa desouki" userId="72abd272657f11e6" providerId="LiveId" clId="{22DA929E-C7A2-44DA-99BB-C93CB7EBCFB1}" dt="2024-12-25T21:26:58.879" v="3033" actId="478"/>
          <ac:picMkLst>
            <pc:docMk/>
            <pc:sldMk cId="3508266580" sldId="301"/>
            <ac:picMk id="102" creationId="{B6D6E61F-3321-350D-E0A1-FC8DFEE20472}"/>
          </ac:picMkLst>
        </pc:picChg>
        <pc:picChg chg="add mod">
          <ac:chgData name="arwa desouki" userId="72abd272657f11e6" providerId="LiveId" clId="{22DA929E-C7A2-44DA-99BB-C93CB7EBCFB1}" dt="2024-12-25T21:51:02.553" v="3444" actId="164"/>
          <ac:picMkLst>
            <pc:docMk/>
            <pc:sldMk cId="3508266580" sldId="301"/>
            <ac:picMk id="104" creationId="{B63AF6FD-D20E-73B8-3F4C-B51B944EA34A}"/>
          </ac:picMkLst>
        </pc:picChg>
      </pc:sldChg>
      <pc:sldChg chg="addSp add del">
        <pc:chgData name="arwa desouki" userId="72abd272657f11e6" providerId="LiveId" clId="{22DA929E-C7A2-44DA-99BB-C93CB7EBCFB1}" dt="2024-12-25T16:48:15.145" v="2047" actId="47"/>
        <pc:sldMkLst>
          <pc:docMk/>
          <pc:sldMk cId="1946906054" sldId="302"/>
        </pc:sldMkLst>
        <pc:picChg chg="add">
          <ac:chgData name="arwa desouki" userId="72abd272657f11e6" providerId="LiveId" clId="{22DA929E-C7A2-44DA-99BB-C93CB7EBCFB1}" dt="2024-12-25T16:19:19.407" v="1798"/>
          <ac:picMkLst>
            <pc:docMk/>
            <pc:sldMk cId="1946906054" sldId="302"/>
            <ac:picMk id="2" creationId="{1237C89A-2FF7-8FDA-75BA-EDDF9A4DA176}"/>
          </ac:picMkLst>
        </pc:picChg>
      </pc:sldChg>
      <pc:sldChg chg="addSp modSp add del mod">
        <pc:chgData name="arwa desouki" userId="72abd272657f11e6" providerId="LiveId" clId="{22DA929E-C7A2-44DA-99BB-C93CB7EBCFB1}" dt="2024-12-25T16:48:08.903" v="2046" actId="47"/>
        <pc:sldMkLst>
          <pc:docMk/>
          <pc:sldMk cId="3170311178" sldId="303"/>
        </pc:sldMkLst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3" creationId="{6F0BA07C-34FE-A02F-1753-4C37F38A9368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4" creationId="{53B9EC8D-B3BA-BBE7-BB33-003109BB4BCF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5" creationId="{31307A0D-6DDE-3522-D899-D7D47AC144DD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6" creationId="{3F94F704-BE90-53AB-F0F5-51D70C502169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7" creationId="{F550F532-CCD8-AE21-EB5C-AB3E0FC0B1E9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8" creationId="{1C625441-F42A-6424-CB84-70EEB48DF804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9" creationId="{FC9C044C-4B97-266B-E93B-505FD417B591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10" creationId="{257D2E23-5488-7938-0C4D-EA6864CDBF57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11" creationId="{38B8220B-360C-6256-5724-310EFE4F5AF1}"/>
          </ac:spMkLst>
        </pc:spChg>
        <pc:spChg chg="mod">
          <ac:chgData name="arwa desouki" userId="72abd272657f11e6" providerId="LiveId" clId="{22DA929E-C7A2-44DA-99BB-C93CB7EBCFB1}" dt="2024-12-25T10:27:32.309" v="1731"/>
          <ac:spMkLst>
            <pc:docMk/>
            <pc:sldMk cId="3170311178" sldId="303"/>
            <ac:spMk id="12" creationId="{99CA3E60-1E76-B3E8-2B03-913B5284BC89}"/>
          </ac:spMkLst>
        </pc:spChg>
        <pc:spChg chg="mod">
          <ac:chgData name="arwa desouki" userId="72abd272657f11e6" providerId="LiveId" clId="{22DA929E-C7A2-44DA-99BB-C93CB7EBCFB1}" dt="2024-12-25T10:32:12.322" v="1755" actId="207"/>
          <ac:spMkLst>
            <pc:docMk/>
            <pc:sldMk cId="3170311178" sldId="303"/>
            <ac:spMk id="708" creationId="{385ADA5B-6F94-3130-E349-BECD0B3A098C}"/>
          </ac:spMkLst>
        </pc:spChg>
        <pc:spChg chg="mod">
          <ac:chgData name="arwa desouki" userId="72abd272657f11e6" providerId="LiveId" clId="{22DA929E-C7A2-44DA-99BB-C93CB7EBCFB1}" dt="2024-12-25T10:32:12.322" v="1755" actId="207"/>
          <ac:spMkLst>
            <pc:docMk/>
            <pc:sldMk cId="3170311178" sldId="303"/>
            <ac:spMk id="709" creationId="{1E1E63DD-1390-37A0-76E6-63C51A73DB5E}"/>
          </ac:spMkLst>
        </pc:spChg>
        <pc:spChg chg="mod">
          <ac:chgData name="arwa desouki" userId="72abd272657f11e6" providerId="LiveId" clId="{22DA929E-C7A2-44DA-99BB-C93CB7EBCFB1}" dt="2024-12-25T10:32:12.322" v="1755" actId="207"/>
          <ac:spMkLst>
            <pc:docMk/>
            <pc:sldMk cId="3170311178" sldId="303"/>
            <ac:spMk id="710" creationId="{49FC1E37-C5A5-FBC6-CD46-B595EC80DC5B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74" creationId="{DB3EC915-2FDB-6BDF-4155-1FA4E3D20126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75" creationId="{F07D479F-E801-8CDD-287F-4BE2F5CAEED3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76" creationId="{B7657233-074C-C9CF-6909-DA06299FD2CE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77" creationId="{48905DA4-57FA-4330-A06E-E7FD96F90BB2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78" creationId="{C28A5257-6972-52E0-D319-F25AD8B28CBD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79" creationId="{1076A022-91FE-D339-194C-6F20ADFF087C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0" creationId="{44BF1FE3-F35D-FCAD-7019-AD56814905F0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1" creationId="{FDD96521-A31F-4848-0902-B38BC281915E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2" creationId="{21BD4EC4-7A1B-A6B4-0155-F2BE382B62FD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3" creationId="{97634597-1503-2218-2BBC-79DDD2A862FE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4" creationId="{DA06226D-0C72-9437-0BDA-2C7B61CB2594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5" creationId="{C31488B5-E7C9-84C5-F2E3-D51323B8F137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6" creationId="{F116CA4E-869C-9B1D-08CC-BDA5A0AFE8B3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7" creationId="{3253316C-ADA1-8E17-6C76-F3F28F427B7B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8" creationId="{2CD736E3-7EA5-D30C-9B70-1DCBB77F6640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89" creationId="{263C2278-48F3-6840-90D2-845648EA7AED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90" creationId="{1EAB7E7C-4DF7-186A-F921-6D6811D41294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91" creationId="{128C600C-7D3A-A8FF-4E6B-8088EC810A96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92" creationId="{365CF7E7-327D-BA85-56F6-F93988CE67AB}"/>
          </ac:spMkLst>
        </pc:spChg>
        <pc:spChg chg="mod">
          <ac:chgData name="arwa desouki" userId="72abd272657f11e6" providerId="LiveId" clId="{22DA929E-C7A2-44DA-99BB-C93CB7EBCFB1}" dt="2024-12-25T10:29:33.901" v="1742" actId="207"/>
          <ac:spMkLst>
            <pc:docMk/>
            <pc:sldMk cId="3170311178" sldId="303"/>
            <ac:spMk id="793" creationId="{D5B2C941-C25A-2742-C38C-CC7CFB55FD15}"/>
          </ac:spMkLst>
        </pc:spChg>
        <pc:grpChg chg="add mod">
          <ac:chgData name="arwa desouki" userId="72abd272657f11e6" providerId="LiveId" clId="{22DA929E-C7A2-44DA-99BB-C93CB7EBCFB1}" dt="2024-12-25T10:27:32.309" v="1731"/>
          <ac:grpSpMkLst>
            <pc:docMk/>
            <pc:sldMk cId="3170311178" sldId="303"/>
            <ac:grpSpMk id="2" creationId="{2AC2E80C-A3EA-7E00-78BB-817F1688DB46}"/>
          </ac:grpSpMkLst>
        </pc:grpChg>
      </pc:sldChg>
      <pc:sldChg chg="add del">
        <pc:chgData name="arwa desouki" userId="72abd272657f11e6" providerId="LiveId" clId="{22DA929E-C7A2-44DA-99BB-C93CB7EBCFB1}" dt="2024-12-25T10:26:38.937" v="1702"/>
        <pc:sldMkLst>
          <pc:docMk/>
          <pc:sldMk cId="1978338244" sldId="304"/>
        </pc:sldMkLst>
      </pc:sldChg>
      <pc:sldChg chg="addSp delSp modSp add mod modTransition">
        <pc:chgData name="arwa desouki" userId="72abd272657f11e6" providerId="LiveId" clId="{22DA929E-C7A2-44DA-99BB-C93CB7EBCFB1}" dt="2024-12-25T21:59:10.814" v="3991"/>
        <pc:sldMkLst>
          <pc:docMk/>
          <pc:sldMk cId="3191230625" sldId="304"/>
        </pc:sldMkLst>
        <pc:spChg chg="add del mod">
          <ac:chgData name="arwa desouki" userId="72abd272657f11e6" providerId="LiveId" clId="{22DA929E-C7A2-44DA-99BB-C93CB7EBCFB1}" dt="2024-12-25T16:21:59.149" v="1815" actId="931"/>
          <ac:spMkLst>
            <pc:docMk/>
            <pc:sldMk cId="3191230625" sldId="304"/>
            <ac:spMk id="3" creationId="{3C155299-1993-1D91-D18D-B70283F2BDF2}"/>
          </ac:spMkLst>
        </pc:spChg>
        <pc:spChg chg="add del mod">
          <ac:chgData name="arwa desouki" userId="72abd272657f11e6" providerId="LiveId" clId="{22DA929E-C7A2-44DA-99BB-C93CB7EBCFB1}" dt="2024-12-25T16:38:21.346" v="1963" actId="931"/>
          <ac:spMkLst>
            <pc:docMk/>
            <pc:sldMk cId="3191230625" sldId="304"/>
            <ac:spMk id="8" creationId="{546FDBBA-1725-B2A3-6B89-FEB379010E74}"/>
          </ac:spMkLst>
        </pc:spChg>
        <pc:spChg chg="mod">
          <ac:chgData name="arwa desouki" userId="72abd272657f11e6" providerId="LiveId" clId="{22DA929E-C7A2-44DA-99BB-C93CB7EBCFB1}" dt="2024-12-25T16:19:36.016" v="1813" actId="20577"/>
          <ac:spMkLst>
            <pc:docMk/>
            <pc:sldMk cId="3191230625" sldId="304"/>
            <ac:spMk id="9" creationId="{C29780A3-4E10-41A2-2577-5D0251181F9D}"/>
          </ac:spMkLst>
        </pc:spChg>
        <pc:spChg chg="mod">
          <ac:chgData name="arwa desouki" userId="72abd272657f11e6" providerId="LiveId" clId="{22DA929E-C7A2-44DA-99BB-C93CB7EBCFB1}" dt="2024-12-25T16:19:27.830" v="1803" actId="20577"/>
          <ac:spMkLst>
            <pc:docMk/>
            <pc:sldMk cId="3191230625" sldId="304"/>
            <ac:spMk id="10" creationId="{21C807CD-0865-6561-F0E2-EDFA50849CBC}"/>
          </ac:spMkLst>
        </pc:spChg>
        <pc:picChg chg="add del mod">
          <ac:chgData name="arwa desouki" userId="72abd272657f11e6" providerId="LiveId" clId="{22DA929E-C7A2-44DA-99BB-C93CB7EBCFB1}" dt="2024-12-25T16:38:17.965" v="1962" actId="478"/>
          <ac:picMkLst>
            <pc:docMk/>
            <pc:sldMk cId="3191230625" sldId="304"/>
            <ac:picMk id="5" creationId="{B4DD097B-5379-7EB0-63EA-C536CE849018}"/>
          </ac:picMkLst>
        </pc:picChg>
        <pc:picChg chg="del">
          <ac:chgData name="arwa desouki" userId="72abd272657f11e6" providerId="LiveId" clId="{22DA929E-C7A2-44DA-99BB-C93CB7EBCFB1}" dt="2024-12-25T16:19:39.752" v="1814" actId="478"/>
          <ac:picMkLst>
            <pc:docMk/>
            <pc:sldMk cId="3191230625" sldId="304"/>
            <ac:picMk id="6" creationId="{C2B3895C-2B47-2032-964F-496AB048F573}"/>
          </ac:picMkLst>
        </pc:picChg>
        <pc:picChg chg="add mod">
          <ac:chgData name="arwa desouki" userId="72abd272657f11e6" providerId="LiveId" clId="{22DA929E-C7A2-44DA-99BB-C93CB7EBCFB1}" dt="2024-12-25T16:38:27.058" v="1965" actId="962"/>
          <ac:picMkLst>
            <pc:docMk/>
            <pc:sldMk cId="3191230625" sldId="304"/>
            <ac:picMk id="12" creationId="{BBE72358-1298-9DC8-6F5F-1942D013B789}"/>
          </ac:picMkLst>
        </pc:picChg>
      </pc:sldChg>
      <pc:sldChg chg="addSp delSp modSp new mod modTransition">
        <pc:chgData name="arwa desouki" userId="72abd272657f11e6" providerId="LiveId" clId="{22DA929E-C7A2-44DA-99BB-C93CB7EBCFB1}" dt="2024-12-25T21:59:10.814" v="3991"/>
        <pc:sldMkLst>
          <pc:docMk/>
          <pc:sldMk cId="931719048" sldId="305"/>
        </pc:sldMkLst>
        <pc:spChg chg="mod">
          <ac:chgData name="arwa desouki" userId="72abd272657f11e6" providerId="LiveId" clId="{22DA929E-C7A2-44DA-99BB-C93CB7EBCFB1}" dt="2024-12-25T16:44:26.160" v="2033" actId="207"/>
          <ac:spMkLst>
            <pc:docMk/>
            <pc:sldMk cId="931719048" sldId="305"/>
            <ac:spMk id="2" creationId="{3E6AF8FB-9C83-42C2-780A-41277EF062F0}"/>
          </ac:spMkLst>
        </pc:spChg>
        <pc:spChg chg="mod">
          <ac:chgData name="arwa desouki" userId="72abd272657f11e6" providerId="LiveId" clId="{22DA929E-C7A2-44DA-99BB-C93CB7EBCFB1}" dt="2024-12-25T16:44:39.862" v="2035" actId="2711"/>
          <ac:spMkLst>
            <pc:docMk/>
            <pc:sldMk cId="931719048" sldId="305"/>
            <ac:spMk id="3" creationId="{1AC4FB2C-A509-D803-F5A2-A4BD0EF6EC7F}"/>
          </ac:spMkLst>
        </pc:spChg>
        <pc:spChg chg="del mod">
          <ac:chgData name="arwa desouki" userId="72abd272657f11e6" providerId="LiveId" clId="{22DA929E-C7A2-44DA-99BB-C93CB7EBCFB1}" dt="2024-12-25T16:47:38.473" v="2043" actId="931"/>
          <ac:spMkLst>
            <pc:docMk/>
            <pc:sldMk cId="931719048" sldId="305"/>
            <ac:spMk id="4" creationId="{BD50E7F2-C1B3-19DF-339B-88C93C2B818A}"/>
          </ac:spMkLst>
        </pc:spChg>
        <pc:spChg chg="del mod">
          <ac:chgData name="arwa desouki" userId="72abd272657f11e6" providerId="LiveId" clId="{22DA929E-C7A2-44DA-99BB-C93CB7EBCFB1}" dt="2024-12-25T16:44:56.845" v="2039" actId="478"/>
          <ac:spMkLst>
            <pc:docMk/>
            <pc:sldMk cId="931719048" sldId="305"/>
            <ac:spMk id="5" creationId="{C080310C-BA3A-9136-E249-FED2E8481C74}"/>
          </ac:spMkLst>
        </pc:spChg>
        <pc:picChg chg="add mod">
          <ac:chgData name="arwa desouki" userId="72abd272657f11e6" providerId="LiveId" clId="{22DA929E-C7A2-44DA-99BB-C93CB7EBCFB1}" dt="2024-12-25T16:47:44.969" v="2044" actId="27614"/>
          <ac:picMkLst>
            <pc:docMk/>
            <pc:sldMk cId="931719048" sldId="305"/>
            <ac:picMk id="7" creationId="{5D84BC57-4DE3-C0B8-9567-4F2CCC06455A}"/>
          </ac:picMkLst>
        </pc:picChg>
      </pc:sldChg>
      <pc:sldChg chg="addSp delSp modSp new mod modTransition">
        <pc:chgData name="arwa desouki" userId="72abd272657f11e6" providerId="LiveId" clId="{22DA929E-C7A2-44DA-99BB-C93CB7EBCFB1}" dt="2024-12-25T21:59:10.814" v="3991"/>
        <pc:sldMkLst>
          <pc:docMk/>
          <pc:sldMk cId="2688639924" sldId="306"/>
        </pc:sldMkLst>
        <pc:spChg chg="del">
          <ac:chgData name="arwa desouki" userId="72abd272657f11e6" providerId="LiveId" clId="{22DA929E-C7A2-44DA-99BB-C93CB7EBCFB1}" dt="2024-12-25T16:57:56.014" v="2094" actId="478"/>
          <ac:spMkLst>
            <pc:docMk/>
            <pc:sldMk cId="2688639924" sldId="306"/>
            <ac:spMk id="2" creationId="{252A947C-E65E-9B86-B9FD-2462EDA99023}"/>
          </ac:spMkLst>
        </pc:spChg>
        <pc:spChg chg="del">
          <ac:chgData name="arwa desouki" userId="72abd272657f11e6" providerId="LiveId" clId="{22DA929E-C7A2-44DA-99BB-C93CB7EBCFB1}" dt="2024-12-25T16:57:56.014" v="2094" actId="478"/>
          <ac:spMkLst>
            <pc:docMk/>
            <pc:sldMk cId="2688639924" sldId="306"/>
            <ac:spMk id="3" creationId="{29F806BE-38D3-1390-C693-3CB4EC5DE1D8}"/>
          </ac:spMkLst>
        </pc:spChg>
        <pc:spChg chg="del">
          <ac:chgData name="arwa desouki" userId="72abd272657f11e6" providerId="LiveId" clId="{22DA929E-C7A2-44DA-99BB-C93CB7EBCFB1}" dt="2024-12-25T17:02:16.811" v="2114" actId="931"/>
          <ac:spMkLst>
            <pc:docMk/>
            <pc:sldMk cId="2688639924" sldId="306"/>
            <ac:spMk id="4" creationId="{0AB72C03-D49C-B9FD-961B-27F2BFF2388C}"/>
          </ac:spMkLst>
        </pc:spChg>
        <pc:spChg chg="add mod">
          <ac:chgData name="arwa desouki" userId="72abd272657f11e6" providerId="LiveId" clId="{22DA929E-C7A2-44DA-99BB-C93CB7EBCFB1}" dt="2024-12-25T16:58:32.186" v="2113" actId="1076"/>
          <ac:spMkLst>
            <pc:docMk/>
            <pc:sldMk cId="2688639924" sldId="306"/>
            <ac:spMk id="5" creationId="{8B86C155-550C-5939-F051-34E2BDF616C3}"/>
          </ac:spMkLst>
        </pc:spChg>
        <pc:spChg chg="add mod">
          <ac:chgData name="arwa desouki" userId="72abd272657f11e6" providerId="LiveId" clId="{22DA929E-C7A2-44DA-99BB-C93CB7EBCFB1}" dt="2024-12-25T16:58:18.102" v="2103" actId="20577"/>
          <ac:spMkLst>
            <pc:docMk/>
            <pc:sldMk cId="2688639924" sldId="306"/>
            <ac:spMk id="6" creationId="{A5534069-F976-1FE1-67D1-9080758C84A2}"/>
          </ac:spMkLst>
        </pc:spChg>
        <pc:picChg chg="add mod modCrop">
          <ac:chgData name="arwa desouki" userId="72abd272657f11e6" providerId="LiveId" clId="{22DA929E-C7A2-44DA-99BB-C93CB7EBCFB1}" dt="2024-12-25T17:02:24.729" v="2118" actId="18131"/>
          <ac:picMkLst>
            <pc:docMk/>
            <pc:sldMk cId="2688639924" sldId="306"/>
            <ac:picMk id="8" creationId="{06DF3936-552B-AE5A-CF08-DB5A5E0E0968}"/>
          </ac:picMkLst>
        </pc:picChg>
      </pc:sldChg>
      <pc:sldChg chg="addSp delSp modSp new mod modTransition">
        <pc:chgData name="arwa desouki" userId="72abd272657f11e6" providerId="LiveId" clId="{22DA929E-C7A2-44DA-99BB-C93CB7EBCFB1}" dt="2024-12-25T22:34:09.253" v="4231" actId="1076"/>
        <pc:sldMkLst>
          <pc:docMk/>
          <pc:sldMk cId="3931800686" sldId="307"/>
        </pc:sldMkLst>
        <pc:spChg chg="mod">
          <ac:chgData name="arwa desouki" userId="72abd272657f11e6" providerId="LiveId" clId="{22DA929E-C7A2-44DA-99BB-C93CB7EBCFB1}" dt="2024-12-25T17:45:04.141" v="2334" actId="14100"/>
          <ac:spMkLst>
            <pc:docMk/>
            <pc:sldMk cId="3931800686" sldId="307"/>
            <ac:spMk id="2" creationId="{ED2BD710-AD75-7F21-BFB8-AA4D35148F52}"/>
          </ac:spMkLst>
        </pc:spChg>
        <pc:spChg chg="mod">
          <ac:chgData name="arwa desouki" userId="72abd272657f11e6" providerId="LiveId" clId="{22DA929E-C7A2-44DA-99BB-C93CB7EBCFB1}" dt="2024-12-25T18:50:32.697" v="2457" actId="2711"/>
          <ac:spMkLst>
            <pc:docMk/>
            <pc:sldMk cId="3931800686" sldId="307"/>
            <ac:spMk id="3" creationId="{54CB0892-CDE6-9442-3B76-FBC63C7718F9}"/>
          </ac:spMkLst>
        </pc:spChg>
        <pc:spChg chg="del mod">
          <ac:chgData name="arwa desouki" userId="72abd272657f11e6" providerId="LiveId" clId="{22DA929E-C7A2-44DA-99BB-C93CB7EBCFB1}" dt="2024-12-25T17:37:17.289" v="2283" actId="22"/>
          <ac:spMkLst>
            <pc:docMk/>
            <pc:sldMk cId="3931800686" sldId="307"/>
            <ac:spMk id="4" creationId="{F9ED48C5-80DC-B53F-15DC-4B548A0ED397}"/>
          </ac:spMkLst>
        </pc:spChg>
        <pc:spChg chg="del">
          <ac:chgData name="arwa desouki" userId="72abd272657f11e6" providerId="LiveId" clId="{22DA929E-C7A2-44DA-99BB-C93CB7EBCFB1}" dt="2024-12-25T17:35:43.453" v="2280" actId="478"/>
          <ac:spMkLst>
            <pc:docMk/>
            <pc:sldMk cId="3931800686" sldId="307"/>
            <ac:spMk id="5" creationId="{0257C679-CA6A-5524-AE04-6F2791E680A8}"/>
          </ac:spMkLst>
        </pc:spChg>
        <pc:spChg chg="add del mod">
          <ac:chgData name="arwa desouki" userId="72abd272657f11e6" providerId="LiveId" clId="{22DA929E-C7A2-44DA-99BB-C93CB7EBCFB1}" dt="2024-12-25T17:39:45.638" v="2290" actId="931"/>
          <ac:spMkLst>
            <pc:docMk/>
            <pc:sldMk cId="3931800686" sldId="307"/>
            <ac:spMk id="9" creationId="{02D54EBF-3C53-F09F-D96A-4832A6922A8F}"/>
          </ac:spMkLst>
        </pc:spChg>
        <pc:spChg chg="add del mod">
          <ac:chgData name="arwa desouki" userId="72abd272657f11e6" providerId="LiveId" clId="{22DA929E-C7A2-44DA-99BB-C93CB7EBCFB1}" dt="2024-12-25T17:45:08.148" v="2336" actId="478"/>
          <ac:spMkLst>
            <pc:docMk/>
            <pc:sldMk cId="3931800686" sldId="307"/>
            <ac:spMk id="13" creationId="{95D4AED9-984D-5F7C-4ED4-384DBB694462}"/>
          </ac:spMkLst>
        </pc:spChg>
        <pc:spChg chg="add del mod">
          <ac:chgData name="arwa desouki" userId="72abd272657f11e6" providerId="LiveId" clId="{22DA929E-C7A2-44DA-99BB-C93CB7EBCFB1}" dt="2024-12-25T17:45:08.148" v="2336" actId="478"/>
          <ac:spMkLst>
            <pc:docMk/>
            <pc:sldMk cId="3931800686" sldId="307"/>
            <ac:spMk id="14" creationId="{3A02ADC4-D39D-A0A6-8198-EA11A17782AB}"/>
          </ac:spMkLst>
        </pc:spChg>
        <pc:spChg chg="add del mod">
          <ac:chgData name="arwa desouki" userId="72abd272657f11e6" providerId="LiveId" clId="{22DA929E-C7A2-44DA-99BB-C93CB7EBCFB1}" dt="2024-12-25T17:45:15.336" v="2337" actId="931"/>
          <ac:spMkLst>
            <pc:docMk/>
            <pc:sldMk cId="3931800686" sldId="307"/>
            <ac:spMk id="16" creationId="{AA8BCA7C-920E-5ECC-3D11-629DD2577F79}"/>
          </ac:spMkLst>
        </pc:spChg>
        <pc:picChg chg="add del mod ord modCrop">
          <ac:chgData name="arwa desouki" userId="72abd272657f11e6" providerId="LiveId" clId="{22DA929E-C7A2-44DA-99BB-C93CB7EBCFB1}" dt="2024-12-25T17:39:35.300" v="2289" actId="478"/>
          <ac:picMkLst>
            <pc:docMk/>
            <pc:sldMk cId="3931800686" sldId="307"/>
            <ac:picMk id="7" creationId="{ABAC9195-C5CA-1C32-2063-4D1838E5B52B}"/>
          </ac:picMkLst>
        </pc:picChg>
        <pc:picChg chg="add del mod modCrop">
          <ac:chgData name="arwa desouki" userId="72abd272657f11e6" providerId="LiveId" clId="{22DA929E-C7A2-44DA-99BB-C93CB7EBCFB1}" dt="2024-12-25T17:45:05.532" v="2335" actId="478"/>
          <ac:picMkLst>
            <pc:docMk/>
            <pc:sldMk cId="3931800686" sldId="307"/>
            <ac:picMk id="11" creationId="{28B4E407-7957-43FB-4908-03355EA1FB71}"/>
          </ac:picMkLst>
        </pc:picChg>
        <pc:picChg chg="add mod">
          <ac:chgData name="arwa desouki" userId="72abd272657f11e6" providerId="LiveId" clId="{22DA929E-C7A2-44DA-99BB-C93CB7EBCFB1}" dt="2024-12-25T17:44:29.029" v="2326"/>
          <ac:picMkLst>
            <pc:docMk/>
            <pc:sldMk cId="3931800686" sldId="307"/>
            <ac:picMk id="12" creationId="{41A0E940-E089-E0B8-0AB0-3A01C8588230}"/>
          </ac:picMkLst>
        </pc:picChg>
        <pc:picChg chg="add mod">
          <ac:chgData name="arwa desouki" userId="72abd272657f11e6" providerId="LiveId" clId="{22DA929E-C7A2-44DA-99BB-C93CB7EBCFB1}" dt="2024-12-25T22:34:09.253" v="4231" actId="1076"/>
          <ac:picMkLst>
            <pc:docMk/>
            <pc:sldMk cId="3931800686" sldId="307"/>
            <ac:picMk id="18" creationId="{C1079A5D-8BD0-7A30-C57A-FC040CD14BB9}"/>
          </ac:picMkLst>
        </pc:picChg>
      </pc:sldChg>
      <pc:sldChg chg="addSp delSp modSp new mod modTransition">
        <pc:chgData name="arwa desouki" userId="72abd272657f11e6" providerId="LiveId" clId="{22DA929E-C7A2-44DA-99BB-C93CB7EBCFB1}" dt="2024-12-25T21:59:10.814" v="3991"/>
        <pc:sldMkLst>
          <pc:docMk/>
          <pc:sldMk cId="2223508487" sldId="308"/>
        </pc:sldMkLst>
        <pc:spChg chg="mod">
          <ac:chgData name="arwa desouki" userId="72abd272657f11e6" providerId="LiveId" clId="{22DA929E-C7A2-44DA-99BB-C93CB7EBCFB1}" dt="2024-12-25T18:50:12.597" v="2455" actId="1076"/>
          <ac:spMkLst>
            <pc:docMk/>
            <pc:sldMk cId="2223508487" sldId="308"/>
            <ac:spMk id="3" creationId="{B2D8EC13-4DE7-8BE7-6F46-5E27BE7C2356}"/>
          </ac:spMkLst>
        </pc:spChg>
        <pc:spChg chg="mod">
          <ac:chgData name="arwa desouki" userId="72abd272657f11e6" providerId="LiveId" clId="{22DA929E-C7A2-44DA-99BB-C93CB7EBCFB1}" dt="2024-12-25T18:50:00.341" v="2453" actId="2711"/>
          <ac:spMkLst>
            <pc:docMk/>
            <pc:sldMk cId="2223508487" sldId="308"/>
            <ac:spMk id="4" creationId="{E5C752E1-98EE-4FDF-B325-88A7556F99C2}"/>
          </ac:spMkLst>
        </pc:spChg>
        <pc:spChg chg="mod">
          <ac:chgData name="arwa desouki" userId="72abd272657f11e6" providerId="LiveId" clId="{22DA929E-C7A2-44DA-99BB-C93CB7EBCFB1}" dt="2024-12-25T18:50:00.341" v="2453" actId="2711"/>
          <ac:spMkLst>
            <pc:docMk/>
            <pc:sldMk cId="2223508487" sldId="308"/>
            <ac:spMk id="5" creationId="{7460B6ED-60D5-1EB4-D6E8-95B9002ADA70}"/>
          </ac:spMkLst>
        </pc:spChg>
        <pc:spChg chg="mod">
          <ac:chgData name="arwa desouki" userId="72abd272657f11e6" providerId="LiveId" clId="{22DA929E-C7A2-44DA-99BB-C93CB7EBCFB1}" dt="2024-12-25T18:50:15.181" v="2456" actId="1076"/>
          <ac:spMkLst>
            <pc:docMk/>
            <pc:sldMk cId="2223508487" sldId="308"/>
            <ac:spMk id="6" creationId="{E2AE30D2-BEBD-4B5E-4D00-9D696E1A8050}"/>
          </ac:spMkLst>
        </pc:spChg>
        <pc:spChg chg="mod">
          <ac:chgData name="arwa desouki" userId="72abd272657f11e6" providerId="LiveId" clId="{22DA929E-C7A2-44DA-99BB-C93CB7EBCFB1}" dt="2024-12-25T18:50:00.341" v="2453" actId="2711"/>
          <ac:spMkLst>
            <pc:docMk/>
            <pc:sldMk cId="2223508487" sldId="308"/>
            <ac:spMk id="7" creationId="{0CE93FB6-B848-DB62-D5A7-6EBC980707CC}"/>
          </ac:spMkLst>
        </pc:spChg>
        <pc:spChg chg="mod">
          <ac:chgData name="arwa desouki" userId="72abd272657f11e6" providerId="LiveId" clId="{22DA929E-C7A2-44DA-99BB-C93CB7EBCFB1}" dt="2024-12-25T18:50:00.341" v="2453" actId="2711"/>
          <ac:spMkLst>
            <pc:docMk/>
            <pc:sldMk cId="2223508487" sldId="308"/>
            <ac:spMk id="8" creationId="{9CF169C7-6048-556B-DA4A-EE2761748F87}"/>
          </ac:spMkLst>
        </pc:spChg>
        <pc:spChg chg="add 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9" creationId="{DC8FE46B-9D93-63D5-EE1B-E2E0593FD60B}"/>
          </ac:spMkLst>
        </pc:spChg>
        <pc:spChg chg="add 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0" creationId="{B74653F1-A180-7820-65F8-81D27EA2C6F9}"/>
          </ac:spMkLst>
        </pc:spChg>
        <pc:spChg chg="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2" creationId="{0DA58FC5-A78D-7B73-B682-063C4B2F0363}"/>
          </ac:spMkLst>
        </pc:spChg>
        <pc:spChg chg="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3" creationId="{3AE0C949-8968-B2CE-ECDD-4CA3E48B49F4}"/>
          </ac:spMkLst>
        </pc:spChg>
        <pc:spChg chg="add 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4" creationId="{CE38453F-C34D-397E-3ED6-33AD9D52A465}"/>
          </ac:spMkLst>
        </pc:spChg>
        <pc:spChg chg="add 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5" creationId="{9DCCD329-D7FA-2E93-B9F5-F122744F3C03}"/>
          </ac:spMkLst>
        </pc:spChg>
        <pc:spChg chg="add 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6" creationId="{1E3078CB-2B7D-4BBF-EB74-C9A148E8121C}"/>
          </ac:spMkLst>
        </pc:spChg>
        <pc:spChg chg="add 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7" creationId="{86E0B564-95FC-A142-6991-579AB2A9B2BB}"/>
          </ac:spMkLst>
        </pc:spChg>
        <pc:spChg chg="add mod">
          <ac:chgData name="arwa desouki" userId="72abd272657f11e6" providerId="LiveId" clId="{22DA929E-C7A2-44DA-99BB-C93CB7EBCFB1}" dt="2024-12-25T17:09:02.812" v="2121"/>
          <ac:spMkLst>
            <pc:docMk/>
            <pc:sldMk cId="2223508487" sldId="308"/>
            <ac:spMk id="18" creationId="{99901005-F814-E4E4-E828-D775DDCB4B36}"/>
          </ac:spMkLst>
        </pc:spChg>
        <pc:spChg chg="add del mod">
          <ac:chgData name="arwa desouki" userId="72abd272657f11e6" providerId="LiveId" clId="{22DA929E-C7A2-44DA-99BB-C93CB7EBCFB1}" dt="2024-12-25T17:09:31.172" v="2128" actId="14100"/>
          <ac:spMkLst>
            <pc:docMk/>
            <pc:sldMk cId="2223508487" sldId="308"/>
            <ac:spMk id="19" creationId="{BE094B6C-3F23-7F91-70EB-722F8AF1A3C3}"/>
          </ac:spMkLst>
        </pc:spChg>
        <pc:spChg chg="add del mod">
          <ac:chgData name="arwa desouki" userId="72abd272657f11e6" providerId="LiveId" clId="{22DA929E-C7A2-44DA-99BB-C93CB7EBCFB1}" dt="2024-12-25T17:09:31.172" v="2128" actId="14100"/>
          <ac:spMkLst>
            <pc:docMk/>
            <pc:sldMk cId="2223508487" sldId="308"/>
            <ac:spMk id="20" creationId="{882B087C-DF2D-625E-9AB6-78F015527916}"/>
          </ac:spMkLst>
        </pc:spChg>
        <pc:spChg chg="mod">
          <ac:chgData name="arwa desouki" userId="72abd272657f11e6" providerId="LiveId" clId="{22DA929E-C7A2-44DA-99BB-C93CB7EBCFB1}" dt="2024-12-25T17:09:14.904" v="2122"/>
          <ac:spMkLst>
            <pc:docMk/>
            <pc:sldMk cId="2223508487" sldId="308"/>
            <ac:spMk id="22" creationId="{B9E4E598-C406-07D7-B67F-D3F22139E297}"/>
          </ac:spMkLst>
        </pc:spChg>
        <pc:spChg chg="mod">
          <ac:chgData name="arwa desouki" userId="72abd272657f11e6" providerId="LiveId" clId="{22DA929E-C7A2-44DA-99BB-C93CB7EBCFB1}" dt="2024-12-25T17:09:14.904" v="2122"/>
          <ac:spMkLst>
            <pc:docMk/>
            <pc:sldMk cId="2223508487" sldId="308"/>
            <ac:spMk id="23" creationId="{B20C5AF1-2BE9-0219-B32C-1B53EA690332}"/>
          </ac:spMkLst>
        </pc:spChg>
        <pc:spChg chg="add del mod">
          <ac:chgData name="arwa desouki" userId="72abd272657f11e6" providerId="LiveId" clId="{22DA929E-C7A2-44DA-99BB-C93CB7EBCFB1}" dt="2024-12-25T17:09:31.172" v="2128" actId="14100"/>
          <ac:spMkLst>
            <pc:docMk/>
            <pc:sldMk cId="2223508487" sldId="308"/>
            <ac:spMk id="24" creationId="{4274C557-2451-7946-3EBA-D617BA34723D}"/>
          </ac:spMkLst>
        </pc:spChg>
        <pc:spChg chg="add del mod">
          <ac:chgData name="arwa desouki" userId="72abd272657f11e6" providerId="LiveId" clId="{22DA929E-C7A2-44DA-99BB-C93CB7EBCFB1}" dt="2024-12-25T17:09:31.172" v="2128" actId="14100"/>
          <ac:spMkLst>
            <pc:docMk/>
            <pc:sldMk cId="2223508487" sldId="308"/>
            <ac:spMk id="25" creationId="{FDDB51DA-23BE-129A-8C25-DD2BB8F8A9A2}"/>
          </ac:spMkLst>
        </pc:spChg>
        <pc:spChg chg="add del mod">
          <ac:chgData name="arwa desouki" userId="72abd272657f11e6" providerId="LiveId" clId="{22DA929E-C7A2-44DA-99BB-C93CB7EBCFB1}" dt="2024-12-25T17:09:31.172" v="2128" actId="14100"/>
          <ac:spMkLst>
            <pc:docMk/>
            <pc:sldMk cId="2223508487" sldId="308"/>
            <ac:spMk id="26" creationId="{A0F441E6-D718-79B5-C47A-B17CD1FDEB75}"/>
          </ac:spMkLst>
        </pc:spChg>
        <pc:spChg chg="add del mod">
          <ac:chgData name="arwa desouki" userId="72abd272657f11e6" providerId="LiveId" clId="{22DA929E-C7A2-44DA-99BB-C93CB7EBCFB1}" dt="2024-12-25T17:09:31.172" v="2128" actId="14100"/>
          <ac:spMkLst>
            <pc:docMk/>
            <pc:sldMk cId="2223508487" sldId="308"/>
            <ac:spMk id="27" creationId="{E201EBA7-FDB8-611A-FE26-421208A58E0D}"/>
          </ac:spMkLst>
        </pc:spChg>
        <pc:spChg chg="add del mod">
          <ac:chgData name="arwa desouki" userId="72abd272657f11e6" providerId="LiveId" clId="{22DA929E-C7A2-44DA-99BB-C93CB7EBCFB1}" dt="2024-12-25T17:09:31.172" v="2128" actId="14100"/>
          <ac:spMkLst>
            <pc:docMk/>
            <pc:sldMk cId="2223508487" sldId="308"/>
            <ac:spMk id="28" creationId="{6EF12636-EACC-0A4C-FC4B-2AC58E845D58}"/>
          </ac:spMkLst>
        </pc:spChg>
        <pc:grpChg chg="add mod">
          <ac:chgData name="arwa desouki" userId="72abd272657f11e6" providerId="LiveId" clId="{22DA929E-C7A2-44DA-99BB-C93CB7EBCFB1}" dt="2024-12-25T17:09:02.812" v="2121"/>
          <ac:grpSpMkLst>
            <pc:docMk/>
            <pc:sldMk cId="2223508487" sldId="308"/>
            <ac:grpSpMk id="11" creationId="{404B7D65-E2F4-9F1E-D0BB-4B4F4717AF6E}"/>
          </ac:grpSpMkLst>
        </pc:grpChg>
        <pc:grpChg chg="add del mod">
          <ac:chgData name="arwa desouki" userId="72abd272657f11e6" providerId="LiveId" clId="{22DA929E-C7A2-44DA-99BB-C93CB7EBCFB1}" dt="2024-12-25T17:09:31.172" v="2128" actId="14100"/>
          <ac:grpSpMkLst>
            <pc:docMk/>
            <pc:sldMk cId="2223508487" sldId="308"/>
            <ac:grpSpMk id="21" creationId="{03BA8A13-A576-FACD-8970-4F81274245AF}"/>
          </ac:grpSpMkLst>
        </pc:grpChg>
        <pc:picChg chg="add mod">
          <ac:chgData name="arwa desouki" userId="72abd272657f11e6" providerId="LiveId" clId="{22DA929E-C7A2-44DA-99BB-C93CB7EBCFB1}" dt="2024-12-25T17:30:20.148" v="2263" actId="1076"/>
          <ac:picMkLst>
            <pc:docMk/>
            <pc:sldMk cId="2223508487" sldId="308"/>
            <ac:picMk id="30" creationId="{B8E79F8F-6BEB-2DE2-6015-797EC5A08379}"/>
          </ac:picMkLst>
        </pc:picChg>
        <pc:picChg chg="add mod">
          <ac:chgData name="arwa desouki" userId="72abd272657f11e6" providerId="LiveId" clId="{22DA929E-C7A2-44DA-99BB-C93CB7EBCFB1}" dt="2024-12-25T17:30:17.443" v="2262" actId="1076"/>
          <ac:picMkLst>
            <pc:docMk/>
            <pc:sldMk cId="2223508487" sldId="308"/>
            <ac:picMk id="32" creationId="{AAF4D291-9F7D-5952-5B22-4C0C65AF988D}"/>
          </ac:picMkLst>
        </pc:picChg>
        <pc:picChg chg="add mod">
          <ac:chgData name="arwa desouki" userId="72abd272657f11e6" providerId="LiveId" clId="{22DA929E-C7A2-44DA-99BB-C93CB7EBCFB1}" dt="2024-12-25T17:30:15.380" v="2261" actId="1076"/>
          <ac:picMkLst>
            <pc:docMk/>
            <pc:sldMk cId="2223508487" sldId="308"/>
            <ac:picMk id="34" creationId="{2175A6C7-B762-7E3D-409B-33025DA632CB}"/>
          </ac:picMkLst>
        </pc:picChg>
      </pc:sldChg>
      <pc:sldChg chg="modSp add mod ord modTransition">
        <pc:chgData name="arwa desouki" userId="72abd272657f11e6" providerId="LiveId" clId="{22DA929E-C7A2-44DA-99BB-C93CB7EBCFB1}" dt="2024-12-25T22:33:36.003" v="4216" actId="1036"/>
        <pc:sldMkLst>
          <pc:docMk/>
          <pc:sldMk cId="386665703" sldId="309"/>
        </pc:sldMkLst>
        <pc:spChg chg="mod">
          <ac:chgData name="arwa desouki" userId="72abd272657f11e6" providerId="LiveId" clId="{22DA929E-C7A2-44DA-99BB-C93CB7EBCFB1}" dt="2024-12-25T17:45:56.761" v="2351" actId="14100"/>
          <ac:spMkLst>
            <pc:docMk/>
            <pc:sldMk cId="386665703" sldId="309"/>
            <ac:spMk id="3" creationId="{A5DE4F17-E0DC-0882-C793-AB5FEC3F26A9}"/>
          </ac:spMkLst>
        </pc:spChg>
        <pc:picChg chg="mod">
          <ac:chgData name="arwa desouki" userId="72abd272657f11e6" providerId="LiveId" clId="{22DA929E-C7A2-44DA-99BB-C93CB7EBCFB1}" dt="2024-12-25T22:33:36.003" v="4216" actId="1036"/>
          <ac:picMkLst>
            <pc:docMk/>
            <pc:sldMk cId="386665703" sldId="309"/>
            <ac:picMk id="11" creationId="{7CC2CF25-1832-ED0E-D14E-F85BF6372285}"/>
          </ac:picMkLst>
        </pc:picChg>
      </pc:sldChg>
      <pc:sldChg chg="addSp delSp modSp add mod modTransition">
        <pc:chgData name="arwa desouki" userId="72abd272657f11e6" providerId="LiveId" clId="{22DA929E-C7A2-44DA-99BB-C93CB7EBCFB1}" dt="2024-12-25T22:34:02.820" v="4230" actId="1076"/>
        <pc:sldMkLst>
          <pc:docMk/>
          <pc:sldMk cId="285809800" sldId="310"/>
        </pc:sldMkLst>
        <pc:spChg chg="mod">
          <ac:chgData name="arwa desouki" userId="72abd272657f11e6" providerId="LiveId" clId="{22DA929E-C7A2-44DA-99BB-C93CB7EBCFB1}" dt="2024-12-25T17:46:14.121" v="2360" actId="20577"/>
          <ac:spMkLst>
            <pc:docMk/>
            <pc:sldMk cId="285809800" sldId="310"/>
            <ac:spMk id="2" creationId="{5020DB2F-738D-4F5C-8B23-1A9276C5811B}"/>
          </ac:spMkLst>
        </pc:spChg>
        <pc:spChg chg="mod">
          <ac:chgData name="arwa desouki" userId="72abd272657f11e6" providerId="LiveId" clId="{22DA929E-C7A2-44DA-99BB-C93CB7EBCFB1}" dt="2024-12-25T18:50:40.358" v="2458" actId="2711"/>
          <ac:spMkLst>
            <pc:docMk/>
            <pc:sldMk cId="285809800" sldId="310"/>
            <ac:spMk id="3" creationId="{FE7A0E0E-A164-88BB-E480-150C0A0BA1D1}"/>
          </ac:spMkLst>
        </pc:spChg>
        <pc:spChg chg="add del mod">
          <ac:chgData name="arwa desouki" userId="72abd272657f11e6" providerId="LiveId" clId="{22DA929E-C7A2-44DA-99BB-C93CB7EBCFB1}" dt="2024-12-25T17:46:31.858" v="2364" actId="931"/>
          <ac:spMkLst>
            <pc:docMk/>
            <pc:sldMk cId="285809800" sldId="310"/>
            <ac:spMk id="5" creationId="{C20E5A02-5A13-4AE6-B404-C459759E2EB9}"/>
          </ac:spMkLst>
        </pc:spChg>
        <pc:picChg chg="add mod">
          <ac:chgData name="arwa desouki" userId="72abd272657f11e6" providerId="LiveId" clId="{22DA929E-C7A2-44DA-99BB-C93CB7EBCFB1}" dt="2024-12-25T22:34:02.820" v="4230" actId="1076"/>
          <ac:picMkLst>
            <pc:docMk/>
            <pc:sldMk cId="285809800" sldId="310"/>
            <ac:picMk id="7" creationId="{BD37D3FF-861C-1851-595B-0F0DCAFACEC3}"/>
          </ac:picMkLst>
        </pc:picChg>
        <pc:picChg chg="del">
          <ac:chgData name="arwa desouki" userId="72abd272657f11e6" providerId="LiveId" clId="{22DA929E-C7A2-44DA-99BB-C93CB7EBCFB1}" dt="2024-12-25T17:46:26.477" v="2363" actId="478"/>
          <ac:picMkLst>
            <pc:docMk/>
            <pc:sldMk cId="285809800" sldId="310"/>
            <ac:picMk id="18" creationId="{6DEF2837-2F21-3E6E-766E-800192E0BC33}"/>
          </ac:picMkLst>
        </pc:picChg>
      </pc:sldChg>
      <pc:sldChg chg="addSp delSp modSp add mod modTransition chgLayout">
        <pc:chgData name="arwa desouki" userId="72abd272657f11e6" providerId="LiveId" clId="{22DA929E-C7A2-44DA-99BB-C93CB7EBCFB1}" dt="2024-12-25T22:46:44.499" v="4309" actId="27614"/>
        <pc:sldMkLst>
          <pc:docMk/>
          <pc:sldMk cId="2284405126" sldId="311"/>
        </pc:sldMkLst>
        <pc:spChg chg="add del mod">
          <ac:chgData name="arwa desouki" userId="72abd272657f11e6" providerId="LiveId" clId="{22DA929E-C7A2-44DA-99BB-C93CB7EBCFB1}" dt="2024-12-25T17:48:44.423" v="2387" actId="931"/>
          <ac:spMkLst>
            <pc:docMk/>
            <pc:sldMk cId="2284405126" sldId="311"/>
            <ac:spMk id="3" creationId="{19059E89-972A-45A6-ADD0-8B4AC4C89179}"/>
          </ac:spMkLst>
        </pc:spChg>
        <pc:spChg chg="add del mod">
          <ac:chgData name="arwa desouki" userId="72abd272657f11e6" providerId="LiveId" clId="{22DA929E-C7A2-44DA-99BB-C93CB7EBCFB1}" dt="2024-12-25T22:42:04.036" v="4287" actId="478"/>
          <ac:spMkLst>
            <pc:docMk/>
            <pc:sldMk cId="2284405126" sldId="311"/>
            <ac:spMk id="3" creationId="{85ABB1CE-B851-28F8-B929-C0E4EFF955C0}"/>
          </ac:spMkLst>
        </pc:spChg>
        <pc:spChg chg="mod ord">
          <ac:chgData name="arwa desouki" userId="72abd272657f11e6" providerId="LiveId" clId="{22DA929E-C7A2-44DA-99BB-C93CB7EBCFB1}" dt="2024-12-25T22:40:37.692" v="4281" actId="207"/>
          <ac:spMkLst>
            <pc:docMk/>
            <pc:sldMk cId="2284405126" sldId="311"/>
            <ac:spMk id="5" creationId="{7C497C6A-AD10-A176-BCA6-07C3D51BA219}"/>
          </ac:spMkLst>
        </pc:spChg>
        <pc:spChg chg="mod">
          <ac:chgData name="arwa desouki" userId="72abd272657f11e6" providerId="LiveId" clId="{22DA929E-C7A2-44DA-99BB-C93CB7EBCFB1}" dt="2024-12-25T17:46:49.529" v="2369" actId="20577"/>
          <ac:spMkLst>
            <pc:docMk/>
            <pc:sldMk cId="2284405126" sldId="311"/>
            <ac:spMk id="6" creationId="{94E737B7-36A9-A30F-992D-97BFFB8C7A12}"/>
          </ac:spMkLst>
        </pc:spChg>
        <pc:spChg chg="add del mod">
          <ac:chgData name="arwa desouki" userId="72abd272657f11e6" providerId="LiveId" clId="{22DA929E-C7A2-44DA-99BB-C93CB7EBCFB1}" dt="2024-12-25T17:48:53.028" v="2391" actId="6264"/>
          <ac:spMkLst>
            <pc:docMk/>
            <pc:sldMk cId="2284405126" sldId="311"/>
            <ac:spMk id="9" creationId="{24D84E71-1678-3C80-FB22-D9C96646AD4A}"/>
          </ac:spMkLst>
        </pc:spChg>
        <pc:spChg chg="add del mod">
          <ac:chgData name="arwa desouki" userId="72abd272657f11e6" providerId="LiveId" clId="{22DA929E-C7A2-44DA-99BB-C93CB7EBCFB1}" dt="2024-12-25T22:44:37.355" v="4293" actId="478"/>
          <ac:spMkLst>
            <pc:docMk/>
            <pc:sldMk cId="2284405126" sldId="311"/>
            <ac:spMk id="10" creationId="{0D60655E-C831-4E57-F673-DDFD2C7DB6D0}"/>
          </ac:spMkLst>
        </pc:spChg>
        <pc:spChg chg="add del mod">
          <ac:chgData name="arwa desouki" userId="72abd272657f11e6" providerId="LiveId" clId="{22DA929E-C7A2-44DA-99BB-C93CB7EBCFB1}" dt="2024-12-25T17:48:53.028" v="2391" actId="6264"/>
          <ac:spMkLst>
            <pc:docMk/>
            <pc:sldMk cId="2284405126" sldId="311"/>
            <ac:spMk id="10" creationId="{1D71A118-8653-D747-3C7B-3B7DF2479CD1}"/>
          </ac:spMkLst>
        </pc:spChg>
        <pc:spChg chg="add del mod ord">
          <ac:chgData name="arwa desouki" userId="72abd272657f11e6" providerId="LiveId" clId="{22DA929E-C7A2-44DA-99BB-C93CB7EBCFB1}" dt="2024-12-25T17:48:53.028" v="2391" actId="6264"/>
          <ac:spMkLst>
            <pc:docMk/>
            <pc:sldMk cId="2284405126" sldId="311"/>
            <ac:spMk id="11" creationId="{58C10A5F-636C-6029-0E5F-049B10451BA3}"/>
          </ac:spMkLst>
        </pc:spChg>
        <pc:spChg chg="add del mod">
          <ac:chgData name="arwa desouki" userId="72abd272657f11e6" providerId="LiveId" clId="{22DA929E-C7A2-44DA-99BB-C93CB7EBCFB1}" dt="2024-12-25T22:46:09.684" v="4303" actId="478"/>
          <ac:spMkLst>
            <pc:docMk/>
            <pc:sldMk cId="2284405126" sldId="311"/>
            <ac:spMk id="14" creationId="{AA5D3E77-0B7F-14B0-E005-55CBFAA72FA2}"/>
          </ac:spMkLst>
        </pc:spChg>
        <pc:spChg chg="add del mod">
          <ac:chgData name="arwa desouki" userId="72abd272657f11e6" providerId="LiveId" clId="{22DA929E-C7A2-44DA-99BB-C93CB7EBCFB1}" dt="2024-12-25T22:46:27.610" v="4306" actId="478"/>
          <ac:spMkLst>
            <pc:docMk/>
            <pc:sldMk cId="2284405126" sldId="311"/>
            <ac:spMk id="18" creationId="{8CB12D3E-BDC6-CAEF-D0D9-472BB578231E}"/>
          </ac:spMkLst>
        </pc:spChg>
        <pc:spChg chg="add del mod">
          <ac:chgData name="arwa desouki" userId="72abd272657f11e6" providerId="LiveId" clId="{22DA929E-C7A2-44DA-99BB-C93CB7EBCFB1}" dt="2024-12-25T22:46:35.108" v="4308" actId="931"/>
          <ac:spMkLst>
            <pc:docMk/>
            <pc:sldMk cId="2284405126" sldId="311"/>
            <ac:spMk id="20" creationId="{21B22078-5DB8-3E02-1CFD-C9CB8E3EAEAF}"/>
          </ac:spMkLst>
        </pc:spChg>
        <pc:picChg chg="add del mod ord">
          <ac:chgData name="arwa desouki" userId="72abd272657f11e6" providerId="LiveId" clId="{22DA929E-C7A2-44DA-99BB-C93CB7EBCFB1}" dt="2024-12-25T22:46:31.058" v="4307" actId="478"/>
          <ac:picMkLst>
            <pc:docMk/>
            <pc:sldMk cId="2284405126" sldId="311"/>
            <ac:picMk id="7" creationId="{7C0AB22D-F9CC-7791-3C40-AE817D93F70F}"/>
          </ac:picMkLst>
        </pc:picChg>
        <pc:picChg chg="del">
          <ac:chgData name="arwa desouki" userId="72abd272657f11e6" providerId="LiveId" clId="{22DA929E-C7A2-44DA-99BB-C93CB7EBCFB1}" dt="2024-12-25T17:48:26.249" v="2386" actId="478"/>
          <ac:picMkLst>
            <pc:docMk/>
            <pc:sldMk cId="2284405126" sldId="311"/>
            <ac:picMk id="8" creationId="{4848E76A-6EC7-4F00-2B58-8515A0E3931F}"/>
          </ac:picMkLst>
        </pc:picChg>
        <pc:picChg chg="add del mod">
          <ac:chgData name="arwa desouki" userId="72abd272657f11e6" providerId="LiveId" clId="{22DA929E-C7A2-44DA-99BB-C93CB7EBCFB1}" dt="2024-12-25T22:42:03.655" v="4286" actId="22"/>
          <ac:picMkLst>
            <pc:docMk/>
            <pc:sldMk cId="2284405126" sldId="311"/>
            <ac:picMk id="8" creationId="{996C42EB-525B-F733-E7CD-F63424DAD406}"/>
          </ac:picMkLst>
        </pc:picChg>
        <pc:picChg chg="add mod">
          <ac:chgData name="arwa desouki" userId="72abd272657f11e6" providerId="LiveId" clId="{22DA929E-C7A2-44DA-99BB-C93CB7EBCFB1}" dt="2024-12-25T22:44:37.005" v="4292" actId="931"/>
          <ac:picMkLst>
            <pc:docMk/>
            <pc:sldMk cId="2284405126" sldId="311"/>
            <ac:picMk id="12" creationId="{FFD6DEEE-187A-B294-AC14-EB9AC7603AD2}"/>
          </ac:picMkLst>
        </pc:picChg>
        <pc:picChg chg="add mod">
          <ac:chgData name="arwa desouki" userId="72abd272657f11e6" providerId="LiveId" clId="{22DA929E-C7A2-44DA-99BB-C93CB7EBCFB1}" dt="2024-12-25T22:46:08.611" v="4302" actId="931"/>
          <ac:picMkLst>
            <pc:docMk/>
            <pc:sldMk cId="2284405126" sldId="311"/>
            <ac:picMk id="16" creationId="{E30C2BFB-DEBA-56C0-4EAC-96AFFEBBF016}"/>
          </ac:picMkLst>
        </pc:picChg>
        <pc:picChg chg="add mod">
          <ac:chgData name="arwa desouki" userId="72abd272657f11e6" providerId="LiveId" clId="{22DA929E-C7A2-44DA-99BB-C93CB7EBCFB1}" dt="2024-12-25T22:46:44.499" v="4309" actId="27614"/>
          <ac:picMkLst>
            <pc:docMk/>
            <pc:sldMk cId="2284405126" sldId="311"/>
            <ac:picMk id="22" creationId="{D4C50B84-37C2-B589-8921-DA096A1FA3C9}"/>
          </ac:picMkLst>
        </pc:picChg>
      </pc:sldChg>
      <pc:sldChg chg="addSp delSp modSp new mod modTransition">
        <pc:chgData name="arwa desouki" userId="72abd272657f11e6" providerId="LiveId" clId="{22DA929E-C7A2-44DA-99BB-C93CB7EBCFB1}" dt="2024-12-25T22:36:00.295" v="4278" actId="1076"/>
        <pc:sldMkLst>
          <pc:docMk/>
          <pc:sldMk cId="89106634" sldId="312"/>
        </pc:sldMkLst>
        <pc:spChg chg="del mod">
          <ac:chgData name="arwa desouki" userId="72abd272657f11e6" providerId="LiveId" clId="{22DA929E-C7A2-44DA-99BB-C93CB7EBCFB1}" dt="2024-12-25T22:04:36.467" v="3995" actId="478"/>
          <ac:spMkLst>
            <pc:docMk/>
            <pc:sldMk cId="89106634" sldId="312"/>
            <ac:spMk id="2" creationId="{88B508CC-6501-8E3D-A4A6-CB6D42A50E83}"/>
          </ac:spMkLst>
        </pc:spChg>
        <pc:spChg chg="del mod">
          <ac:chgData name="arwa desouki" userId="72abd272657f11e6" providerId="LiveId" clId="{22DA929E-C7A2-44DA-99BB-C93CB7EBCFB1}" dt="2024-12-25T22:16:36.560" v="3997" actId="478"/>
          <ac:spMkLst>
            <pc:docMk/>
            <pc:sldMk cId="89106634" sldId="312"/>
            <ac:spMk id="3" creationId="{F586F4E9-6645-848F-366D-8FD1B87AEAE5}"/>
          </ac:spMkLst>
        </pc:spChg>
        <pc:spChg chg="del">
          <ac:chgData name="arwa desouki" userId="72abd272657f11e6" providerId="LiveId" clId="{22DA929E-C7A2-44DA-99BB-C93CB7EBCFB1}" dt="2024-12-25T22:04:32.382" v="3993" actId="478"/>
          <ac:spMkLst>
            <pc:docMk/>
            <pc:sldMk cId="89106634" sldId="312"/>
            <ac:spMk id="4" creationId="{FC86CBD4-3ECD-0CC2-7CDC-4D48FE5AE961}"/>
          </ac:spMkLst>
        </pc:spChg>
        <pc:spChg chg="del">
          <ac:chgData name="arwa desouki" userId="72abd272657f11e6" providerId="LiveId" clId="{22DA929E-C7A2-44DA-99BB-C93CB7EBCFB1}" dt="2024-12-25T22:04:31.854" v="3992" actId="478"/>
          <ac:spMkLst>
            <pc:docMk/>
            <pc:sldMk cId="89106634" sldId="312"/>
            <ac:spMk id="5" creationId="{382DCF68-EB73-40FC-C0A2-282A056D1B54}"/>
          </ac:spMkLst>
        </pc:spChg>
        <pc:spChg chg="add del mod">
          <ac:chgData name="arwa desouki" userId="72abd272657f11e6" providerId="LiveId" clId="{22DA929E-C7A2-44DA-99BB-C93CB7EBCFB1}" dt="2024-12-25T22:04:38.315" v="3996" actId="478"/>
          <ac:spMkLst>
            <pc:docMk/>
            <pc:sldMk cId="89106634" sldId="312"/>
            <ac:spMk id="7" creationId="{12575351-27AE-92EF-A19A-A8A186BE7133}"/>
          </ac:spMkLst>
        </pc:spChg>
        <pc:spChg chg="add del mod">
          <ac:chgData name="arwa desouki" userId="72abd272657f11e6" providerId="LiveId" clId="{22DA929E-C7A2-44DA-99BB-C93CB7EBCFB1}" dt="2024-12-25T22:35:37.679" v="4271" actId="255"/>
          <ac:spMkLst>
            <pc:docMk/>
            <pc:sldMk cId="89106634" sldId="312"/>
            <ac:spMk id="9" creationId="{4031B956-8F04-4F27-0602-1DB86B5C8D1F}"/>
          </ac:spMkLst>
        </pc:spChg>
        <pc:spChg chg="add del mod">
          <ac:chgData name="arwa desouki" userId="72abd272657f11e6" providerId="LiveId" clId="{22DA929E-C7A2-44DA-99BB-C93CB7EBCFB1}" dt="2024-12-25T22:35:50.351" v="4275" actId="1076"/>
          <ac:spMkLst>
            <pc:docMk/>
            <pc:sldMk cId="89106634" sldId="312"/>
            <ac:spMk id="10" creationId="{5E6FED38-E17E-0343-9A72-EE9EA17F06FF}"/>
          </ac:spMkLst>
        </pc:spChg>
        <pc:spChg chg="add mod">
          <ac:chgData name="arwa desouki" userId="72abd272657f11e6" providerId="LiveId" clId="{22DA929E-C7A2-44DA-99BB-C93CB7EBCFB1}" dt="2024-12-25T22:36:00.295" v="4278" actId="1076"/>
          <ac:spMkLst>
            <pc:docMk/>
            <pc:sldMk cId="89106634" sldId="312"/>
            <ac:spMk id="11" creationId="{72B02AD5-FB15-64BC-980C-D0E44C6ACA8A}"/>
          </ac:spMkLst>
        </pc:spChg>
        <pc:picChg chg="add">
          <ac:chgData name="arwa desouki" userId="72abd272657f11e6" providerId="LiveId" clId="{22DA929E-C7A2-44DA-99BB-C93CB7EBCFB1}" dt="2024-12-25T22:26:21.331" v="4158"/>
          <ac:picMkLst>
            <pc:docMk/>
            <pc:sldMk cId="89106634" sldId="312"/>
            <ac:picMk id="12" creationId="{B382F224-9213-F546-5BB8-5A946A037826}"/>
          </ac:picMkLst>
        </pc:picChg>
      </pc:sldChg>
      <pc:sldChg chg="addSp delSp modSp add del mod">
        <pc:chgData name="arwa desouki" userId="72abd272657f11e6" providerId="LiveId" clId="{22DA929E-C7A2-44DA-99BB-C93CB7EBCFB1}" dt="2024-12-25T21:11:57.177" v="2607" actId="47"/>
        <pc:sldMkLst>
          <pc:docMk/>
          <pc:sldMk cId="3248933607" sldId="313"/>
        </pc:sldMkLst>
        <pc:spChg chg="add del mod">
          <ac:chgData name="arwa desouki" userId="72abd272657f11e6" providerId="LiveId" clId="{22DA929E-C7A2-44DA-99BB-C93CB7EBCFB1}" dt="2024-12-25T21:10:28.632" v="2581" actId="12788"/>
          <ac:spMkLst>
            <pc:docMk/>
            <pc:sldMk cId="3248933607" sldId="313"/>
            <ac:spMk id="3" creationId="{96019353-E0CC-4893-9A1F-DE19F50174EF}"/>
          </ac:spMkLst>
        </pc:spChg>
        <pc:spChg chg="mod">
          <ac:chgData name="arwa desouki" userId="72abd272657f11e6" providerId="LiveId" clId="{22DA929E-C7A2-44DA-99BB-C93CB7EBCFB1}" dt="2024-12-25T21:10:28.632" v="2581" actId="12788"/>
          <ac:spMkLst>
            <pc:docMk/>
            <pc:sldMk cId="3248933607" sldId="313"/>
            <ac:spMk id="4" creationId="{EBCDC127-3A90-AD2B-B281-0FFDDDBD78A0}"/>
          </ac:spMkLst>
        </pc:spChg>
        <pc:spChg chg="mod">
          <ac:chgData name="arwa desouki" userId="72abd272657f11e6" providerId="LiveId" clId="{22DA929E-C7A2-44DA-99BB-C93CB7EBCFB1}" dt="2024-12-25T21:10:28.632" v="2581" actId="12788"/>
          <ac:spMkLst>
            <pc:docMk/>
            <pc:sldMk cId="3248933607" sldId="313"/>
            <ac:spMk id="5" creationId="{EC9A3208-3560-F467-94E0-ED9EE8EFE1C4}"/>
          </ac:spMkLst>
        </pc:spChg>
        <pc:spChg chg="mod">
          <ac:chgData name="arwa desouki" userId="72abd272657f11e6" providerId="LiveId" clId="{22DA929E-C7A2-44DA-99BB-C93CB7EBCFB1}" dt="2024-12-25T21:10:28.632" v="2581" actId="12788"/>
          <ac:spMkLst>
            <pc:docMk/>
            <pc:sldMk cId="3248933607" sldId="313"/>
            <ac:spMk id="6" creationId="{74B19423-253D-DD98-F3D3-39786D4C9419}"/>
          </ac:spMkLst>
        </pc:spChg>
        <pc:spChg chg="mod">
          <ac:chgData name="arwa desouki" userId="72abd272657f11e6" providerId="LiveId" clId="{22DA929E-C7A2-44DA-99BB-C93CB7EBCFB1}" dt="2024-12-25T21:10:28.632" v="2581" actId="12788"/>
          <ac:spMkLst>
            <pc:docMk/>
            <pc:sldMk cId="3248933607" sldId="313"/>
            <ac:spMk id="7" creationId="{F03162B3-6EC9-1BF7-AA3E-D42B4D51C8F2}"/>
          </ac:spMkLst>
        </pc:spChg>
        <pc:spChg chg="mod">
          <ac:chgData name="arwa desouki" userId="72abd272657f11e6" providerId="LiveId" clId="{22DA929E-C7A2-44DA-99BB-C93CB7EBCFB1}" dt="2024-12-25T21:10:28.632" v="2581" actId="12788"/>
          <ac:spMkLst>
            <pc:docMk/>
            <pc:sldMk cId="3248933607" sldId="313"/>
            <ac:spMk id="8" creationId="{10499F3A-130A-EA08-412E-974CEB59B744}"/>
          </ac:spMkLst>
        </pc:spChg>
        <pc:grpChg chg="mod">
          <ac:chgData name="arwa desouki" userId="72abd272657f11e6" providerId="LiveId" clId="{22DA929E-C7A2-44DA-99BB-C93CB7EBCFB1}" dt="2024-12-25T21:10:28.632" v="2581" actId="12788"/>
          <ac:grpSpMkLst>
            <pc:docMk/>
            <pc:sldMk cId="3248933607" sldId="313"/>
            <ac:grpSpMk id="9" creationId="{494A20A8-2312-2911-948A-994A7EEE3ED6}"/>
          </ac:grpSpMkLst>
        </pc:grpChg>
        <pc:grpChg chg="mod">
          <ac:chgData name="arwa desouki" userId="72abd272657f11e6" providerId="LiveId" clId="{22DA929E-C7A2-44DA-99BB-C93CB7EBCFB1}" dt="2024-12-25T21:10:28.632" v="2581" actId="12788"/>
          <ac:grpSpMkLst>
            <pc:docMk/>
            <pc:sldMk cId="3248933607" sldId="313"/>
            <ac:grpSpMk id="17" creationId="{50809706-5A59-E01A-AA39-378B710DC8C5}"/>
          </ac:grpSpMkLst>
        </pc:grpChg>
        <pc:grpChg chg="mod">
          <ac:chgData name="arwa desouki" userId="72abd272657f11e6" providerId="LiveId" clId="{22DA929E-C7A2-44DA-99BB-C93CB7EBCFB1}" dt="2024-12-25T21:10:28.632" v="2581" actId="12788"/>
          <ac:grpSpMkLst>
            <pc:docMk/>
            <pc:sldMk cId="3248933607" sldId="313"/>
            <ac:grpSpMk id="36" creationId="{3EBFD050-F7A0-07D3-8D0F-67428E2EF492}"/>
          </ac:grpSpMkLst>
        </pc:grpChg>
        <pc:grpChg chg="mod">
          <ac:chgData name="arwa desouki" userId="72abd272657f11e6" providerId="LiveId" clId="{22DA929E-C7A2-44DA-99BB-C93CB7EBCFB1}" dt="2024-12-25T21:10:28.632" v="2581" actId="12788"/>
          <ac:grpSpMkLst>
            <pc:docMk/>
            <pc:sldMk cId="3248933607" sldId="313"/>
            <ac:grpSpMk id="47" creationId="{63E9DD4C-76A4-D3F6-75A6-922E87E6B93B}"/>
          </ac:grpSpMkLst>
        </pc:grpChg>
        <pc:picChg chg="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16" creationId="{77C01667-546F-4603-B880-6EAC824A9A66}"/>
          </ac:picMkLst>
        </pc:picChg>
        <pc:picChg chg="add del 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67" creationId="{6BC8D65F-8428-90E9-FBB4-B617D4108AD8}"/>
          </ac:picMkLst>
        </pc:picChg>
        <pc:picChg chg="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92" creationId="{1B2D14CC-1A88-45A3-9C0C-91ACDA8B2BB7}"/>
          </ac:picMkLst>
        </pc:picChg>
        <pc:picChg chg="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94" creationId="{1A7079B3-0FDC-BFA4-8C6A-12F0BDF740FA}"/>
          </ac:picMkLst>
        </pc:picChg>
        <pc:picChg chg="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96" creationId="{1C81CACE-5F1F-1601-351A-F18766AF5E9E}"/>
          </ac:picMkLst>
        </pc:picChg>
        <pc:picChg chg="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98" creationId="{B58221C4-DA4B-1C9D-810A-75D7B5FAA6A9}"/>
          </ac:picMkLst>
        </pc:picChg>
        <pc:picChg chg="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100" creationId="{8A957252-0838-2446-C624-D6376E45D5FB}"/>
          </ac:picMkLst>
        </pc:picChg>
        <pc:picChg chg="mod">
          <ac:chgData name="arwa desouki" userId="72abd272657f11e6" providerId="LiveId" clId="{22DA929E-C7A2-44DA-99BB-C93CB7EBCFB1}" dt="2024-12-25T21:10:28.632" v="2581" actId="12788"/>
          <ac:picMkLst>
            <pc:docMk/>
            <pc:sldMk cId="3248933607" sldId="313"/>
            <ac:picMk id="102" creationId="{2D6C6086-C00B-C7BB-5F57-6AF1F1059D04}"/>
          </ac:picMkLst>
        </pc:picChg>
      </pc:sldChg>
      <pc:sldChg chg="modSp add mod modTransition">
        <pc:chgData name="arwa desouki" userId="72abd272657f11e6" providerId="LiveId" clId="{22DA929E-C7A2-44DA-99BB-C93CB7EBCFB1}" dt="2024-12-25T21:59:10.814" v="3991"/>
        <pc:sldMkLst>
          <pc:docMk/>
          <pc:sldMk cId="2149277821" sldId="314"/>
        </pc:sldMkLst>
        <pc:spChg chg="mod">
          <ac:chgData name="arwa desouki" userId="72abd272657f11e6" providerId="LiveId" clId="{22DA929E-C7A2-44DA-99BB-C93CB7EBCFB1}" dt="2024-12-25T19:34:09.982" v="2475" actId="20577"/>
          <ac:spMkLst>
            <pc:docMk/>
            <pc:sldMk cId="2149277821" sldId="314"/>
            <ac:spMk id="17" creationId="{ED75D30A-9E7D-1FCA-C947-4B7D2360E17C}"/>
          </ac:spMkLst>
        </pc:spChg>
        <pc:spChg chg="mod">
          <ac:chgData name="arwa desouki" userId="72abd272657f11e6" providerId="LiveId" clId="{22DA929E-C7A2-44DA-99BB-C93CB7EBCFB1}" dt="2024-12-25T19:34:06.234" v="2468" actId="6549"/>
          <ac:spMkLst>
            <pc:docMk/>
            <pc:sldMk cId="2149277821" sldId="314"/>
            <ac:spMk id="21" creationId="{33155AC9-C285-3FCB-C25C-B93F8AC441F9}"/>
          </ac:spMkLst>
        </pc:spChg>
      </pc:sldChg>
      <pc:sldChg chg="modSp new mod modTransition">
        <pc:chgData name="arwa desouki" userId="72abd272657f11e6" providerId="LiveId" clId="{22DA929E-C7A2-44DA-99BB-C93CB7EBCFB1}" dt="2024-12-25T22:47:30.168" v="4310" actId="20577"/>
        <pc:sldMkLst>
          <pc:docMk/>
          <pc:sldMk cId="2861487987" sldId="315"/>
        </pc:sldMkLst>
        <pc:spChg chg="mod">
          <ac:chgData name="arwa desouki" userId="72abd272657f11e6" providerId="LiveId" clId="{22DA929E-C7A2-44DA-99BB-C93CB7EBCFB1}" dt="2024-12-25T22:47:30.168" v="4310" actId="20577"/>
          <ac:spMkLst>
            <pc:docMk/>
            <pc:sldMk cId="2861487987" sldId="315"/>
            <ac:spMk id="2" creationId="{E7F28EFF-AAE0-0771-5F06-177B9B6EC3C3}"/>
          </ac:spMkLst>
        </pc:spChg>
      </pc:sldChg>
      <pc:sldChg chg="new del">
        <pc:chgData name="arwa desouki" userId="72abd272657f11e6" providerId="LiveId" clId="{22DA929E-C7A2-44DA-99BB-C93CB7EBCFB1}" dt="2024-12-25T19:54:18.573" v="2544" actId="680"/>
        <pc:sldMkLst>
          <pc:docMk/>
          <pc:sldMk cId="3607183367" sldId="315"/>
        </pc:sldMkLst>
      </pc:sldChg>
      <pc:sldChg chg="addSp delSp modSp add del mod modTransition">
        <pc:chgData name="arwa desouki" userId="72abd272657f11e6" providerId="LiveId" clId="{22DA929E-C7A2-44DA-99BB-C93CB7EBCFB1}" dt="2024-12-25T21:45:55.548" v="3329" actId="47"/>
        <pc:sldMkLst>
          <pc:docMk/>
          <pc:sldMk cId="158294780" sldId="316"/>
        </pc:sldMkLst>
        <pc:spChg chg="mod">
          <ac:chgData name="arwa desouki" userId="72abd272657f11e6" providerId="LiveId" clId="{22DA929E-C7A2-44DA-99BB-C93CB7EBCFB1}" dt="2024-12-25T21:34:15.574" v="3113" actId="164"/>
          <ac:spMkLst>
            <pc:docMk/>
            <pc:sldMk cId="158294780" sldId="316"/>
            <ac:spMk id="3" creationId="{170311BA-14CD-B7A6-1847-B412759DC0E0}"/>
          </ac:spMkLst>
        </pc:spChg>
        <pc:spChg chg="mod">
          <ac:chgData name="arwa desouki" userId="72abd272657f11e6" providerId="LiveId" clId="{22DA929E-C7A2-44DA-99BB-C93CB7EBCFB1}" dt="2024-12-25T21:34:14.968" v="3110" actId="164"/>
          <ac:spMkLst>
            <pc:docMk/>
            <pc:sldMk cId="158294780" sldId="316"/>
            <ac:spMk id="4" creationId="{952EECFB-4CD2-A26A-039F-15620D973C2E}"/>
          </ac:spMkLst>
        </pc:spChg>
        <pc:spChg chg="mod">
          <ac:chgData name="arwa desouki" userId="72abd272657f11e6" providerId="LiveId" clId="{22DA929E-C7A2-44DA-99BB-C93CB7EBCFB1}" dt="2024-12-25T21:34:15.380" v="3112" actId="164"/>
          <ac:spMkLst>
            <pc:docMk/>
            <pc:sldMk cId="158294780" sldId="316"/>
            <ac:spMk id="5" creationId="{EE24A2D3-B0BE-04E6-BDE4-77342D6B34D8}"/>
          </ac:spMkLst>
        </pc:spChg>
        <pc:spChg chg="mod">
          <ac:chgData name="arwa desouki" userId="72abd272657f11e6" providerId="LiveId" clId="{22DA929E-C7A2-44DA-99BB-C93CB7EBCFB1}" dt="2024-12-25T21:34:15.162" v="3111" actId="164"/>
          <ac:spMkLst>
            <pc:docMk/>
            <pc:sldMk cId="158294780" sldId="316"/>
            <ac:spMk id="6" creationId="{DFB1E0FC-15D1-4DEE-1925-EE159E624D85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7" creationId="{111FBBF1-A7C1-C4FB-171E-947C51CDD9E4}"/>
          </ac:spMkLst>
        </pc:spChg>
        <pc:spChg chg="del">
          <ac:chgData name="arwa desouki" userId="72abd272657f11e6" providerId="LiveId" clId="{22DA929E-C7A2-44DA-99BB-C93CB7EBCFB1}" dt="2024-12-25T21:20:05.861" v="2812" actId="478"/>
          <ac:spMkLst>
            <pc:docMk/>
            <pc:sldMk cId="158294780" sldId="316"/>
            <ac:spMk id="8" creationId="{C76012BB-3098-68E0-0440-1E5428E45350}"/>
          </ac:spMkLst>
        </pc:spChg>
        <pc:spChg chg="mod">
          <ac:chgData name="arwa desouki" userId="72abd272657f11e6" providerId="LiveId" clId="{22DA929E-C7A2-44DA-99BB-C93CB7EBCFB1}" dt="2024-12-25T21:34:14.968" v="3110" actId="164"/>
          <ac:spMkLst>
            <pc:docMk/>
            <pc:sldMk cId="158294780" sldId="316"/>
            <ac:spMk id="10" creationId="{1DCAAB18-4EF5-604F-401C-1338A1DC7AA0}"/>
          </ac:spMkLst>
        </pc:spChg>
        <pc:spChg chg="mod">
          <ac:chgData name="arwa desouki" userId="72abd272657f11e6" providerId="LiveId" clId="{22DA929E-C7A2-44DA-99BB-C93CB7EBCFB1}" dt="2024-12-25T21:34:14.968" v="3110" actId="164"/>
          <ac:spMkLst>
            <pc:docMk/>
            <pc:sldMk cId="158294780" sldId="316"/>
            <ac:spMk id="11" creationId="{52DFA35F-1026-C1BE-3B91-78B62693994D}"/>
          </ac:spMkLst>
        </pc:spChg>
        <pc:spChg chg="mod">
          <ac:chgData name="arwa desouki" userId="72abd272657f11e6" providerId="LiveId" clId="{22DA929E-C7A2-44DA-99BB-C93CB7EBCFB1}" dt="2024-12-25T21:34:14.968" v="3110" actId="164"/>
          <ac:spMkLst>
            <pc:docMk/>
            <pc:sldMk cId="158294780" sldId="316"/>
            <ac:spMk id="12" creationId="{04EB4B64-6BC3-8B8B-AB10-99A652DD9A11}"/>
          </ac:spMkLst>
        </pc:spChg>
        <pc:spChg chg="mod">
          <ac:chgData name="arwa desouki" userId="72abd272657f11e6" providerId="LiveId" clId="{22DA929E-C7A2-44DA-99BB-C93CB7EBCFB1}" dt="2024-12-25T21:34:14.968" v="3110" actId="164"/>
          <ac:spMkLst>
            <pc:docMk/>
            <pc:sldMk cId="158294780" sldId="316"/>
            <ac:spMk id="13" creationId="{8C70D885-CADF-85F1-984D-B3716FEB2D54}"/>
          </ac:spMkLst>
        </pc:spChg>
        <pc:spChg chg="mod">
          <ac:chgData name="arwa desouki" userId="72abd272657f11e6" providerId="LiveId" clId="{22DA929E-C7A2-44DA-99BB-C93CB7EBCFB1}" dt="2024-12-25T21:34:15.162" v="3111" actId="164"/>
          <ac:spMkLst>
            <pc:docMk/>
            <pc:sldMk cId="158294780" sldId="316"/>
            <ac:spMk id="18" creationId="{8C823A44-FB76-CD09-7737-1E7EB979437A}"/>
          </ac:spMkLst>
        </pc:spChg>
        <pc:spChg chg="mod">
          <ac:chgData name="arwa desouki" userId="72abd272657f11e6" providerId="LiveId" clId="{22DA929E-C7A2-44DA-99BB-C93CB7EBCFB1}" dt="2024-12-25T21:34:15.162" v="3111" actId="164"/>
          <ac:spMkLst>
            <pc:docMk/>
            <pc:sldMk cId="158294780" sldId="316"/>
            <ac:spMk id="19" creationId="{4C46EE9A-3549-1AA1-5555-194B549B90BE}"/>
          </ac:spMkLst>
        </pc:spChg>
        <pc:spChg chg="mod">
          <ac:chgData name="arwa desouki" userId="72abd272657f11e6" providerId="LiveId" clId="{22DA929E-C7A2-44DA-99BB-C93CB7EBCFB1}" dt="2024-12-25T21:34:15.162" v="3111" actId="164"/>
          <ac:spMkLst>
            <pc:docMk/>
            <pc:sldMk cId="158294780" sldId="316"/>
            <ac:spMk id="20" creationId="{912D8AC3-1650-296D-7AA6-00ACEB55C8F1}"/>
          </ac:spMkLst>
        </pc:spChg>
        <pc:spChg chg="mod">
          <ac:chgData name="arwa desouki" userId="72abd272657f11e6" providerId="LiveId" clId="{22DA929E-C7A2-44DA-99BB-C93CB7EBCFB1}" dt="2024-12-25T21:34:15.162" v="3111" actId="164"/>
          <ac:spMkLst>
            <pc:docMk/>
            <pc:sldMk cId="158294780" sldId="316"/>
            <ac:spMk id="21" creationId="{B137C411-7C15-E9DF-CC83-837C85420B86}"/>
          </ac:spMkLst>
        </pc:spChg>
        <pc:spChg chg="mod">
          <ac:chgData name="arwa desouki" userId="72abd272657f11e6" providerId="LiveId" clId="{22DA929E-C7A2-44DA-99BB-C93CB7EBCFB1}" dt="2024-12-25T21:34:15.162" v="3111" actId="164"/>
          <ac:spMkLst>
            <pc:docMk/>
            <pc:sldMk cId="158294780" sldId="316"/>
            <ac:spMk id="22" creationId="{8A8C6D95-69C6-46A3-B1F2-17AAF0E134C5}"/>
          </ac:spMkLst>
        </pc:spChg>
        <pc:spChg chg="mod">
          <ac:chgData name="arwa desouki" userId="72abd272657f11e6" providerId="LiveId" clId="{22DA929E-C7A2-44DA-99BB-C93CB7EBCFB1}" dt="2024-12-25T21:34:15.162" v="3111" actId="164"/>
          <ac:spMkLst>
            <pc:docMk/>
            <pc:sldMk cId="158294780" sldId="316"/>
            <ac:spMk id="23" creationId="{6C07A0A5-4270-BD7B-5F68-C420B103DF78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37" creationId="{084234DD-E4E8-E942-B0F0-261B89E6B4ED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38" creationId="{D5928CA7-6006-CB73-DE14-F72563A120F6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39" creationId="{4D676632-FDA0-A82C-BAFF-F62A197BA2AF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40" creationId="{A4363D5E-8B2E-35D8-E8DE-72E0C41CEA00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41" creationId="{8ED92F1E-F61F-2E17-910F-766F0C596DBC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42" creationId="{9E5676C1-0596-18C5-3DA8-BCB7900339BD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43" creationId="{43C736DE-7712-98A5-FB1E-C839230474A3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44" creationId="{CCECAB9A-B24A-330F-C32F-13A7FDE9C9B8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45" creationId="{81A1E7F1-D4FE-52D7-B8FD-58BBD6CD0907}"/>
          </ac:spMkLst>
        </pc:spChg>
        <pc:spChg chg="mod">
          <ac:chgData name="arwa desouki" userId="72abd272657f11e6" providerId="LiveId" clId="{22DA929E-C7A2-44DA-99BB-C93CB7EBCFB1}" dt="2024-12-25T21:34:14.776" v="3109" actId="164"/>
          <ac:spMkLst>
            <pc:docMk/>
            <pc:sldMk cId="158294780" sldId="316"/>
            <ac:spMk id="46" creationId="{EC65D997-E4C8-ED98-9D69-7AB0061C4586}"/>
          </ac:spMkLst>
        </pc:spChg>
        <pc:grpChg chg="add mod">
          <ac:chgData name="arwa desouki" userId="72abd272657f11e6" providerId="LiveId" clId="{22DA929E-C7A2-44DA-99BB-C93CB7EBCFB1}" dt="2024-12-25T21:34:15.574" v="3113" actId="164"/>
          <ac:grpSpMkLst>
            <pc:docMk/>
            <pc:sldMk cId="158294780" sldId="316"/>
            <ac:grpSpMk id="2" creationId="{22309459-4870-EDFA-3484-BFA7279F6435}"/>
          </ac:grpSpMkLst>
        </pc:grpChg>
        <pc:grpChg chg="mod">
          <ac:chgData name="arwa desouki" userId="72abd272657f11e6" providerId="LiveId" clId="{22DA929E-C7A2-44DA-99BB-C93CB7EBCFB1}" dt="2024-12-25T21:34:14.968" v="3110" actId="164"/>
          <ac:grpSpMkLst>
            <pc:docMk/>
            <pc:sldMk cId="158294780" sldId="316"/>
            <ac:grpSpMk id="9" creationId="{4EF80359-37A5-5D00-01BF-232A76CE4419}"/>
          </ac:grpSpMkLst>
        </pc:grpChg>
        <pc:grpChg chg="add mod">
          <ac:chgData name="arwa desouki" userId="72abd272657f11e6" providerId="LiveId" clId="{22DA929E-C7A2-44DA-99BB-C93CB7EBCFB1}" dt="2024-12-25T21:34:15.380" v="3112" actId="164"/>
          <ac:grpSpMkLst>
            <pc:docMk/>
            <pc:sldMk cId="158294780" sldId="316"/>
            <ac:grpSpMk id="14" creationId="{E7380312-563D-F51B-2EF3-692C140BB700}"/>
          </ac:grpSpMkLst>
        </pc:grpChg>
        <pc:grpChg chg="add mod">
          <ac:chgData name="arwa desouki" userId="72abd272657f11e6" providerId="LiveId" clId="{22DA929E-C7A2-44DA-99BB-C93CB7EBCFB1}" dt="2024-12-25T21:34:15.162" v="3111" actId="164"/>
          <ac:grpSpMkLst>
            <pc:docMk/>
            <pc:sldMk cId="158294780" sldId="316"/>
            <ac:grpSpMk id="15" creationId="{6F67FE7F-D4BD-7385-6E46-86A8788C2F1C}"/>
          </ac:grpSpMkLst>
        </pc:grpChg>
        <pc:grpChg chg="mod">
          <ac:chgData name="arwa desouki" userId="72abd272657f11e6" providerId="LiveId" clId="{22DA929E-C7A2-44DA-99BB-C93CB7EBCFB1}" dt="2024-12-25T21:34:15.162" v="3111" actId="164"/>
          <ac:grpSpMkLst>
            <pc:docMk/>
            <pc:sldMk cId="158294780" sldId="316"/>
            <ac:grpSpMk id="17" creationId="{A9BB3CF7-A664-34F6-DDBE-BBDA8F5BECE3}"/>
          </ac:grpSpMkLst>
        </pc:grpChg>
        <pc:grpChg chg="add mod">
          <ac:chgData name="arwa desouki" userId="72abd272657f11e6" providerId="LiveId" clId="{22DA929E-C7A2-44DA-99BB-C93CB7EBCFB1}" dt="2024-12-25T21:34:14.968" v="3110" actId="164"/>
          <ac:grpSpMkLst>
            <pc:docMk/>
            <pc:sldMk cId="158294780" sldId="316"/>
            <ac:grpSpMk id="24" creationId="{21E9C0FC-06CF-EB5D-CBA5-38E0405C8BF8}"/>
          </ac:grpSpMkLst>
        </pc:grpChg>
        <pc:grpChg chg="add mod">
          <ac:chgData name="arwa desouki" userId="72abd272657f11e6" providerId="LiveId" clId="{22DA929E-C7A2-44DA-99BB-C93CB7EBCFB1}" dt="2024-12-25T21:34:14.776" v="3109" actId="164"/>
          <ac:grpSpMkLst>
            <pc:docMk/>
            <pc:sldMk cId="158294780" sldId="316"/>
            <ac:grpSpMk id="25" creationId="{2F67BACC-D9F7-4F1A-9820-9BD7CB4A92AF}"/>
          </ac:grpSpMkLst>
        </pc:grpChg>
        <pc:grpChg chg="mod">
          <ac:chgData name="arwa desouki" userId="72abd272657f11e6" providerId="LiveId" clId="{22DA929E-C7A2-44DA-99BB-C93CB7EBCFB1}" dt="2024-12-25T21:34:14.776" v="3109" actId="164"/>
          <ac:grpSpMkLst>
            <pc:docMk/>
            <pc:sldMk cId="158294780" sldId="316"/>
            <ac:grpSpMk id="36" creationId="{2E3123CD-7A67-FF01-17EA-59F9F23C1FA3}"/>
          </ac:grpSpMkLst>
        </pc:grpChg>
        <pc:grpChg chg="del">
          <ac:chgData name="arwa desouki" userId="72abd272657f11e6" providerId="LiveId" clId="{22DA929E-C7A2-44DA-99BB-C93CB7EBCFB1}" dt="2024-12-25T21:20:05.861" v="2812" actId="478"/>
          <ac:grpSpMkLst>
            <pc:docMk/>
            <pc:sldMk cId="158294780" sldId="316"/>
            <ac:grpSpMk id="47" creationId="{D03F6306-1D78-DA54-C0C9-1E0A94E64852}"/>
          </ac:grpSpMkLst>
        </pc:grpChg>
        <pc:picChg chg="mod">
          <ac:chgData name="arwa desouki" userId="72abd272657f11e6" providerId="LiveId" clId="{22DA929E-C7A2-44DA-99BB-C93CB7EBCFB1}" dt="2024-12-25T21:34:15.380" v="3112" actId="164"/>
          <ac:picMkLst>
            <pc:docMk/>
            <pc:sldMk cId="158294780" sldId="316"/>
            <ac:picMk id="16" creationId="{73543C43-51EB-D2A2-3817-81494DB8F495}"/>
          </ac:picMkLst>
        </pc:picChg>
        <pc:picChg chg="mod">
          <ac:chgData name="arwa desouki" userId="72abd272657f11e6" providerId="LiveId" clId="{22DA929E-C7A2-44DA-99BB-C93CB7EBCFB1}" dt="2024-12-25T21:34:15.574" v="3113" actId="164"/>
          <ac:picMkLst>
            <pc:docMk/>
            <pc:sldMk cId="158294780" sldId="316"/>
            <ac:picMk id="67" creationId="{C6E52FA0-A19D-BBB0-C085-7A46079A95A7}"/>
          </ac:picMkLst>
        </pc:picChg>
        <pc:picChg chg="del">
          <ac:chgData name="arwa desouki" userId="72abd272657f11e6" providerId="LiveId" clId="{22DA929E-C7A2-44DA-99BB-C93CB7EBCFB1}" dt="2024-12-25T21:20:05.861" v="2812" actId="478"/>
          <ac:picMkLst>
            <pc:docMk/>
            <pc:sldMk cId="158294780" sldId="316"/>
            <ac:picMk id="92" creationId="{79AC272D-CCD6-5ED7-EE3A-2A2A02B0D759}"/>
          </ac:picMkLst>
        </pc:picChg>
        <pc:picChg chg="del mod">
          <ac:chgData name="arwa desouki" userId="72abd272657f11e6" providerId="LiveId" clId="{22DA929E-C7A2-44DA-99BB-C93CB7EBCFB1}" dt="2024-12-25T21:27:47.849" v="3035" actId="478"/>
          <ac:picMkLst>
            <pc:docMk/>
            <pc:sldMk cId="158294780" sldId="316"/>
            <ac:picMk id="94" creationId="{9D8DFF1C-510D-086F-DC44-3808E425E05F}"/>
          </ac:picMkLst>
        </pc:picChg>
        <pc:picChg chg="del mod">
          <ac:chgData name="arwa desouki" userId="72abd272657f11e6" providerId="LiveId" clId="{22DA929E-C7A2-44DA-99BB-C93CB7EBCFB1}" dt="2024-12-25T21:27:47.849" v="3035" actId="478"/>
          <ac:picMkLst>
            <pc:docMk/>
            <pc:sldMk cId="158294780" sldId="316"/>
            <ac:picMk id="96" creationId="{609ACE95-2AC5-7153-6835-9397283F8811}"/>
          </ac:picMkLst>
        </pc:picChg>
        <pc:picChg chg="del mod">
          <ac:chgData name="arwa desouki" userId="72abd272657f11e6" providerId="LiveId" clId="{22DA929E-C7A2-44DA-99BB-C93CB7EBCFB1}" dt="2024-12-25T21:27:47.849" v="3035" actId="478"/>
          <ac:picMkLst>
            <pc:docMk/>
            <pc:sldMk cId="158294780" sldId="316"/>
            <ac:picMk id="98" creationId="{9A5E8ABC-7DE3-F267-D1E9-7CAEE58FE043}"/>
          </ac:picMkLst>
        </pc:picChg>
        <pc:picChg chg="del mod">
          <ac:chgData name="arwa desouki" userId="72abd272657f11e6" providerId="LiveId" clId="{22DA929E-C7A2-44DA-99BB-C93CB7EBCFB1}" dt="2024-12-25T21:27:47.849" v="3035" actId="478"/>
          <ac:picMkLst>
            <pc:docMk/>
            <pc:sldMk cId="158294780" sldId="316"/>
            <ac:picMk id="100" creationId="{79ECA0DC-2F0E-8DCC-D7C4-1EF2C84F01ED}"/>
          </ac:picMkLst>
        </pc:picChg>
        <pc:picChg chg="del mod">
          <ac:chgData name="arwa desouki" userId="72abd272657f11e6" providerId="LiveId" clId="{22DA929E-C7A2-44DA-99BB-C93CB7EBCFB1}" dt="2024-12-25T21:27:47.849" v="3035" actId="478"/>
          <ac:picMkLst>
            <pc:docMk/>
            <pc:sldMk cId="158294780" sldId="316"/>
            <ac:picMk id="102" creationId="{CA2CD5D0-4366-56C3-15AF-5AEF22A98866}"/>
          </ac:picMkLst>
        </pc:picChg>
      </pc:sldChg>
      <pc:sldChg chg="addSp delSp modSp new del mod">
        <pc:chgData name="arwa desouki" userId="72abd272657f11e6" providerId="LiveId" clId="{22DA929E-C7A2-44DA-99BB-C93CB7EBCFB1}" dt="2024-12-25T21:36:49.076" v="3169" actId="680"/>
        <pc:sldMkLst>
          <pc:docMk/>
          <pc:sldMk cId="201253616" sldId="316"/>
        </pc:sldMkLst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2" creationId="{44642EE6-AC84-0B65-C299-2A6AA94480C8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3" creationId="{83CB774E-50BA-7553-BC75-1C9976F5105C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4" creationId="{6D3E574D-039C-9AEB-A7FD-D4AE54B1917D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5" creationId="{2025613B-E662-502B-3585-FF56DEE03D7B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6" creationId="{F4EDBBC5-7B84-F1AF-0A41-D80ED098237D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7" creationId="{DEC9CFF8-164C-E02B-D9FD-0789A2182AAC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8" creationId="{BFB2781F-BFB8-D9FA-0DB9-52DFAEF2E6DC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9" creationId="{6BC61735-BF24-F9F9-A6E8-43D9ED09623B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10" creationId="{D69EDBB5-FC8B-00B8-2DAF-3631E8CBDD6F}"/>
          </ac:spMkLst>
        </pc:spChg>
        <pc:spChg chg="add del">
          <ac:chgData name="arwa desouki" userId="72abd272657f11e6" providerId="LiveId" clId="{22DA929E-C7A2-44DA-99BB-C93CB7EBCFB1}" dt="2024-12-25T21:36:48.717" v="3168" actId="478"/>
          <ac:spMkLst>
            <pc:docMk/>
            <pc:sldMk cId="201253616" sldId="316"/>
            <ac:spMk id="11" creationId="{18C67AF6-0D11-5FC6-5A4A-47A88E1B7C28}"/>
          </ac:spMkLst>
        </pc:spChg>
        <pc:picChg chg="add mod">
          <ac:chgData name="arwa desouki" userId="72abd272657f11e6" providerId="LiveId" clId="{22DA929E-C7A2-44DA-99BB-C93CB7EBCFB1}" dt="2024-12-25T21:36:48.398" v="3167" actId="14100"/>
          <ac:picMkLst>
            <pc:docMk/>
            <pc:sldMk cId="201253616" sldId="316"/>
            <ac:picMk id="13" creationId="{47F7276D-6E2A-D50C-0D08-43666F52AC39}"/>
          </ac:picMkLst>
        </pc:picChg>
        <pc:picChg chg="add mod modCrop">
          <ac:chgData name="arwa desouki" userId="72abd272657f11e6" providerId="LiveId" clId="{22DA929E-C7A2-44DA-99BB-C93CB7EBCFB1}" dt="2024-12-25T21:36:48.398" v="3167" actId="14100"/>
          <ac:picMkLst>
            <pc:docMk/>
            <pc:sldMk cId="201253616" sldId="316"/>
            <ac:picMk id="15" creationId="{1DCFC9E1-900C-7E24-EE82-7F0F992E5FF0}"/>
          </ac:picMkLst>
        </pc:picChg>
        <pc:picChg chg="add mod">
          <ac:chgData name="arwa desouki" userId="72abd272657f11e6" providerId="LiveId" clId="{22DA929E-C7A2-44DA-99BB-C93CB7EBCFB1}" dt="2024-12-25T21:36:48.398" v="3167" actId="14100"/>
          <ac:picMkLst>
            <pc:docMk/>
            <pc:sldMk cId="201253616" sldId="316"/>
            <ac:picMk id="17" creationId="{BF76A591-B84E-2532-01AA-0742EC46B9EC}"/>
          </ac:picMkLst>
        </pc:picChg>
        <pc:picChg chg="add mod">
          <ac:chgData name="arwa desouki" userId="72abd272657f11e6" providerId="LiveId" clId="{22DA929E-C7A2-44DA-99BB-C93CB7EBCFB1}" dt="2024-12-25T21:36:48.398" v="3167" actId="14100"/>
          <ac:picMkLst>
            <pc:docMk/>
            <pc:sldMk cId="201253616" sldId="316"/>
            <ac:picMk id="19" creationId="{3B2E2433-BEF6-9159-75E1-0DDF463126C1}"/>
          </ac:picMkLst>
        </pc:picChg>
        <pc:picChg chg="add mod">
          <ac:chgData name="arwa desouki" userId="72abd272657f11e6" providerId="LiveId" clId="{22DA929E-C7A2-44DA-99BB-C93CB7EBCFB1}" dt="2024-12-25T21:36:48.398" v="3167" actId="14100"/>
          <ac:picMkLst>
            <pc:docMk/>
            <pc:sldMk cId="201253616" sldId="316"/>
            <ac:picMk id="21" creationId="{EDA5BEAA-5CB9-F97E-DBDB-FB54F45E3562}"/>
          </ac:picMkLst>
        </pc:picChg>
        <pc:picChg chg="add mod">
          <ac:chgData name="arwa desouki" userId="72abd272657f11e6" providerId="LiveId" clId="{22DA929E-C7A2-44DA-99BB-C93CB7EBCFB1}" dt="2024-12-25T21:36:48.398" v="3167" actId="14100"/>
          <ac:picMkLst>
            <pc:docMk/>
            <pc:sldMk cId="201253616" sldId="316"/>
            <ac:picMk id="23" creationId="{4DB22834-5373-4051-F5E8-B3766DA7D694}"/>
          </ac:picMkLst>
        </pc:picChg>
      </pc:sldChg>
      <pc:sldChg chg="modSp add mod ord modTransition">
        <pc:chgData name="arwa desouki" userId="72abd272657f11e6" providerId="LiveId" clId="{22DA929E-C7A2-44DA-99BB-C93CB7EBCFB1}" dt="2024-12-25T21:58:38.888" v="3990"/>
        <pc:sldMkLst>
          <pc:docMk/>
          <pc:sldMk cId="2022221115" sldId="316"/>
        </pc:sldMkLst>
        <pc:grpChg chg="mod">
          <ac:chgData name="arwa desouki" userId="72abd272657f11e6" providerId="LiveId" clId="{22DA929E-C7A2-44DA-99BB-C93CB7EBCFB1}" dt="2024-12-25T21:58:02.043" v="3980" actId="1076"/>
          <ac:grpSpMkLst>
            <pc:docMk/>
            <pc:sldMk cId="2022221115" sldId="316"/>
            <ac:grpSpMk id="90" creationId="{8FA60822-22D9-D6BB-7E5E-4452F76E5AD6}"/>
          </ac:grpSpMkLst>
        </pc:grpChg>
      </pc:sldChg>
      <pc:sldChg chg="delSp modSp add del mod modTransition">
        <pc:chgData name="arwa desouki" userId="72abd272657f11e6" providerId="LiveId" clId="{22DA929E-C7A2-44DA-99BB-C93CB7EBCFB1}" dt="2024-12-25T21:37:05.539" v="3171" actId="47"/>
        <pc:sldMkLst>
          <pc:docMk/>
          <pc:sldMk cId="113765589" sldId="317"/>
        </pc:sldMkLst>
        <pc:spChg chg="del mod">
          <ac:chgData name="arwa desouki" userId="72abd272657f11e6" providerId="LiveId" clId="{22DA929E-C7A2-44DA-99BB-C93CB7EBCFB1}" dt="2024-12-25T21:21:40.369" v="2926" actId="478"/>
          <ac:spMkLst>
            <pc:docMk/>
            <pc:sldMk cId="113765589" sldId="317"/>
            <ac:spMk id="3" creationId="{D5184BEE-4616-8678-0673-B511D674D7AE}"/>
          </ac:spMkLst>
        </pc:spChg>
        <pc:spChg chg="mod">
          <ac:chgData name="arwa desouki" userId="72abd272657f11e6" providerId="LiveId" clId="{22DA929E-C7A2-44DA-99BB-C93CB7EBCFB1}" dt="2024-12-25T21:34:02.267" v="3095" actId="408"/>
          <ac:spMkLst>
            <pc:docMk/>
            <pc:sldMk cId="113765589" sldId="317"/>
            <ac:spMk id="4" creationId="{2F7309BD-2BC1-F1D3-5D40-C832F82A5833}"/>
          </ac:spMkLst>
        </pc:spChg>
        <pc:spChg chg="mod">
          <ac:chgData name="arwa desouki" userId="72abd272657f11e6" providerId="LiveId" clId="{22DA929E-C7A2-44DA-99BB-C93CB7EBCFB1}" dt="2024-12-25T21:34:02.267" v="3095" actId="408"/>
          <ac:spMkLst>
            <pc:docMk/>
            <pc:sldMk cId="113765589" sldId="317"/>
            <ac:spMk id="5" creationId="{D19E81B8-9220-0F27-E15D-3EEA800D6CE6}"/>
          </ac:spMkLst>
        </pc:spChg>
        <pc:spChg chg="mod">
          <ac:chgData name="arwa desouki" userId="72abd272657f11e6" providerId="LiveId" clId="{22DA929E-C7A2-44DA-99BB-C93CB7EBCFB1}" dt="2024-12-25T21:34:02.267" v="3095" actId="408"/>
          <ac:spMkLst>
            <pc:docMk/>
            <pc:sldMk cId="113765589" sldId="317"/>
            <ac:spMk id="6" creationId="{9EF4AB7F-B71D-00C7-5FD6-2F5A283C6642}"/>
          </ac:spMkLst>
        </pc:spChg>
        <pc:spChg chg="mod">
          <ac:chgData name="arwa desouki" userId="72abd272657f11e6" providerId="LiveId" clId="{22DA929E-C7A2-44DA-99BB-C93CB7EBCFB1}" dt="2024-12-25T21:34:02.267" v="3095" actId="408"/>
          <ac:spMkLst>
            <pc:docMk/>
            <pc:sldMk cId="113765589" sldId="317"/>
            <ac:spMk id="7" creationId="{C1AE9AC4-791A-A886-1FC5-4E4B0E54FFBB}"/>
          </ac:spMkLst>
        </pc:spChg>
        <pc:spChg chg="del mod">
          <ac:chgData name="arwa desouki" userId="72abd272657f11e6" providerId="LiveId" clId="{22DA929E-C7A2-44DA-99BB-C93CB7EBCFB1}" dt="2024-12-25T21:19:47.381" v="2809" actId="478"/>
          <ac:spMkLst>
            <pc:docMk/>
            <pc:sldMk cId="113765589" sldId="317"/>
            <ac:spMk id="8" creationId="{D109A69D-A4EA-5F81-6BE9-95BC2023E663}"/>
          </ac:spMkLst>
        </pc:spChg>
        <pc:spChg chg="mod">
          <ac:chgData name="arwa desouki" userId="72abd272657f11e6" providerId="LiveId" clId="{22DA929E-C7A2-44DA-99BB-C93CB7EBCFB1}" dt="2024-12-25T21:16:24.105" v="2621" actId="948"/>
          <ac:spMkLst>
            <pc:docMk/>
            <pc:sldMk cId="113765589" sldId="317"/>
            <ac:spMk id="22" creationId="{0BE1EB6A-7B46-8A4C-3E8F-630E13C76E2D}"/>
          </ac:spMkLst>
        </pc:spChg>
        <pc:spChg chg="mod">
          <ac:chgData name="arwa desouki" userId="72abd272657f11e6" providerId="LiveId" clId="{22DA929E-C7A2-44DA-99BB-C93CB7EBCFB1}" dt="2024-12-25T21:16:24.105" v="2621" actId="948"/>
          <ac:spMkLst>
            <pc:docMk/>
            <pc:sldMk cId="113765589" sldId="317"/>
            <ac:spMk id="23" creationId="{8FB261E5-5874-F68A-1A89-FB6E284BEC31}"/>
          </ac:spMkLst>
        </pc:spChg>
        <pc:grpChg chg="mod">
          <ac:chgData name="arwa desouki" userId="72abd272657f11e6" providerId="LiveId" clId="{22DA929E-C7A2-44DA-99BB-C93CB7EBCFB1}" dt="2024-12-25T21:34:02.267" v="3095" actId="408"/>
          <ac:grpSpMkLst>
            <pc:docMk/>
            <pc:sldMk cId="113765589" sldId="317"/>
            <ac:grpSpMk id="9" creationId="{5E7053F1-2207-5285-5D53-2C8624FEC12F}"/>
          </ac:grpSpMkLst>
        </pc:grpChg>
        <pc:grpChg chg="mod">
          <ac:chgData name="arwa desouki" userId="72abd272657f11e6" providerId="LiveId" clId="{22DA929E-C7A2-44DA-99BB-C93CB7EBCFB1}" dt="2024-12-25T21:34:02.267" v="3095" actId="408"/>
          <ac:grpSpMkLst>
            <pc:docMk/>
            <pc:sldMk cId="113765589" sldId="317"/>
            <ac:grpSpMk id="17" creationId="{1B47D50C-4DCE-0B5A-29C4-3985329D4432}"/>
          </ac:grpSpMkLst>
        </pc:grpChg>
        <pc:grpChg chg="mod">
          <ac:chgData name="arwa desouki" userId="72abd272657f11e6" providerId="LiveId" clId="{22DA929E-C7A2-44DA-99BB-C93CB7EBCFB1}" dt="2024-12-25T21:34:02.267" v="3095" actId="408"/>
          <ac:grpSpMkLst>
            <pc:docMk/>
            <pc:sldMk cId="113765589" sldId="317"/>
            <ac:grpSpMk id="36" creationId="{AFBB1A6B-C76A-8F02-3B83-DA9ABCFFA588}"/>
          </ac:grpSpMkLst>
        </pc:grpChg>
        <pc:grpChg chg="del mod">
          <ac:chgData name="arwa desouki" userId="72abd272657f11e6" providerId="LiveId" clId="{22DA929E-C7A2-44DA-99BB-C93CB7EBCFB1}" dt="2024-12-25T21:19:47.381" v="2809" actId="478"/>
          <ac:grpSpMkLst>
            <pc:docMk/>
            <pc:sldMk cId="113765589" sldId="317"/>
            <ac:grpSpMk id="47" creationId="{D4F2CC00-59DA-4AC0-81A1-F58FA7DE4E35}"/>
          </ac:grpSpMkLst>
        </pc:grpChg>
        <pc:picChg chg="mod">
          <ac:chgData name="arwa desouki" userId="72abd272657f11e6" providerId="LiveId" clId="{22DA929E-C7A2-44DA-99BB-C93CB7EBCFB1}" dt="2024-12-25T21:34:02.267" v="3095" actId="408"/>
          <ac:picMkLst>
            <pc:docMk/>
            <pc:sldMk cId="113765589" sldId="317"/>
            <ac:picMk id="16" creationId="{07E9A316-CADB-3422-B32F-144699A8DF23}"/>
          </ac:picMkLst>
        </pc:picChg>
        <pc:picChg chg="del mod">
          <ac:chgData name="arwa desouki" userId="72abd272657f11e6" providerId="LiveId" clId="{22DA929E-C7A2-44DA-99BB-C93CB7EBCFB1}" dt="2024-12-25T21:21:38.961" v="2925" actId="478"/>
          <ac:picMkLst>
            <pc:docMk/>
            <pc:sldMk cId="113765589" sldId="317"/>
            <ac:picMk id="67" creationId="{437AB285-72B4-846E-035F-DFE2DE3020FA}"/>
          </ac:picMkLst>
        </pc:picChg>
        <pc:picChg chg="del mod">
          <ac:chgData name="arwa desouki" userId="72abd272657f11e6" providerId="LiveId" clId="{22DA929E-C7A2-44DA-99BB-C93CB7EBCFB1}" dt="2024-12-25T21:19:47.381" v="2809" actId="478"/>
          <ac:picMkLst>
            <pc:docMk/>
            <pc:sldMk cId="113765589" sldId="317"/>
            <ac:picMk id="92" creationId="{EF814926-7ECF-AE50-2958-E9A50132814B}"/>
          </ac:picMkLst>
        </pc:picChg>
        <pc:picChg chg="mod modCrop">
          <ac:chgData name="arwa desouki" userId="72abd272657f11e6" providerId="LiveId" clId="{22DA929E-C7A2-44DA-99BB-C93CB7EBCFB1}" dt="2024-12-25T21:34:02.267" v="3095" actId="408"/>
          <ac:picMkLst>
            <pc:docMk/>
            <pc:sldMk cId="113765589" sldId="317"/>
            <ac:picMk id="94" creationId="{CA20180C-F77E-7B25-887B-21640CAB80E7}"/>
          </ac:picMkLst>
        </pc:picChg>
        <pc:picChg chg="del mod">
          <ac:chgData name="arwa desouki" userId="72abd272657f11e6" providerId="LiveId" clId="{22DA929E-C7A2-44DA-99BB-C93CB7EBCFB1}" dt="2024-12-25T21:28:43.953" v="3036" actId="478"/>
          <ac:picMkLst>
            <pc:docMk/>
            <pc:sldMk cId="113765589" sldId="317"/>
            <ac:picMk id="96" creationId="{6F7E7E22-940C-44EB-1818-C18B1601DE6B}"/>
          </ac:picMkLst>
        </pc:picChg>
        <pc:picChg chg="del mod">
          <ac:chgData name="arwa desouki" userId="72abd272657f11e6" providerId="LiveId" clId="{22DA929E-C7A2-44DA-99BB-C93CB7EBCFB1}" dt="2024-12-25T21:28:43.953" v="3036" actId="478"/>
          <ac:picMkLst>
            <pc:docMk/>
            <pc:sldMk cId="113765589" sldId="317"/>
            <ac:picMk id="98" creationId="{0A99FD0E-CAB0-3CD9-C1B2-7302318782AF}"/>
          </ac:picMkLst>
        </pc:picChg>
        <pc:picChg chg="del mod">
          <ac:chgData name="arwa desouki" userId="72abd272657f11e6" providerId="LiveId" clId="{22DA929E-C7A2-44DA-99BB-C93CB7EBCFB1}" dt="2024-12-25T21:28:43.953" v="3036" actId="478"/>
          <ac:picMkLst>
            <pc:docMk/>
            <pc:sldMk cId="113765589" sldId="317"/>
            <ac:picMk id="100" creationId="{A03D9F3C-5A52-D7C6-9429-D08E395DAA62}"/>
          </ac:picMkLst>
        </pc:picChg>
        <pc:picChg chg="del mod">
          <ac:chgData name="arwa desouki" userId="72abd272657f11e6" providerId="LiveId" clId="{22DA929E-C7A2-44DA-99BB-C93CB7EBCFB1}" dt="2024-12-25T21:28:43.953" v="3036" actId="478"/>
          <ac:picMkLst>
            <pc:docMk/>
            <pc:sldMk cId="113765589" sldId="317"/>
            <ac:picMk id="102" creationId="{A922FD74-1DC4-0431-693B-230714E6D123}"/>
          </ac:picMkLst>
        </pc:picChg>
      </pc:sldChg>
      <pc:sldChg chg="delSp modSp add mod modTransition">
        <pc:chgData name="arwa desouki" userId="72abd272657f11e6" providerId="LiveId" clId="{22DA929E-C7A2-44DA-99BB-C93CB7EBCFB1}" dt="2024-12-25T21:58:38.888" v="3990"/>
        <pc:sldMkLst>
          <pc:docMk/>
          <pc:sldMk cId="3547141378" sldId="317"/>
        </pc:sldMkLst>
        <pc:spChg chg="del">
          <ac:chgData name="arwa desouki" userId="72abd272657f11e6" providerId="LiveId" clId="{22DA929E-C7A2-44DA-99BB-C93CB7EBCFB1}" dt="2024-12-25T21:52:06.728" v="3542" actId="478"/>
          <ac:spMkLst>
            <pc:docMk/>
            <pc:sldMk cId="3547141378" sldId="317"/>
            <ac:spMk id="34" creationId="{B380EED7-569C-BF68-AAF7-31C387B4FEC0}"/>
          </ac:spMkLst>
        </pc:spChg>
        <pc:grpChg chg="mod modVis">
          <ac:chgData name="arwa desouki" userId="72abd272657f11e6" providerId="LiveId" clId="{22DA929E-C7A2-44DA-99BB-C93CB7EBCFB1}" dt="2024-12-25T21:52:09.650" v="3543" actId="14430"/>
          <ac:grpSpMkLst>
            <pc:docMk/>
            <pc:sldMk cId="3547141378" sldId="317"/>
            <ac:grpSpMk id="73" creationId="{E46EA394-FF9C-AEED-1B23-A0CB167800CB}"/>
          </ac:grpSpMkLst>
        </pc:grpChg>
        <pc:grpChg chg="mod">
          <ac:chgData name="arwa desouki" userId="72abd272657f11e6" providerId="LiveId" clId="{22DA929E-C7A2-44DA-99BB-C93CB7EBCFB1}" dt="2024-12-25T21:51:32.374" v="3459" actId="1037"/>
          <ac:grpSpMkLst>
            <pc:docMk/>
            <pc:sldMk cId="3547141378" sldId="317"/>
            <ac:grpSpMk id="87" creationId="{B20617C4-9906-6050-77D8-115EDE3F68E9}"/>
          </ac:grpSpMkLst>
        </pc:grpChg>
        <pc:grpChg chg="mod">
          <ac:chgData name="arwa desouki" userId="72abd272657f11e6" providerId="LiveId" clId="{22DA929E-C7A2-44DA-99BB-C93CB7EBCFB1}" dt="2024-12-25T21:51:39.561" v="3485" actId="1037"/>
          <ac:grpSpMkLst>
            <pc:docMk/>
            <pc:sldMk cId="3547141378" sldId="317"/>
            <ac:grpSpMk id="88" creationId="{A217F61B-C156-E86A-507D-644DC6D1F2FC}"/>
          </ac:grpSpMkLst>
        </pc:grpChg>
        <pc:grpChg chg="mod">
          <ac:chgData name="arwa desouki" userId="72abd272657f11e6" providerId="LiveId" clId="{22DA929E-C7A2-44DA-99BB-C93CB7EBCFB1}" dt="2024-12-25T21:51:41.606" v="3510" actId="1038"/>
          <ac:grpSpMkLst>
            <pc:docMk/>
            <pc:sldMk cId="3547141378" sldId="317"/>
            <ac:grpSpMk id="89" creationId="{48A81282-67FB-A051-D0C7-7F8C6C3FBDAC}"/>
          </ac:grpSpMkLst>
        </pc:grpChg>
        <pc:grpChg chg="mod">
          <ac:chgData name="arwa desouki" userId="72abd272657f11e6" providerId="LiveId" clId="{22DA929E-C7A2-44DA-99BB-C93CB7EBCFB1}" dt="2024-12-25T21:52:37.236" v="3549" actId="1076"/>
          <ac:grpSpMkLst>
            <pc:docMk/>
            <pc:sldMk cId="3547141378" sldId="317"/>
            <ac:grpSpMk id="90" creationId="{04781EB0-0A9E-C4CD-EEAE-76B4BD1ED5D9}"/>
          </ac:grpSpMkLst>
        </pc:grpChg>
        <pc:grpChg chg="mod">
          <ac:chgData name="arwa desouki" userId="72abd272657f11e6" providerId="LiveId" clId="{22DA929E-C7A2-44DA-99BB-C93CB7EBCFB1}" dt="2024-12-25T21:51:48.597" v="3541" actId="1037"/>
          <ac:grpSpMkLst>
            <pc:docMk/>
            <pc:sldMk cId="3547141378" sldId="317"/>
            <ac:grpSpMk id="91" creationId="{6A84FD54-7D47-BF8C-3FDD-3B09EA95BBEC}"/>
          </ac:grpSpMkLst>
        </pc:grpChg>
        <pc:picChg chg="mod modCrop">
          <ac:chgData name="arwa desouki" userId="72abd272657f11e6" providerId="LiveId" clId="{22DA929E-C7A2-44DA-99BB-C93CB7EBCFB1}" dt="2024-12-25T21:52:35.323" v="3548" actId="732"/>
          <ac:picMkLst>
            <pc:docMk/>
            <pc:sldMk cId="3547141378" sldId="317"/>
            <ac:picMk id="26" creationId="{E0C89AEC-1AA7-E64F-F7B3-4B69AF91F673}"/>
          </ac:picMkLst>
        </pc:picChg>
      </pc:sldChg>
      <pc:sldChg chg="addSp delSp modSp add del mod modTransition">
        <pc:chgData name="arwa desouki" userId="72abd272657f11e6" providerId="LiveId" clId="{22DA929E-C7A2-44DA-99BB-C93CB7EBCFB1}" dt="2024-12-25T21:37:05.539" v="3171" actId="47"/>
        <pc:sldMkLst>
          <pc:docMk/>
          <pc:sldMk cId="1357569614" sldId="318"/>
        </pc:sldMkLst>
        <pc:spChg chg="mod">
          <ac:chgData name="arwa desouki" userId="72abd272657f11e6" providerId="LiveId" clId="{22DA929E-C7A2-44DA-99BB-C93CB7EBCFB1}" dt="2024-12-25T21:34:13.139" v="3102" actId="164"/>
          <ac:spMkLst>
            <pc:docMk/>
            <pc:sldMk cId="1357569614" sldId="318"/>
            <ac:spMk id="3" creationId="{09B0A9BA-70CF-D658-F078-EC6996BCD3F4}"/>
          </ac:spMkLst>
        </pc:spChg>
        <pc:spChg chg="del">
          <ac:chgData name="arwa desouki" userId="72abd272657f11e6" providerId="LiveId" clId="{22DA929E-C7A2-44DA-99BB-C93CB7EBCFB1}" dt="2024-12-25T21:30:23.949" v="3043" actId="478"/>
          <ac:spMkLst>
            <pc:docMk/>
            <pc:sldMk cId="1357569614" sldId="318"/>
            <ac:spMk id="4" creationId="{F6C2DBF0-123F-9D62-B143-62D499D6E32E}"/>
          </ac:spMkLst>
        </pc:spChg>
        <pc:spChg chg="mod">
          <ac:chgData name="arwa desouki" userId="72abd272657f11e6" providerId="LiveId" clId="{22DA929E-C7A2-44DA-99BB-C93CB7EBCFB1}" dt="2024-12-25T21:34:12.814" v="3101" actId="164"/>
          <ac:spMkLst>
            <pc:docMk/>
            <pc:sldMk cId="1357569614" sldId="318"/>
            <ac:spMk id="5" creationId="{87CF393C-9B7A-C231-9E5A-359D7DA52759}"/>
          </ac:spMkLst>
        </pc:spChg>
        <pc:spChg chg="mod ord">
          <ac:chgData name="arwa desouki" userId="72abd272657f11e6" providerId="LiveId" clId="{22DA929E-C7A2-44DA-99BB-C93CB7EBCFB1}" dt="2024-12-25T21:34:12.617" v="3100" actId="164"/>
          <ac:spMkLst>
            <pc:docMk/>
            <pc:sldMk cId="1357569614" sldId="318"/>
            <ac:spMk id="6" creationId="{A5FD0DCF-7E6C-4760-81BD-97C4CC56054C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7" creationId="{A89F3AD1-ECF2-0CAD-9D01-33A20A627A74}"/>
          </ac:spMkLst>
        </pc:spChg>
        <pc:spChg chg="mod">
          <ac:chgData name="arwa desouki" userId="72abd272657f11e6" providerId="LiveId" clId="{22DA929E-C7A2-44DA-99BB-C93CB7EBCFB1}" dt="2024-12-25T21:34:12.617" v="3100" actId="164"/>
          <ac:spMkLst>
            <pc:docMk/>
            <pc:sldMk cId="1357569614" sldId="318"/>
            <ac:spMk id="18" creationId="{D573D418-8D89-5146-7220-288D2D03AFCA}"/>
          </ac:spMkLst>
        </pc:spChg>
        <pc:spChg chg="mod">
          <ac:chgData name="arwa desouki" userId="72abd272657f11e6" providerId="LiveId" clId="{22DA929E-C7A2-44DA-99BB-C93CB7EBCFB1}" dt="2024-12-25T21:34:12.617" v="3100" actId="164"/>
          <ac:spMkLst>
            <pc:docMk/>
            <pc:sldMk cId="1357569614" sldId="318"/>
            <ac:spMk id="19" creationId="{07E70DDC-0017-3828-6B10-135A4C6FE08C}"/>
          </ac:spMkLst>
        </pc:spChg>
        <pc:spChg chg="mod">
          <ac:chgData name="arwa desouki" userId="72abd272657f11e6" providerId="LiveId" clId="{22DA929E-C7A2-44DA-99BB-C93CB7EBCFB1}" dt="2024-12-25T21:34:12.617" v="3100" actId="164"/>
          <ac:spMkLst>
            <pc:docMk/>
            <pc:sldMk cId="1357569614" sldId="318"/>
            <ac:spMk id="20" creationId="{052602C1-08C1-A9A3-A7BD-92F844620F17}"/>
          </ac:spMkLst>
        </pc:spChg>
        <pc:spChg chg="mod">
          <ac:chgData name="arwa desouki" userId="72abd272657f11e6" providerId="LiveId" clId="{22DA929E-C7A2-44DA-99BB-C93CB7EBCFB1}" dt="2024-12-25T21:34:12.617" v="3100" actId="164"/>
          <ac:spMkLst>
            <pc:docMk/>
            <pc:sldMk cId="1357569614" sldId="318"/>
            <ac:spMk id="21" creationId="{6ABF14BB-DE70-53F3-6295-C9188794C5AB}"/>
          </ac:spMkLst>
        </pc:spChg>
        <pc:spChg chg="mod">
          <ac:chgData name="arwa desouki" userId="72abd272657f11e6" providerId="LiveId" clId="{22DA929E-C7A2-44DA-99BB-C93CB7EBCFB1}" dt="2024-12-25T21:34:12.617" v="3100" actId="164"/>
          <ac:spMkLst>
            <pc:docMk/>
            <pc:sldMk cId="1357569614" sldId="318"/>
            <ac:spMk id="22" creationId="{82178979-3618-9E7D-7450-16646C720AFB}"/>
          </ac:spMkLst>
        </pc:spChg>
        <pc:spChg chg="mod">
          <ac:chgData name="arwa desouki" userId="72abd272657f11e6" providerId="LiveId" clId="{22DA929E-C7A2-44DA-99BB-C93CB7EBCFB1}" dt="2024-12-25T21:34:12.617" v="3100" actId="164"/>
          <ac:spMkLst>
            <pc:docMk/>
            <pc:sldMk cId="1357569614" sldId="318"/>
            <ac:spMk id="23" creationId="{856855B4-E715-10EE-0776-65F0CB6A825A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37" creationId="{88DF1D79-561F-9DD7-E0E8-B01E84E593EE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38" creationId="{1BF3C3E6-F8A5-DB5E-C3B2-EFA9710F9A54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39" creationId="{3C5AB8AF-392A-32D4-652F-AA782001BC7F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40" creationId="{E688BBDC-1C32-BE78-7ACC-5BF8F37950BF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41" creationId="{C45F70F7-3EBD-E729-4FE9-8D92A9DF4D74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42" creationId="{C40FCE62-CF2D-9241-7ECE-C85F83963552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43" creationId="{879D2935-29D6-B117-FC1C-50D446F237A6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44" creationId="{C598AAC3-DDD2-B836-17C3-7117F4A662CD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45" creationId="{81BA5118-1814-4DF6-378E-EA5C3A8E7D79}"/>
          </ac:spMkLst>
        </pc:spChg>
        <pc:spChg chg="mod">
          <ac:chgData name="arwa desouki" userId="72abd272657f11e6" providerId="LiveId" clId="{22DA929E-C7A2-44DA-99BB-C93CB7EBCFB1}" dt="2024-12-25T21:34:13.332" v="3103" actId="164"/>
          <ac:spMkLst>
            <pc:docMk/>
            <pc:sldMk cId="1357569614" sldId="318"/>
            <ac:spMk id="46" creationId="{C01BFFB0-38FA-EDB0-AE14-F43C14828EC1}"/>
          </ac:spMkLst>
        </pc:spChg>
        <pc:grpChg chg="add mod">
          <ac:chgData name="arwa desouki" userId="72abd272657f11e6" providerId="LiveId" clId="{22DA929E-C7A2-44DA-99BB-C93CB7EBCFB1}" dt="2024-12-25T21:34:13.332" v="3103" actId="164"/>
          <ac:grpSpMkLst>
            <pc:docMk/>
            <pc:sldMk cId="1357569614" sldId="318"/>
            <ac:grpSpMk id="2" creationId="{21D4547B-E079-0A8C-46B5-A75F17A1D77B}"/>
          </ac:grpSpMkLst>
        </pc:grpChg>
        <pc:grpChg chg="add mod">
          <ac:chgData name="arwa desouki" userId="72abd272657f11e6" providerId="LiveId" clId="{22DA929E-C7A2-44DA-99BB-C93CB7EBCFB1}" dt="2024-12-25T21:34:13.139" v="3102" actId="164"/>
          <ac:grpSpMkLst>
            <pc:docMk/>
            <pc:sldMk cId="1357569614" sldId="318"/>
            <ac:grpSpMk id="8" creationId="{0AF3B029-729E-777E-E402-1874992A0D3A}"/>
          </ac:grpSpMkLst>
        </pc:grpChg>
        <pc:grpChg chg="del">
          <ac:chgData name="arwa desouki" userId="72abd272657f11e6" providerId="LiveId" clId="{22DA929E-C7A2-44DA-99BB-C93CB7EBCFB1}" dt="2024-12-25T21:30:23.949" v="3043" actId="478"/>
          <ac:grpSpMkLst>
            <pc:docMk/>
            <pc:sldMk cId="1357569614" sldId="318"/>
            <ac:grpSpMk id="9" creationId="{799CD6A0-AA5A-CD71-85D1-F32F3B9D3652}"/>
          </ac:grpSpMkLst>
        </pc:grpChg>
        <pc:grpChg chg="add mod">
          <ac:chgData name="arwa desouki" userId="72abd272657f11e6" providerId="LiveId" clId="{22DA929E-C7A2-44DA-99BB-C93CB7EBCFB1}" dt="2024-12-25T21:34:12.814" v="3101" actId="164"/>
          <ac:grpSpMkLst>
            <pc:docMk/>
            <pc:sldMk cId="1357569614" sldId="318"/>
            <ac:grpSpMk id="14" creationId="{E8848BCC-64AE-7085-795C-4E84E0E89455}"/>
          </ac:grpSpMkLst>
        </pc:grpChg>
        <pc:grpChg chg="add mod">
          <ac:chgData name="arwa desouki" userId="72abd272657f11e6" providerId="LiveId" clId="{22DA929E-C7A2-44DA-99BB-C93CB7EBCFB1}" dt="2024-12-25T21:34:12.617" v="3100" actId="164"/>
          <ac:grpSpMkLst>
            <pc:docMk/>
            <pc:sldMk cId="1357569614" sldId="318"/>
            <ac:grpSpMk id="15" creationId="{7E2D2E67-1344-E963-7D39-00CDAA6B3EA5}"/>
          </ac:grpSpMkLst>
        </pc:grpChg>
        <pc:grpChg chg="mod ord">
          <ac:chgData name="arwa desouki" userId="72abd272657f11e6" providerId="LiveId" clId="{22DA929E-C7A2-44DA-99BB-C93CB7EBCFB1}" dt="2024-12-25T21:34:12.617" v="3100" actId="164"/>
          <ac:grpSpMkLst>
            <pc:docMk/>
            <pc:sldMk cId="1357569614" sldId="318"/>
            <ac:grpSpMk id="17" creationId="{BB6BC3FE-BDBF-8984-2A18-5F6467FD120C}"/>
          </ac:grpSpMkLst>
        </pc:grpChg>
        <pc:grpChg chg="mod">
          <ac:chgData name="arwa desouki" userId="72abd272657f11e6" providerId="LiveId" clId="{22DA929E-C7A2-44DA-99BB-C93CB7EBCFB1}" dt="2024-12-25T21:34:13.332" v="3103" actId="164"/>
          <ac:grpSpMkLst>
            <pc:docMk/>
            <pc:sldMk cId="1357569614" sldId="318"/>
            <ac:grpSpMk id="36" creationId="{CFD343CB-D346-26C9-4B0A-3035772C2A68}"/>
          </ac:grpSpMkLst>
        </pc:grpChg>
        <pc:picChg chg="mod">
          <ac:chgData name="arwa desouki" userId="72abd272657f11e6" providerId="LiveId" clId="{22DA929E-C7A2-44DA-99BB-C93CB7EBCFB1}" dt="2024-12-25T21:34:12.814" v="3101" actId="164"/>
          <ac:picMkLst>
            <pc:docMk/>
            <pc:sldMk cId="1357569614" sldId="318"/>
            <ac:picMk id="16" creationId="{C43B601C-3474-90BF-33BF-65601146D8CB}"/>
          </ac:picMkLst>
        </pc:picChg>
        <pc:picChg chg="mod">
          <ac:chgData name="arwa desouki" userId="72abd272657f11e6" providerId="LiveId" clId="{22DA929E-C7A2-44DA-99BB-C93CB7EBCFB1}" dt="2024-12-25T21:34:13.139" v="3102" actId="164"/>
          <ac:picMkLst>
            <pc:docMk/>
            <pc:sldMk cId="1357569614" sldId="318"/>
            <ac:picMk id="67" creationId="{6FFC85DB-8492-8FAF-EBC6-11F3D93717FA}"/>
          </ac:picMkLst>
        </pc:picChg>
        <pc:picChg chg="del mod">
          <ac:chgData name="arwa desouki" userId="72abd272657f11e6" providerId="LiveId" clId="{22DA929E-C7A2-44DA-99BB-C93CB7EBCFB1}" dt="2024-12-25T21:30:16.598" v="3042" actId="478"/>
          <ac:picMkLst>
            <pc:docMk/>
            <pc:sldMk cId="1357569614" sldId="318"/>
            <ac:picMk id="94" creationId="{A835EE02-5606-3403-BD72-F2625F4B7457}"/>
          </ac:picMkLst>
        </pc:picChg>
        <pc:picChg chg="mod modCrop">
          <ac:chgData name="arwa desouki" userId="72abd272657f11e6" providerId="LiveId" clId="{22DA929E-C7A2-44DA-99BB-C93CB7EBCFB1}" dt="2024-12-25T21:34:16.386" v="3117" actId="1038"/>
          <ac:picMkLst>
            <pc:docMk/>
            <pc:sldMk cId="1357569614" sldId="318"/>
            <ac:picMk id="96" creationId="{F724D4E8-F38E-5DDC-9DFD-26DF38D9F95F}"/>
          </ac:picMkLst>
        </pc:picChg>
        <pc:picChg chg="del">
          <ac:chgData name="arwa desouki" userId="72abd272657f11e6" providerId="LiveId" clId="{22DA929E-C7A2-44DA-99BB-C93CB7EBCFB1}" dt="2024-12-25T21:30:16.598" v="3042" actId="478"/>
          <ac:picMkLst>
            <pc:docMk/>
            <pc:sldMk cId="1357569614" sldId="318"/>
            <ac:picMk id="98" creationId="{ED7FB05A-2D1B-2F59-F44A-1ABBDA8A5377}"/>
          </ac:picMkLst>
        </pc:picChg>
        <pc:picChg chg="del mod ord">
          <ac:chgData name="arwa desouki" userId="72abd272657f11e6" providerId="LiveId" clId="{22DA929E-C7A2-44DA-99BB-C93CB7EBCFB1}" dt="2024-12-25T21:30:16.598" v="3042" actId="478"/>
          <ac:picMkLst>
            <pc:docMk/>
            <pc:sldMk cId="1357569614" sldId="318"/>
            <ac:picMk id="100" creationId="{09454EE5-643D-C758-CEBF-320580CA23D5}"/>
          </ac:picMkLst>
        </pc:picChg>
        <pc:picChg chg="del mod">
          <ac:chgData name="arwa desouki" userId="72abd272657f11e6" providerId="LiveId" clId="{22DA929E-C7A2-44DA-99BB-C93CB7EBCFB1}" dt="2024-12-25T21:30:16.598" v="3042" actId="478"/>
          <ac:picMkLst>
            <pc:docMk/>
            <pc:sldMk cId="1357569614" sldId="318"/>
            <ac:picMk id="102" creationId="{A45A7B09-AA41-B429-9802-F61A8B15EFF5}"/>
          </ac:picMkLst>
        </pc:picChg>
      </pc:sldChg>
      <pc:sldChg chg="modSp add mod ord modTransition">
        <pc:chgData name="arwa desouki" userId="72abd272657f11e6" providerId="LiveId" clId="{22DA929E-C7A2-44DA-99BB-C93CB7EBCFB1}" dt="2024-12-25T21:58:38.888" v="3990"/>
        <pc:sldMkLst>
          <pc:docMk/>
          <pc:sldMk cId="3528746250" sldId="318"/>
        </pc:sldMkLst>
        <pc:grpChg chg="mod">
          <ac:chgData name="arwa desouki" userId="72abd272657f11e6" providerId="LiveId" clId="{22DA929E-C7A2-44DA-99BB-C93CB7EBCFB1}" dt="2024-12-25T21:57:34.716" v="3976" actId="1076"/>
          <ac:grpSpMkLst>
            <pc:docMk/>
            <pc:sldMk cId="3528746250" sldId="318"/>
            <ac:grpSpMk id="90" creationId="{1A48D1B8-8C8D-A59A-063F-5ED77609248A}"/>
          </ac:grpSpMkLst>
        </pc:grpChg>
      </pc:sldChg>
      <pc:sldChg chg="add del">
        <pc:chgData name="arwa desouki" userId="72abd272657f11e6" providerId="LiveId" clId="{22DA929E-C7A2-44DA-99BB-C93CB7EBCFB1}" dt="2024-12-25T21:34:13.900" v="3105"/>
        <pc:sldMkLst>
          <pc:docMk/>
          <pc:sldMk cId="1373608407" sldId="319"/>
        </pc:sldMkLst>
      </pc:sldChg>
      <pc:sldChg chg="delSp modSp add mod modTransition">
        <pc:chgData name="arwa desouki" userId="72abd272657f11e6" providerId="LiveId" clId="{22DA929E-C7A2-44DA-99BB-C93CB7EBCFB1}" dt="2024-12-25T21:58:38.888" v="3990"/>
        <pc:sldMkLst>
          <pc:docMk/>
          <pc:sldMk cId="3088666290" sldId="319"/>
        </pc:sldMkLst>
        <pc:spChg chg="del topLvl">
          <ac:chgData name="arwa desouki" userId="72abd272657f11e6" providerId="LiveId" clId="{22DA929E-C7A2-44DA-99BB-C93CB7EBCFB1}" dt="2024-12-25T21:53:48.318" v="3633" actId="478"/>
          <ac:spMkLst>
            <pc:docMk/>
            <pc:sldMk cId="3088666290" sldId="319"/>
            <ac:spMk id="58" creationId="{564C98DF-ABBC-A8CC-2B3B-26E6F477D89B}"/>
          </ac:spMkLst>
        </pc:spChg>
        <pc:grpChg chg="mod">
          <ac:chgData name="arwa desouki" userId="72abd272657f11e6" providerId="LiveId" clId="{22DA929E-C7A2-44DA-99BB-C93CB7EBCFB1}" dt="2024-12-25T21:53:43.807" v="3631" actId="1038"/>
          <ac:grpSpMkLst>
            <pc:docMk/>
            <pc:sldMk cId="3088666290" sldId="319"/>
            <ac:grpSpMk id="87" creationId="{93DCB43D-05C1-0B74-C499-C71BC104CF95}"/>
          </ac:grpSpMkLst>
        </pc:grpChg>
        <pc:grpChg chg="del mod">
          <ac:chgData name="arwa desouki" userId="72abd272657f11e6" providerId="LiveId" clId="{22DA929E-C7A2-44DA-99BB-C93CB7EBCFB1}" dt="2024-12-25T21:53:48.318" v="3633" actId="478"/>
          <ac:grpSpMkLst>
            <pc:docMk/>
            <pc:sldMk cId="3088666290" sldId="319"/>
            <ac:grpSpMk id="88" creationId="{FBF7EE90-5121-CAD1-B8E8-ACB5EDB21B0E}"/>
          </ac:grpSpMkLst>
        </pc:grpChg>
        <pc:grpChg chg="mod">
          <ac:chgData name="arwa desouki" userId="72abd272657f11e6" providerId="LiveId" clId="{22DA929E-C7A2-44DA-99BB-C93CB7EBCFB1}" dt="2024-12-25T21:53:35.419" v="3601" actId="1037"/>
          <ac:grpSpMkLst>
            <pc:docMk/>
            <pc:sldMk cId="3088666290" sldId="319"/>
            <ac:grpSpMk id="89" creationId="{2C67E8C8-25AF-BAFF-7C83-BDC7590D2A7D}"/>
          </ac:grpSpMkLst>
        </pc:grpChg>
        <pc:grpChg chg="mod">
          <ac:chgData name="arwa desouki" userId="72abd272657f11e6" providerId="LiveId" clId="{22DA929E-C7A2-44DA-99BB-C93CB7EBCFB1}" dt="2024-12-25T21:57:26.890" v="3975" actId="1076"/>
          <ac:grpSpMkLst>
            <pc:docMk/>
            <pc:sldMk cId="3088666290" sldId="319"/>
            <ac:grpSpMk id="90" creationId="{894402D7-0ACA-0850-2AB4-EE009F26C567}"/>
          </ac:grpSpMkLst>
        </pc:grpChg>
        <pc:grpChg chg="mod">
          <ac:chgData name="arwa desouki" userId="72abd272657f11e6" providerId="LiveId" clId="{22DA929E-C7A2-44DA-99BB-C93CB7EBCFB1}" dt="2024-12-25T21:53:28.508" v="3556" actId="1076"/>
          <ac:grpSpMkLst>
            <pc:docMk/>
            <pc:sldMk cId="3088666290" sldId="319"/>
            <ac:grpSpMk id="91" creationId="{B06F0450-6AAE-7BD5-CD64-D0FC1A4B2E9B}"/>
          </ac:grpSpMkLst>
        </pc:grpChg>
        <pc:picChg chg="mod topLvl modCrop">
          <ac:chgData name="arwa desouki" userId="72abd272657f11e6" providerId="LiveId" clId="{22DA929E-C7A2-44DA-99BB-C93CB7EBCFB1}" dt="2024-12-25T21:54:11.566" v="3636" actId="732"/>
          <ac:picMkLst>
            <pc:docMk/>
            <pc:sldMk cId="3088666290" sldId="319"/>
            <ac:picMk id="32" creationId="{4CDDCD7F-A27F-8FC1-D971-40869568EC00}"/>
          </ac:picMkLst>
        </pc:picChg>
        <pc:picChg chg="del">
          <ac:chgData name="arwa desouki" userId="72abd272657f11e6" providerId="LiveId" clId="{22DA929E-C7A2-44DA-99BB-C93CB7EBCFB1}" dt="2024-12-25T21:53:47.264" v="3632" actId="478"/>
          <ac:picMkLst>
            <pc:docMk/>
            <pc:sldMk cId="3088666290" sldId="319"/>
            <ac:picMk id="79" creationId="{4D08BAD2-0488-B63C-3682-7A8ADC016BAC}"/>
          </ac:picMkLst>
        </pc:picChg>
      </pc:sldChg>
      <pc:sldChg chg="add del">
        <pc:chgData name="arwa desouki" userId="72abd272657f11e6" providerId="LiveId" clId="{22DA929E-C7A2-44DA-99BB-C93CB7EBCFB1}" dt="2024-12-25T21:37:05.539" v="3171" actId="47"/>
        <pc:sldMkLst>
          <pc:docMk/>
          <pc:sldMk cId="3887180253" sldId="319"/>
        </pc:sldMkLst>
      </pc:sldChg>
      <pc:sldChg chg="delSp modSp add mod modTransition">
        <pc:chgData name="arwa desouki" userId="72abd272657f11e6" providerId="LiveId" clId="{22DA929E-C7A2-44DA-99BB-C93CB7EBCFB1}" dt="2024-12-25T21:58:38.888" v="3990"/>
        <pc:sldMkLst>
          <pc:docMk/>
          <pc:sldMk cId="932944984" sldId="320"/>
        </pc:sldMkLst>
        <pc:spChg chg="del topLvl">
          <ac:chgData name="arwa desouki" userId="72abd272657f11e6" providerId="LiveId" clId="{22DA929E-C7A2-44DA-99BB-C93CB7EBCFB1}" dt="2024-12-25T21:48:52.498" v="3402" actId="478"/>
          <ac:spMkLst>
            <pc:docMk/>
            <pc:sldMk cId="932944984" sldId="320"/>
            <ac:spMk id="35" creationId="{CBC76392-651C-21A2-DD65-5C21F01B418E}"/>
          </ac:spMkLst>
        </pc:spChg>
        <pc:grpChg chg="mod">
          <ac:chgData name="arwa desouki" userId="72abd272657f11e6" providerId="LiveId" clId="{22DA929E-C7A2-44DA-99BB-C93CB7EBCFB1}" dt="2024-12-25T21:48:24.076" v="3351" actId="1038"/>
          <ac:grpSpMkLst>
            <pc:docMk/>
            <pc:sldMk cId="932944984" sldId="320"/>
            <ac:grpSpMk id="87" creationId="{B893072B-53AE-5608-2F10-D82212048141}"/>
          </ac:grpSpMkLst>
        </pc:grpChg>
        <pc:grpChg chg="mod">
          <ac:chgData name="arwa desouki" userId="72abd272657f11e6" providerId="LiveId" clId="{22DA929E-C7A2-44DA-99BB-C93CB7EBCFB1}" dt="2024-12-25T21:48:28.995" v="3368" actId="1038"/>
          <ac:grpSpMkLst>
            <pc:docMk/>
            <pc:sldMk cId="932944984" sldId="320"/>
            <ac:grpSpMk id="88" creationId="{B72517A9-C76C-E415-7213-E208830B7AF8}"/>
          </ac:grpSpMkLst>
        </pc:grpChg>
        <pc:grpChg chg="del">
          <ac:chgData name="arwa desouki" userId="72abd272657f11e6" providerId="LiveId" clId="{22DA929E-C7A2-44DA-99BB-C93CB7EBCFB1}" dt="2024-12-25T21:48:52.498" v="3402" actId="478"/>
          <ac:grpSpMkLst>
            <pc:docMk/>
            <pc:sldMk cId="932944984" sldId="320"/>
            <ac:grpSpMk id="89" creationId="{39A65D7A-35B7-21BC-98E6-262E129141A6}"/>
          </ac:grpSpMkLst>
        </pc:grpChg>
        <pc:grpChg chg="mod">
          <ac:chgData name="arwa desouki" userId="72abd272657f11e6" providerId="LiveId" clId="{22DA929E-C7A2-44DA-99BB-C93CB7EBCFB1}" dt="2024-12-25T21:57:52.716" v="3979" actId="1076"/>
          <ac:grpSpMkLst>
            <pc:docMk/>
            <pc:sldMk cId="932944984" sldId="320"/>
            <ac:grpSpMk id="90" creationId="{7A0B0B80-AA51-DE1F-DEF2-987E497429D3}"/>
          </ac:grpSpMkLst>
        </pc:grpChg>
        <pc:grpChg chg="mod">
          <ac:chgData name="arwa desouki" userId="72abd272657f11e6" providerId="LiveId" clId="{22DA929E-C7A2-44DA-99BB-C93CB7EBCFB1}" dt="2024-12-25T21:48:32.449" v="3379" actId="1037"/>
          <ac:grpSpMkLst>
            <pc:docMk/>
            <pc:sldMk cId="932944984" sldId="320"/>
            <ac:grpSpMk id="91" creationId="{BF75C46E-4C87-5D35-7733-E4D1EF156289}"/>
          </ac:grpSpMkLst>
        </pc:grpChg>
        <pc:picChg chg="mod topLvl modCrop">
          <ac:chgData name="arwa desouki" userId="72abd272657f11e6" providerId="LiveId" clId="{22DA929E-C7A2-44DA-99BB-C93CB7EBCFB1}" dt="2024-12-25T21:49:08.349" v="3406" actId="732"/>
          <ac:picMkLst>
            <pc:docMk/>
            <pc:sldMk cId="932944984" sldId="320"/>
            <ac:picMk id="24" creationId="{B783B7F1-FD31-A934-0D5F-88FF9F15E5A7}"/>
          </ac:picMkLst>
        </pc:picChg>
        <pc:picChg chg="del">
          <ac:chgData name="arwa desouki" userId="72abd272657f11e6" providerId="LiveId" clId="{22DA929E-C7A2-44DA-99BB-C93CB7EBCFB1}" dt="2024-12-25T21:48:50.974" v="3401" actId="478"/>
          <ac:picMkLst>
            <pc:docMk/>
            <pc:sldMk cId="932944984" sldId="320"/>
            <ac:picMk id="78" creationId="{282F3DFB-16B6-FBF9-8372-8DB1DE615AC8}"/>
          </ac:picMkLst>
        </pc:picChg>
      </pc:sldChg>
      <pc:sldChg chg="add del">
        <pc:chgData name="arwa desouki" userId="72abd272657f11e6" providerId="LiveId" clId="{22DA929E-C7A2-44DA-99BB-C93CB7EBCFB1}" dt="2024-12-25T21:34:13.556" v="3104"/>
        <pc:sldMkLst>
          <pc:docMk/>
          <pc:sldMk cId="1511087783" sldId="320"/>
        </pc:sldMkLst>
      </pc:sldChg>
      <pc:sldChg chg="add del">
        <pc:chgData name="arwa desouki" userId="72abd272657f11e6" providerId="LiveId" clId="{22DA929E-C7A2-44DA-99BB-C93CB7EBCFB1}" dt="2024-12-25T21:37:05.539" v="3171" actId="47"/>
        <pc:sldMkLst>
          <pc:docMk/>
          <pc:sldMk cId="2158676154" sldId="320"/>
        </pc:sldMkLst>
      </pc:sldChg>
      <pc:sldChg chg="addSp delSp modSp add mod modTransition">
        <pc:chgData name="arwa desouki" userId="72abd272657f11e6" providerId="LiveId" clId="{22DA929E-C7A2-44DA-99BB-C93CB7EBCFB1}" dt="2024-12-25T21:58:38.888" v="3990"/>
        <pc:sldMkLst>
          <pc:docMk/>
          <pc:sldMk cId="1096559650" sldId="321"/>
        </pc:sldMkLst>
        <pc:spChg chg="add del mod">
          <ac:chgData name="arwa desouki" userId="72abd272657f11e6" providerId="LiveId" clId="{22DA929E-C7A2-44DA-99BB-C93CB7EBCFB1}" dt="2024-12-25T21:54:51.568" v="3749" actId="478"/>
          <ac:spMkLst>
            <pc:docMk/>
            <pc:sldMk cId="1096559650" sldId="321"/>
            <ac:spMk id="33" creationId="{DF673662-D4BF-8CD6-0DFC-125A8DB92C7D}"/>
          </ac:spMkLst>
        </pc:spChg>
        <pc:grpChg chg="mod topLvl modVis">
          <ac:chgData name="arwa desouki" userId="72abd272657f11e6" providerId="LiveId" clId="{22DA929E-C7A2-44DA-99BB-C93CB7EBCFB1}" dt="2024-12-25T21:55:01.126" v="3750" actId="14430"/>
          <ac:grpSpMkLst>
            <pc:docMk/>
            <pc:sldMk cId="1096559650" sldId="321"/>
            <ac:grpSpMk id="61" creationId="{3402E8C7-76A5-9514-25B2-E3CC03389CF4}"/>
          </ac:grpSpMkLst>
        </pc:grpChg>
        <pc:grpChg chg="mod">
          <ac:chgData name="arwa desouki" userId="72abd272657f11e6" providerId="LiveId" clId="{22DA929E-C7A2-44DA-99BB-C93CB7EBCFB1}" dt="2024-12-25T21:54:27.736" v="3645" actId="1038"/>
          <ac:grpSpMkLst>
            <pc:docMk/>
            <pc:sldMk cId="1096559650" sldId="321"/>
            <ac:grpSpMk id="87" creationId="{DF4C1C3E-EBED-A163-0C46-128685BAAA13}"/>
          </ac:grpSpMkLst>
        </pc:grpChg>
        <pc:grpChg chg="mod">
          <ac:chgData name="arwa desouki" userId="72abd272657f11e6" providerId="LiveId" clId="{22DA929E-C7A2-44DA-99BB-C93CB7EBCFB1}" dt="2024-12-25T21:54:29.128" v="3662" actId="1038"/>
          <ac:grpSpMkLst>
            <pc:docMk/>
            <pc:sldMk cId="1096559650" sldId="321"/>
            <ac:grpSpMk id="88" creationId="{662F4D14-A52E-16B5-FD64-997DAF2F2103}"/>
          </ac:grpSpMkLst>
        </pc:grpChg>
        <pc:grpChg chg="mod">
          <ac:chgData name="arwa desouki" userId="72abd272657f11e6" providerId="LiveId" clId="{22DA929E-C7A2-44DA-99BB-C93CB7EBCFB1}" dt="2024-12-25T21:54:31.379" v="3684" actId="1038"/>
          <ac:grpSpMkLst>
            <pc:docMk/>
            <pc:sldMk cId="1096559650" sldId="321"/>
            <ac:grpSpMk id="89" creationId="{B5CB86E1-C39F-CE05-8D41-C07F6116F4B8}"/>
          </ac:grpSpMkLst>
        </pc:grpChg>
        <pc:grpChg chg="mod">
          <ac:chgData name="arwa desouki" userId="72abd272657f11e6" providerId="LiveId" clId="{22DA929E-C7A2-44DA-99BB-C93CB7EBCFB1}" dt="2024-12-25T21:54:34.249" v="3711" actId="1037"/>
          <ac:grpSpMkLst>
            <pc:docMk/>
            <pc:sldMk cId="1096559650" sldId="321"/>
            <ac:grpSpMk id="90" creationId="{78AA4898-52DF-037D-C561-8D072C430D75}"/>
          </ac:grpSpMkLst>
        </pc:grpChg>
        <pc:grpChg chg="add del mod">
          <ac:chgData name="arwa desouki" userId="72abd272657f11e6" providerId="LiveId" clId="{22DA929E-C7A2-44DA-99BB-C93CB7EBCFB1}" dt="2024-12-25T21:55:05.003" v="3764" actId="1038"/>
          <ac:grpSpMkLst>
            <pc:docMk/>
            <pc:sldMk cId="1096559650" sldId="321"/>
            <ac:grpSpMk id="91" creationId="{05CEC81A-DBA8-D90E-3936-BEB814A00A41}"/>
          </ac:grpSpMkLst>
        </pc:grpChg>
        <pc:picChg chg="add del mod topLvl modCrop">
          <ac:chgData name="arwa desouki" userId="72abd272657f11e6" providerId="LiveId" clId="{22DA929E-C7A2-44DA-99BB-C93CB7EBCFB1}" dt="2024-12-25T21:55:18.984" v="3766" actId="732"/>
          <ac:picMkLst>
            <pc:docMk/>
            <pc:sldMk cId="1096559650" sldId="321"/>
            <ac:picMk id="28" creationId="{E1B01E10-FB8E-256E-6891-68AAA513F0FC}"/>
          </ac:picMkLst>
        </pc:picChg>
      </pc:sldChg>
      <pc:sldChg chg="add del ord">
        <pc:chgData name="arwa desouki" userId="72abd272657f11e6" providerId="LiveId" clId="{22DA929E-C7A2-44DA-99BB-C93CB7EBCFB1}" dt="2024-12-25T21:37:05.539" v="3171" actId="47"/>
        <pc:sldMkLst>
          <pc:docMk/>
          <pc:sldMk cId="2815616510" sldId="321"/>
        </pc:sldMkLst>
      </pc:sldChg>
      <pc:sldChg chg="modSp add mod modTransition">
        <pc:chgData name="arwa desouki" userId="72abd272657f11e6" providerId="LiveId" clId="{22DA929E-C7A2-44DA-99BB-C93CB7EBCFB1}" dt="2024-12-25T21:58:38.888" v="3990"/>
        <pc:sldMkLst>
          <pc:docMk/>
          <pc:sldMk cId="3791789281" sldId="322"/>
        </pc:sldMkLst>
        <pc:grpChg chg="mod">
          <ac:chgData name="arwa desouki" userId="72abd272657f11e6" providerId="LiveId" clId="{22DA929E-C7A2-44DA-99BB-C93CB7EBCFB1}" dt="2024-12-25T21:57:39.645" v="3978" actId="1076"/>
          <ac:grpSpMkLst>
            <pc:docMk/>
            <pc:sldMk cId="3791789281" sldId="322"/>
            <ac:grpSpMk id="90" creationId="{9B465CCA-B429-72E5-EDCB-0FD3088EE613}"/>
          </ac:grpSpMkLst>
        </pc:grpChg>
      </pc:sldChg>
      <pc:sldChg chg="modSp add mod modTransition">
        <pc:chgData name="arwa desouki" userId="72abd272657f11e6" providerId="LiveId" clId="{22DA929E-C7A2-44DA-99BB-C93CB7EBCFB1}" dt="2024-12-25T21:58:38.888" v="3990"/>
        <pc:sldMkLst>
          <pc:docMk/>
          <pc:sldMk cId="594845029" sldId="323"/>
        </pc:sldMkLst>
        <pc:grpChg chg="mod">
          <ac:chgData name="arwa desouki" userId="72abd272657f11e6" providerId="LiveId" clId="{22DA929E-C7A2-44DA-99BB-C93CB7EBCFB1}" dt="2024-12-25T21:57:24.338" v="3974" actId="1076"/>
          <ac:grpSpMkLst>
            <pc:docMk/>
            <pc:sldMk cId="594845029" sldId="323"/>
            <ac:grpSpMk id="90" creationId="{274247FB-05B5-A192-B8B8-42669C798347}"/>
          </ac:grpSpMkLst>
        </pc:grpChg>
      </pc:sldChg>
      <pc:sldChg chg="add modTransition">
        <pc:chgData name="arwa desouki" userId="72abd272657f11e6" providerId="LiveId" clId="{22DA929E-C7A2-44DA-99BB-C93CB7EBCFB1}" dt="2024-12-25T21:58:38.888" v="3990"/>
        <pc:sldMkLst>
          <pc:docMk/>
          <pc:sldMk cId="1043013209" sldId="324"/>
        </pc:sldMkLst>
      </pc:sldChg>
      <pc:sldChg chg="delSp modSp add mod modTransition">
        <pc:chgData name="arwa desouki" userId="72abd272657f11e6" providerId="LiveId" clId="{22DA929E-C7A2-44DA-99BB-C93CB7EBCFB1}" dt="2024-12-25T21:58:38.888" v="3990"/>
        <pc:sldMkLst>
          <pc:docMk/>
          <pc:sldMk cId="65452736" sldId="325"/>
        </pc:sldMkLst>
        <pc:spChg chg="del">
          <ac:chgData name="arwa desouki" userId="72abd272657f11e6" providerId="LiveId" clId="{22DA929E-C7A2-44DA-99BB-C93CB7EBCFB1}" dt="2024-12-25T21:55:37.626" v="3769" actId="478"/>
          <ac:spMkLst>
            <pc:docMk/>
            <pc:sldMk cId="65452736" sldId="325"/>
            <ac:spMk id="59" creationId="{5E3097B1-FB3B-D39F-D605-DF3AD756D1AA}"/>
          </ac:spMkLst>
        </pc:spChg>
        <pc:grpChg chg="mod modVis">
          <ac:chgData name="arwa desouki" userId="72abd272657f11e6" providerId="LiveId" clId="{22DA929E-C7A2-44DA-99BB-C93CB7EBCFB1}" dt="2024-12-25T21:55:36.424" v="3768" actId="14430"/>
          <ac:grpSpMkLst>
            <pc:docMk/>
            <pc:sldMk cId="65452736" sldId="325"/>
            <ac:grpSpMk id="80" creationId="{36764AB3-2AC8-49B4-4A84-D07E17903990}"/>
          </ac:grpSpMkLst>
        </pc:grpChg>
        <pc:grpChg chg="mod">
          <ac:chgData name="arwa desouki" userId="72abd272657f11e6" providerId="LiveId" clId="{22DA929E-C7A2-44DA-99BB-C93CB7EBCFB1}" dt="2024-12-25T21:57:08.805" v="3958" actId="1038"/>
          <ac:grpSpMkLst>
            <pc:docMk/>
            <pc:sldMk cId="65452736" sldId="325"/>
            <ac:grpSpMk id="87" creationId="{5697ABE5-16A9-9742-0D8D-F705F7F99723}"/>
          </ac:grpSpMkLst>
        </pc:grpChg>
        <pc:grpChg chg="mod">
          <ac:chgData name="arwa desouki" userId="72abd272657f11e6" providerId="LiveId" clId="{22DA929E-C7A2-44DA-99BB-C93CB7EBCFB1}" dt="2024-12-25T21:57:09.984" v="3964" actId="1038"/>
          <ac:grpSpMkLst>
            <pc:docMk/>
            <pc:sldMk cId="65452736" sldId="325"/>
            <ac:grpSpMk id="88" creationId="{15EF14E6-B4B8-2915-414B-D38B83254934}"/>
          </ac:grpSpMkLst>
        </pc:grpChg>
        <pc:grpChg chg="mod">
          <ac:chgData name="arwa desouki" userId="72abd272657f11e6" providerId="LiveId" clId="{22DA929E-C7A2-44DA-99BB-C93CB7EBCFB1}" dt="2024-12-25T21:57:13.395" v="3970" actId="1076"/>
          <ac:grpSpMkLst>
            <pc:docMk/>
            <pc:sldMk cId="65452736" sldId="325"/>
            <ac:grpSpMk id="89" creationId="{211430CA-939D-7FD5-7207-00A1588A428C}"/>
          </ac:grpSpMkLst>
        </pc:grpChg>
        <pc:grpChg chg="mod">
          <ac:chgData name="arwa desouki" userId="72abd272657f11e6" providerId="LiveId" clId="{22DA929E-C7A2-44DA-99BB-C93CB7EBCFB1}" dt="2024-12-25T21:57:15.883" v="3971" actId="1076"/>
          <ac:grpSpMkLst>
            <pc:docMk/>
            <pc:sldMk cId="65452736" sldId="325"/>
            <ac:grpSpMk id="90" creationId="{F50C20B6-BF74-895F-8CFF-4942AA876549}"/>
          </ac:grpSpMkLst>
        </pc:grpChg>
        <pc:grpChg chg="mod">
          <ac:chgData name="arwa desouki" userId="72abd272657f11e6" providerId="LiveId" clId="{22DA929E-C7A2-44DA-99BB-C93CB7EBCFB1}" dt="2024-12-25T21:55:52.417" v="3794" actId="1038"/>
          <ac:grpSpMkLst>
            <pc:docMk/>
            <pc:sldMk cId="65452736" sldId="325"/>
            <ac:grpSpMk id="91" creationId="{775C3316-3C2D-190F-639B-CD46F2121EEF}"/>
          </ac:grpSpMkLst>
        </pc:grpChg>
        <pc:picChg chg="mod modCrop">
          <ac:chgData name="arwa desouki" userId="72abd272657f11e6" providerId="LiveId" clId="{22DA929E-C7A2-44DA-99BB-C93CB7EBCFB1}" dt="2024-12-25T21:56:16.202" v="3937" actId="732"/>
          <ac:picMkLst>
            <pc:docMk/>
            <pc:sldMk cId="65452736" sldId="325"/>
            <ac:picMk id="30" creationId="{7AEBB1BB-82ED-8C13-6F4E-D3A9E13AB9DF}"/>
          </ac:picMkLst>
        </pc:picChg>
      </pc:sldChg>
      <pc:sldChg chg="addSp delSp modSp add mod">
        <pc:chgData name="arwa desouki" userId="72abd272657f11e6" providerId="LiveId" clId="{22DA929E-C7A2-44DA-99BB-C93CB7EBCFB1}" dt="2024-12-25T22:35:28.521" v="4269" actId="404"/>
        <pc:sldMkLst>
          <pc:docMk/>
          <pc:sldMk cId="2939351233" sldId="326"/>
        </pc:sldMkLst>
        <pc:spChg chg="del">
          <ac:chgData name="arwa desouki" userId="72abd272657f11e6" providerId="LiveId" clId="{22DA929E-C7A2-44DA-99BB-C93CB7EBCFB1}" dt="2024-12-25T22:26:27.242" v="4160" actId="478"/>
          <ac:spMkLst>
            <pc:docMk/>
            <pc:sldMk cId="2939351233" sldId="326"/>
            <ac:spMk id="2" creationId="{EB2B651E-9F5C-D7F3-42CE-72310E2215E1}"/>
          </ac:spMkLst>
        </pc:spChg>
        <pc:spChg chg="del">
          <ac:chgData name="arwa desouki" userId="72abd272657f11e6" providerId="LiveId" clId="{22DA929E-C7A2-44DA-99BB-C93CB7EBCFB1}" dt="2024-12-25T22:26:28.616" v="4161" actId="478"/>
          <ac:spMkLst>
            <pc:docMk/>
            <pc:sldMk cId="2939351233" sldId="326"/>
            <ac:spMk id="3" creationId="{B6773DF0-8C22-5BC6-EB9A-8AE21CF1612F}"/>
          </ac:spMkLst>
        </pc:spChg>
        <pc:spChg chg="add del mod">
          <ac:chgData name="arwa desouki" userId="72abd272657f11e6" providerId="LiveId" clId="{22DA929E-C7A2-44DA-99BB-C93CB7EBCFB1}" dt="2024-12-25T22:26:29.513" v="4162" actId="478"/>
          <ac:spMkLst>
            <pc:docMk/>
            <pc:sldMk cId="2939351233" sldId="326"/>
            <ac:spMk id="5" creationId="{7A16F074-FB9B-31A2-7543-859656C8F0C3}"/>
          </ac:spMkLst>
        </pc:spChg>
        <pc:spChg chg="add del mod">
          <ac:chgData name="arwa desouki" userId="72abd272657f11e6" providerId="LiveId" clId="{22DA929E-C7A2-44DA-99BB-C93CB7EBCFB1}" dt="2024-12-25T22:26:31.777" v="4163" actId="478"/>
          <ac:spMkLst>
            <pc:docMk/>
            <pc:sldMk cId="2939351233" sldId="326"/>
            <ac:spMk id="8" creationId="{4A307FCF-324F-CA50-37DB-5C3CE76A3B8D}"/>
          </ac:spMkLst>
        </pc:spChg>
        <pc:spChg chg="add del mod">
          <ac:chgData name="arwa desouki" userId="72abd272657f11e6" providerId="LiveId" clId="{22DA929E-C7A2-44DA-99BB-C93CB7EBCFB1}" dt="2024-12-25T22:26:34.174" v="4165" actId="478"/>
          <ac:spMkLst>
            <pc:docMk/>
            <pc:sldMk cId="2939351233" sldId="326"/>
            <ac:spMk id="10" creationId="{DDC54235-3F32-AB3A-1381-8F4E9B154063}"/>
          </ac:spMkLst>
        </pc:spChg>
        <pc:spChg chg="add mod">
          <ac:chgData name="arwa desouki" userId="72abd272657f11e6" providerId="LiveId" clId="{22DA929E-C7A2-44DA-99BB-C93CB7EBCFB1}" dt="2024-12-25T22:35:28.521" v="4269" actId="404"/>
          <ac:spMkLst>
            <pc:docMk/>
            <pc:sldMk cId="2939351233" sldId="326"/>
            <ac:spMk id="11" creationId="{ED4B8F5E-EE03-DEA8-A702-FFD3A88C4312}"/>
          </ac:spMkLst>
        </pc:spChg>
        <pc:spChg chg="add mod">
          <ac:chgData name="arwa desouki" userId="72abd272657f11e6" providerId="LiveId" clId="{22DA929E-C7A2-44DA-99BB-C93CB7EBCFB1}" dt="2024-12-25T22:35:13.305" v="4254" actId="20577"/>
          <ac:spMkLst>
            <pc:docMk/>
            <pc:sldMk cId="2939351233" sldId="326"/>
            <ac:spMk id="12" creationId="{8B735767-D2F7-27ED-7BDE-0754CB765013}"/>
          </ac:spMkLst>
        </pc:spChg>
        <pc:picChg chg="del">
          <ac:chgData name="arwa desouki" userId="72abd272657f11e6" providerId="LiveId" clId="{22DA929E-C7A2-44DA-99BB-C93CB7EBCFB1}" dt="2024-12-25T22:26:33.004" v="4164" actId="478"/>
          <ac:picMkLst>
            <pc:docMk/>
            <pc:sldMk cId="2939351233" sldId="326"/>
            <ac:picMk id="7" creationId="{742793E3-032E-D3D4-A134-D5A37CF1542C}"/>
          </ac:picMkLst>
        </pc:picChg>
      </pc:sldChg>
      <pc:sldChg chg="add del">
        <pc:chgData name="arwa desouki" userId="72abd272657f11e6" providerId="LiveId" clId="{22DA929E-C7A2-44DA-99BB-C93CB7EBCFB1}" dt="2024-12-25T22:46:10.430" v="4304"/>
        <pc:sldMkLst>
          <pc:docMk/>
          <pc:sldMk cId="2401606931" sldId="327"/>
        </pc:sldMkLst>
      </pc:sldChg>
      <pc:sldChg chg="add del">
        <pc:chgData name="arwa desouki" userId="72abd272657f11e6" providerId="LiveId" clId="{22DA929E-C7A2-44DA-99BB-C93CB7EBCFB1}" dt="2024-12-25T22:46:08.284" v="4300" actId="2890"/>
        <pc:sldMkLst>
          <pc:docMk/>
          <pc:sldMk cId="3034269794" sldId="328"/>
        </pc:sldMkLst>
      </pc:sldChg>
      <pc:sldMasterChg chg="addSldLayout delSldLayout">
        <pc:chgData name="arwa desouki" userId="72abd272657f11e6" providerId="LiveId" clId="{22DA929E-C7A2-44DA-99BB-C93CB7EBCFB1}" dt="2024-12-25T21:36:49.865" v="3170" actId="47"/>
        <pc:sldMasterMkLst>
          <pc:docMk/>
          <pc:sldMasterMk cId="0" sldId="2147483675"/>
        </pc:sldMasterMkLst>
        <pc:sldLayoutChg chg="del">
          <pc:chgData name="arwa desouki" userId="72abd272657f11e6" providerId="LiveId" clId="{22DA929E-C7A2-44DA-99BB-C93CB7EBCFB1}" dt="2024-12-24T10:43:54.982" v="1" actId="47"/>
          <pc:sldLayoutMkLst>
            <pc:docMk/>
            <pc:sldMasterMk cId="0" sldId="2147483675"/>
            <pc:sldLayoutMk cId="0" sldId="2147483650"/>
          </pc:sldLayoutMkLst>
        </pc:sldLayoutChg>
        <pc:sldLayoutChg chg="add del">
          <pc:chgData name="arwa desouki" userId="72abd272657f11e6" providerId="LiveId" clId="{22DA929E-C7A2-44DA-99BB-C93CB7EBCFB1}" dt="2024-12-25T16:57:31.129" v="2093" actId="2696"/>
          <pc:sldLayoutMkLst>
            <pc:docMk/>
            <pc:sldMasterMk cId="0" sldId="2147483675"/>
            <pc:sldLayoutMk cId="0" sldId="2147483652"/>
          </pc:sldLayoutMkLst>
        </pc:sldLayoutChg>
        <pc:sldLayoutChg chg="add del">
          <pc:chgData name="arwa desouki" userId="72abd272657f11e6" providerId="LiveId" clId="{22DA929E-C7A2-44DA-99BB-C93CB7EBCFB1}" dt="2024-12-25T16:57:31.129" v="2093" actId="2696"/>
          <pc:sldLayoutMkLst>
            <pc:docMk/>
            <pc:sldMasterMk cId="0" sldId="2147483675"/>
            <pc:sldLayoutMk cId="0" sldId="2147483656"/>
          </pc:sldLayoutMkLst>
        </pc:sldLayoutChg>
        <pc:sldLayoutChg chg="add del">
          <pc:chgData name="arwa desouki" userId="72abd272657f11e6" providerId="LiveId" clId="{22DA929E-C7A2-44DA-99BB-C93CB7EBCFB1}" dt="2024-12-25T16:57:31.129" v="2093" actId="2696"/>
          <pc:sldLayoutMkLst>
            <pc:docMk/>
            <pc:sldMasterMk cId="0" sldId="2147483675"/>
            <pc:sldLayoutMk cId="0" sldId="2147483660"/>
          </pc:sldLayoutMkLst>
        </pc:sldLayoutChg>
        <pc:sldLayoutChg chg="add del">
          <pc:chgData name="arwa desouki" userId="72abd272657f11e6" providerId="LiveId" clId="{22DA929E-C7A2-44DA-99BB-C93CB7EBCFB1}" dt="2024-12-25T16:57:31.129" v="2093" actId="2696"/>
          <pc:sldLayoutMkLst>
            <pc:docMk/>
            <pc:sldMasterMk cId="0" sldId="2147483675"/>
            <pc:sldLayoutMk cId="0" sldId="2147483661"/>
          </pc:sldLayoutMkLst>
        </pc:sldLayoutChg>
        <pc:sldLayoutChg chg="add del">
          <pc:chgData name="arwa desouki" userId="72abd272657f11e6" providerId="LiveId" clId="{22DA929E-C7A2-44DA-99BB-C93CB7EBCFB1}" dt="2024-12-25T16:57:31.129" v="2093" actId="2696"/>
          <pc:sldLayoutMkLst>
            <pc:docMk/>
            <pc:sldMasterMk cId="0" sldId="2147483675"/>
            <pc:sldLayoutMk cId="0" sldId="2147483662"/>
          </pc:sldLayoutMkLst>
        </pc:sldLayoutChg>
        <pc:sldLayoutChg chg="add del">
          <pc:chgData name="arwa desouki" userId="72abd272657f11e6" providerId="LiveId" clId="{22DA929E-C7A2-44DA-99BB-C93CB7EBCFB1}" dt="2024-12-25T16:54:10.304" v="2053" actId="2696"/>
          <pc:sldLayoutMkLst>
            <pc:docMk/>
            <pc:sldMasterMk cId="0" sldId="2147483675"/>
            <pc:sldLayoutMk cId="0" sldId="2147483664"/>
          </pc:sldLayoutMkLst>
        </pc:sldLayoutChg>
        <pc:sldLayoutChg chg="add del">
          <pc:chgData name="arwa desouki" userId="72abd272657f11e6" providerId="LiveId" clId="{22DA929E-C7A2-44DA-99BB-C93CB7EBCFB1}" dt="2024-12-25T16:54:10.304" v="2053" actId="2696"/>
          <pc:sldLayoutMkLst>
            <pc:docMk/>
            <pc:sldMasterMk cId="0" sldId="2147483675"/>
            <pc:sldLayoutMk cId="0" sldId="2147483665"/>
          </pc:sldLayoutMkLst>
        </pc:sldLayoutChg>
        <pc:sldLayoutChg chg="add del">
          <pc:chgData name="arwa desouki" userId="72abd272657f11e6" providerId="LiveId" clId="{22DA929E-C7A2-44DA-99BB-C93CB7EBCFB1}" dt="2024-12-25T16:57:31.129" v="2093" actId="2696"/>
          <pc:sldLayoutMkLst>
            <pc:docMk/>
            <pc:sldMasterMk cId="0" sldId="2147483675"/>
            <pc:sldLayoutMk cId="0" sldId="2147483666"/>
          </pc:sldLayoutMkLst>
        </pc:sldLayoutChg>
        <pc:sldLayoutChg chg="add del">
          <pc:chgData name="arwa desouki" userId="72abd272657f11e6" providerId="LiveId" clId="{22DA929E-C7A2-44DA-99BB-C93CB7EBCFB1}" dt="2024-12-25T16:57:31.129" v="2093" actId="2696"/>
          <pc:sldLayoutMkLst>
            <pc:docMk/>
            <pc:sldMasterMk cId="0" sldId="2147483675"/>
            <pc:sldLayoutMk cId="0" sldId="2147483670"/>
          </pc:sldLayoutMkLst>
        </pc:sldLayoutChg>
        <pc:sldLayoutChg chg="add del">
          <pc:chgData name="arwa desouki" userId="72abd272657f11e6" providerId="LiveId" clId="{22DA929E-C7A2-44DA-99BB-C93CB7EBCFB1}" dt="2024-12-25T21:36:49.865" v="3170" actId="47"/>
          <pc:sldLayoutMkLst>
            <pc:docMk/>
            <pc:sldMasterMk cId="0" sldId="2147483675"/>
            <pc:sldLayoutMk cId="0" sldId="2147483672"/>
          </pc:sldLayoutMkLst>
        </pc:sldLayoutChg>
      </pc:sldMasterChg>
      <pc:sldMasterChg chg="add del addSldLayout delSldLayout">
        <pc:chgData name="arwa desouki" userId="72abd272657f11e6" providerId="LiveId" clId="{22DA929E-C7A2-44DA-99BB-C93CB7EBCFB1}" dt="2024-12-25T16:54:10.304" v="2053" actId="2696"/>
        <pc:sldMasterMkLst>
          <pc:docMk/>
          <pc:sldMasterMk cId="0" sldId="2147483676"/>
        </pc:sldMasterMkLst>
        <pc:sldLayoutChg chg="add del">
          <pc:chgData name="arwa desouki" userId="72abd272657f11e6" providerId="LiveId" clId="{22DA929E-C7A2-44DA-99BB-C93CB7EBCFB1}" dt="2024-12-25T16:54:10.304" v="2053" actId="2696"/>
          <pc:sldLayoutMkLst>
            <pc:docMk/>
            <pc:sldMasterMk cId="0" sldId="2147483676"/>
            <pc:sldLayoutMk cId="0" sldId="2147483673"/>
          </pc:sldLayoutMkLst>
        </pc:sldLayoutChg>
        <pc:sldLayoutChg chg="add del">
          <pc:chgData name="arwa desouki" userId="72abd272657f11e6" providerId="LiveId" clId="{22DA929E-C7A2-44DA-99BB-C93CB7EBCFB1}" dt="2024-12-25T16:54:10.304" v="2053" actId="2696"/>
          <pc:sldLayoutMkLst>
            <pc:docMk/>
            <pc:sldMasterMk cId="0" sldId="2147483676"/>
            <pc:sldLayoutMk cId="0" sldId="2147483674"/>
          </pc:sldLayoutMkLst>
        </pc:sldLayoutChg>
      </pc:sldMasterChg>
    </pc:docChg>
  </pc:docChgLst>
  <pc:docChgLst>
    <pc:chgData name="arwa desouki" userId="72abd272657f11e6" providerId="LiveId" clId="{D38F09CB-4099-4EAA-8A86-919AE901E6DD}"/>
    <pc:docChg chg="undo custSel addSld delSld modSld sldOrd addSection modSection">
      <pc:chgData name="arwa desouki" userId="72abd272657f11e6" providerId="LiveId" clId="{D38F09CB-4099-4EAA-8A86-919AE901E6DD}" dt="2024-12-26T10:14:18.082" v="1357" actId="1076"/>
      <pc:docMkLst>
        <pc:docMk/>
      </pc:docMkLst>
      <pc:sldChg chg="ord">
        <pc:chgData name="arwa desouki" userId="72abd272657f11e6" providerId="LiveId" clId="{D38F09CB-4099-4EAA-8A86-919AE901E6DD}" dt="2024-12-25T23:10:10.463" v="188"/>
        <pc:sldMkLst>
          <pc:docMk/>
          <pc:sldMk cId="0" sldId="259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0" sldId="261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0" sldId="262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0" sldId="263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0" sldId="264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4202056633" sldId="297"/>
        </pc:sldMkLst>
      </pc:sldChg>
      <pc:sldChg chg="addSp delSp modSp mod ord">
        <pc:chgData name="arwa desouki" userId="72abd272657f11e6" providerId="LiveId" clId="{D38F09CB-4099-4EAA-8A86-919AE901E6DD}" dt="2024-12-26T10:11:45.886" v="1348" actId="478"/>
        <pc:sldMkLst>
          <pc:docMk/>
          <pc:sldMk cId="186856779" sldId="298"/>
        </pc:sldMkLst>
        <pc:cxnChg chg="add del mod">
          <ac:chgData name="arwa desouki" userId="72abd272657f11e6" providerId="LiveId" clId="{D38F09CB-4099-4EAA-8A86-919AE901E6DD}" dt="2024-12-26T10:11:45.886" v="1348" actId="478"/>
          <ac:cxnSpMkLst>
            <pc:docMk/>
            <pc:sldMk cId="186856779" sldId="298"/>
            <ac:cxnSpMk id="5" creationId="{7CECD28E-1C9A-EFEC-8AB8-99460367AC05}"/>
          </ac:cxnSpMkLst>
        </pc:cxnChg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3970524982" sldId="299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3508266580" sldId="301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3191230625" sldId="304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931719048" sldId="305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2688639924" sldId="306"/>
        </pc:sldMkLst>
      </pc:sldChg>
      <pc:sldChg chg="addSp delSp modSp mod ord modTransition">
        <pc:chgData name="arwa desouki" userId="72abd272657f11e6" providerId="LiveId" clId="{D38F09CB-4099-4EAA-8A86-919AE901E6DD}" dt="2024-12-26T01:08:28.905" v="825" actId="478"/>
        <pc:sldMkLst>
          <pc:docMk/>
          <pc:sldMk cId="3931800686" sldId="307"/>
        </pc:sldMkLst>
        <pc:spChg chg="del">
          <ac:chgData name="arwa desouki" userId="72abd272657f11e6" providerId="LiveId" clId="{D38F09CB-4099-4EAA-8A86-919AE901E6DD}" dt="2024-12-26T01:06:16.162" v="670" actId="478"/>
          <ac:spMkLst>
            <pc:docMk/>
            <pc:sldMk cId="3931800686" sldId="307"/>
            <ac:spMk id="2" creationId="{ED2BD710-AD75-7F21-BFB8-AA4D35148F52}"/>
          </ac:spMkLst>
        </pc:spChg>
        <pc:spChg chg="add del mod">
          <ac:chgData name="arwa desouki" userId="72abd272657f11e6" providerId="LiveId" clId="{D38F09CB-4099-4EAA-8A86-919AE901E6DD}" dt="2024-12-26T01:06:18.267" v="672" actId="478"/>
          <ac:spMkLst>
            <pc:docMk/>
            <pc:sldMk cId="3931800686" sldId="307"/>
            <ac:spMk id="5" creationId="{CB98E0BB-AC78-E442-5618-767130FF51C0}"/>
          </ac:spMkLst>
        </pc:spChg>
        <pc:spChg chg="add mod">
          <ac:chgData name="arwa desouki" userId="72abd272657f11e6" providerId="LiveId" clId="{D38F09CB-4099-4EAA-8A86-919AE901E6DD}" dt="2024-12-26T01:08:22.725" v="824" actId="1076"/>
          <ac:spMkLst>
            <pc:docMk/>
            <pc:sldMk cId="3931800686" sldId="307"/>
            <ac:spMk id="6" creationId="{0278CC70-6354-ED84-6E69-D6A26BD42720}"/>
          </ac:spMkLst>
        </pc:spChg>
        <pc:spChg chg="add del mod">
          <ac:chgData name="arwa desouki" userId="72abd272657f11e6" providerId="LiveId" clId="{D38F09CB-4099-4EAA-8A86-919AE901E6DD}" dt="2024-12-26T01:08:12.892" v="768" actId="478"/>
          <ac:spMkLst>
            <pc:docMk/>
            <pc:sldMk cId="3931800686" sldId="307"/>
            <ac:spMk id="7" creationId="{4B4A0146-A015-E23A-26B2-7E3B1079657F}"/>
          </ac:spMkLst>
        </pc:spChg>
        <pc:spChg chg="add del mod">
          <ac:chgData name="arwa desouki" userId="72abd272657f11e6" providerId="LiveId" clId="{D38F09CB-4099-4EAA-8A86-919AE901E6DD}" dt="2024-12-26T01:08:28.905" v="825" actId="478"/>
          <ac:spMkLst>
            <pc:docMk/>
            <pc:sldMk cId="3931800686" sldId="307"/>
            <ac:spMk id="8" creationId="{B8EEE9DF-13AE-7AD0-DAE7-3ED9465EB7C1}"/>
          </ac:spMkLst>
        </pc:spChg>
      </pc:sldChg>
      <pc:sldChg chg="addSp delSp modSp del mod ord">
        <pc:chgData name="arwa desouki" userId="72abd272657f11e6" providerId="LiveId" clId="{D38F09CB-4099-4EAA-8A86-919AE901E6DD}" dt="2024-12-26T01:18:21.059" v="1055" actId="47"/>
        <pc:sldMkLst>
          <pc:docMk/>
          <pc:sldMk cId="2223508487" sldId="308"/>
        </pc:sldMkLst>
        <pc:spChg chg="del">
          <ac:chgData name="arwa desouki" userId="72abd272657f11e6" providerId="LiveId" clId="{D38F09CB-4099-4EAA-8A86-919AE901E6DD}" dt="2024-12-25T22:55:00.536" v="1" actId="478"/>
          <ac:spMkLst>
            <pc:docMk/>
            <pc:sldMk cId="2223508487" sldId="308"/>
            <ac:spMk id="2" creationId="{F7A45CCA-D7B5-696E-6B3A-DA4FF74CE40B}"/>
          </ac:spMkLst>
        </pc:spChg>
        <pc:spChg chg="mod">
          <ac:chgData name="arwa desouki" userId="72abd272657f11e6" providerId="LiveId" clId="{D38F09CB-4099-4EAA-8A86-919AE901E6DD}" dt="2024-12-25T22:57:42.836" v="35" actId="1076"/>
          <ac:spMkLst>
            <pc:docMk/>
            <pc:sldMk cId="2223508487" sldId="308"/>
            <ac:spMk id="3" creationId="{B2D8EC13-4DE7-8BE7-6F46-5E27BE7C2356}"/>
          </ac:spMkLst>
        </pc:spChg>
        <pc:spChg chg="mod">
          <ac:chgData name="arwa desouki" userId="72abd272657f11e6" providerId="LiveId" clId="{D38F09CB-4099-4EAA-8A86-919AE901E6DD}" dt="2024-12-25T22:57:42.836" v="35" actId="1076"/>
          <ac:spMkLst>
            <pc:docMk/>
            <pc:sldMk cId="2223508487" sldId="308"/>
            <ac:spMk id="4" creationId="{E5C752E1-98EE-4FDF-B325-88A7556F99C2}"/>
          </ac:spMkLst>
        </pc:spChg>
        <pc:spChg chg="mod">
          <ac:chgData name="arwa desouki" userId="72abd272657f11e6" providerId="LiveId" clId="{D38F09CB-4099-4EAA-8A86-919AE901E6DD}" dt="2024-12-25T22:57:42.836" v="35" actId="1076"/>
          <ac:spMkLst>
            <pc:docMk/>
            <pc:sldMk cId="2223508487" sldId="308"/>
            <ac:spMk id="5" creationId="{7460B6ED-60D5-1EB4-D6E8-95B9002ADA70}"/>
          </ac:spMkLst>
        </pc:spChg>
        <pc:spChg chg="mod">
          <ac:chgData name="arwa desouki" userId="72abd272657f11e6" providerId="LiveId" clId="{D38F09CB-4099-4EAA-8A86-919AE901E6DD}" dt="2024-12-26T00:53:43.246" v="236" actId="1076"/>
          <ac:spMkLst>
            <pc:docMk/>
            <pc:sldMk cId="2223508487" sldId="308"/>
            <ac:spMk id="6" creationId="{E2AE30D2-BEBD-4B5E-4D00-9D696E1A8050}"/>
          </ac:spMkLst>
        </pc:spChg>
        <pc:spChg chg="mod">
          <ac:chgData name="arwa desouki" userId="72abd272657f11e6" providerId="LiveId" clId="{D38F09CB-4099-4EAA-8A86-919AE901E6DD}" dt="2024-12-25T22:57:42.836" v="35" actId="1076"/>
          <ac:spMkLst>
            <pc:docMk/>
            <pc:sldMk cId="2223508487" sldId="308"/>
            <ac:spMk id="7" creationId="{0CE93FB6-B848-DB62-D5A7-6EBC980707CC}"/>
          </ac:spMkLst>
        </pc:spChg>
        <pc:spChg chg="mod">
          <ac:chgData name="arwa desouki" userId="72abd272657f11e6" providerId="LiveId" clId="{D38F09CB-4099-4EAA-8A86-919AE901E6DD}" dt="2024-12-25T22:57:42.836" v="35" actId="1076"/>
          <ac:spMkLst>
            <pc:docMk/>
            <pc:sldMk cId="2223508487" sldId="308"/>
            <ac:spMk id="8" creationId="{9CF169C7-6048-556B-DA4A-EE2761748F87}"/>
          </ac:spMkLst>
        </pc:spChg>
        <pc:spChg chg="add del mod">
          <ac:chgData name="arwa desouki" userId="72abd272657f11e6" providerId="LiveId" clId="{D38F09CB-4099-4EAA-8A86-919AE901E6DD}" dt="2024-12-25T23:09:07.731" v="179" actId="11529"/>
          <ac:spMkLst>
            <pc:docMk/>
            <pc:sldMk cId="2223508487" sldId="308"/>
            <ac:spMk id="21" creationId="{C2E22AF4-D798-A21C-5D05-B7AA1F08646C}"/>
          </ac:spMkLst>
        </pc:spChg>
        <pc:spChg chg="add mod">
          <ac:chgData name="arwa desouki" userId="72abd272657f11e6" providerId="LiveId" clId="{D38F09CB-4099-4EAA-8A86-919AE901E6DD}" dt="2024-12-25T23:09:05.820" v="168" actId="571"/>
          <ac:spMkLst>
            <pc:docMk/>
            <pc:sldMk cId="2223508487" sldId="308"/>
            <ac:spMk id="22" creationId="{D37BE8CA-261E-CDA3-E119-72D50DA13779}"/>
          </ac:spMkLst>
        </pc:spChg>
        <pc:spChg chg="add mod">
          <ac:chgData name="arwa desouki" userId="72abd272657f11e6" providerId="LiveId" clId="{D38F09CB-4099-4EAA-8A86-919AE901E6DD}" dt="2024-12-25T23:09:05.672" v="167" actId="571"/>
          <ac:spMkLst>
            <pc:docMk/>
            <pc:sldMk cId="2223508487" sldId="308"/>
            <ac:spMk id="23" creationId="{4CEAC5F4-23A5-985E-581C-F18C7846ADAB}"/>
          </ac:spMkLst>
        </pc:spChg>
        <pc:graphicFrameChg chg="add del mod modGraphic">
          <ac:chgData name="arwa desouki" userId="72abd272657f11e6" providerId="LiveId" clId="{D38F09CB-4099-4EAA-8A86-919AE901E6DD}" dt="2024-12-26T00:52:17.540" v="226" actId="27309"/>
          <ac:graphicFrameMkLst>
            <pc:docMk/>
            <pc:sldMk cId="2223508487" sldId="308"/>
            <ac:graphicFrameMk id="9" creationId="{0D42137D-457D-AA7B-78D3-23780F4C4C3B}"/>
          </ac:graphicFrameMkLst>
        </pc:graphicFrameChg>
        <pc:graphicFrameChg chg="add del mod modVis modGraphic">
          <ac:chgData name="arwa desouki" userId="72abd272657f11e6" providerId="LiveId" clId="{D38F09CB-4099-4EAA-8A86-919AE901E6DD}" dt="2024-12-25T22:59:43.251" v="66" actId="478"/>
          <ac:graphicFrameMkLst>
            <pc:docMk/>
            <pc:sldMk cId="2223508487" sldId="308"/>
            <ac:graphicFrameMk id="10" creationId="{43C46BC3-2A84-286D-DCE3-E0B0AFF4F17B}"/>
          </ac:graphicFrameMkLst>
        </pc:graphicFrameChg>
        <pc:graphicFrameChg chg="add del mod modGraphic">
          <ac:chgData name="arwa desouki" userId="72abd272657f11e6" providerId="LiveId" clId="{D38F09CB-4099-4EAA-8A86-919AE901E6DD}" dt="2024-12-26T00:52:17.540" v="226" actId="27309"/>
          <ac:graphicFrameMkLst>
            <pc:docMk/>
            <pc:sldMk cId="2223508487" sldId="308"/>
            <ac:graphicFrameMk id="11" creationId="{A3F2937C-1F53-9702-EF16-3646806B76F6}"/>
          </ac:graphicFrameMkLst>
        </pc:graphicFrameChg>
        <pc:graphicFrameChg chg="add del mod modVis modGraphic">
          <ac:chgData name="arwa desouki" userId="72abd272657f11e6" providerId="LiveId" clId="{D38F09CB-4099-4EAA-8A86-919AE901E6DD}" dt="2024-12-25T22:59:43.852" v="67" actId="478"/>
          <ac:graphicFrameMkLst>
            <pc:docMk/>
            <pc:sldMk cId="2223508487" sldId="308"/>
            <ac:graphicFrameMk id="12" creationId="{DCE499B8-942E-B07A-BF57-40BA97E1F1D5}"/>
          </ac:graphicFrameMkLst>
        </pc:graphicFrameChg>
        <pc:graphicFrameChg chg="add del modGraphic">
          <ac:chgData name="arwa desouki" userId="72abd272657f11e6" providerId="LiveId" clId="{D38F09CB-4099-4EAA-8A86-919AE901E6DD}" dt="2024-12-26T00:53:39.703" v="233" actId="21"/>
          <ac:graphicFrameMkLst>
            <pc:docMk/>
            <pc:sldMk cId="2223508487" sldId="308"/>
            <ac:graphicFrameMk id="13" creationId="{00579F56-45AA-CEB6-81C8-74434B7C244A}"/>
          </ac:graphicFrameMkLst>
        </pc:graphicFrameChg>
        <pc:graphicFrameChg chg="add mod">
          <ac:chgData name="arwa desouki" userId="72abd272657f11e6" providerId="LiveId" clId="{D38F09CB-4099-4EAA-8A86-919AE901E6DD}" dt="2024-12-26T00:53:43.246" v="236" actId="1076"/>
          <ac:graphicFrameMkLst>
            <pc:docMk/>
            <pc:sldMk cId="2223508487" sldId="308"/>
            <ac:graphicFrameMk id="14" creationId="{00579F56-45AA-CEB6-81C8-74434B7C244A}"/>
          </ac:graphicFrameMkLst>
        </pc:graphicFrameChg>
        <pc:graphicFrameChg chg="add del mod modVis modGraphic">
          <ac:chgData name="arwa desouki" userId="72abd272657f11e6" providerId="LiveId" clId="{D38F09CB-4099-4EAA-8A86-919AE901E6DD}" dt="2024-12-25T22:59:44.334" v="68" actId="478"/>
          <ac:graphicFrameMkLst>
            <pc:docMk/>
            <pc:sldMk cId="2223508487" sldId="308"/>
            <ac:graphicFrameMk id="14" creationId="{C459C73C-B6B3-4AAF-40AA-EDD0424F2148}"/>
          </ac:graphicFrameMkLst>
        </pc:graphicFrameChg>
        <pc:graphicFrameChg chg="add del mod modGraphic">
          <ac:chgData name="arwa desouki" userId="72abd272657f11e6" providerId="LiveId" clId="{D38F09CB-4099-4EAA-8A86-919AE901E6DD}" dt="2024-12-25T23:09:11.914" v="184" actId="478"/>
          <ac:graphicFrameMkLst>
            <pc:docMk/>
            <pc:sldMk cId="2223508487" sldId="308"/>
            <ac:graphicFrameMk id="16" creationId="{504E0DF3-6947-4507-93C7-69D95914DDD0}"/>
          </ac:graphicFrameMkLst>
        </pc:graphicFrameChg>
        <pc:graphicFrameChg chg="add del mod modGraphic">
          <ac:chgData name="arwa desouki" userId="72abd272657f11e6" providerId="LiveId" clId="{D38F09CB-4099-4EAA-8A86-919AE901E6DD}" dt="2024-12-25T23:09:11.914" v="184" actId="478"/>
          <ac:graphicFrameMkLst>
            <pc:docMk/>
            <pc:sldMk cId="2223508487" sldId="308"/>
            <ac:graphicFrameMk id="18" creationId="{2BFC05E3-C7F1-8CF0-94CD-6311CFA2C6CC}"/>
          </ac:graphicFrameMkLst>
        </pc:graphicFrameChg>
        <pc:graphicFrameChg chg="add del mod modGraphic">
          <ac:chgData name="arwa desouki" userId="72abd272657f11e6" providerId="LiveId" clId="{D38F09CB-4099-4EAA-8A86-919AE901E6DD}" dt="2024-12-25T23:09:11.914" v="184" actId="478"/>
          <ac:graphicFrameMkLst>
            <pc:docMk/>
            <pc:sldMk cId="2223508487" sldId="308"/>
            <ac:graphicFrameMk id="20" creationId="{ABD957F9-80A9-7E7D-17DB-CA6A53493385}"/>
          </ac:graphicFrameMkLst>
        </pc:graphicFrameChg>
        <pc:picChg chg="mod">
          <ac:chgData name="arwa desouki" userId="72abd272657f11e6" providerId="LiveId" clId="{D38F09CB-4099-4EAA-8A86-919AE901E6DD}" dt="2024-12-25T22:57:42.836" v="35" actId="1076"/>
          <ac:picMkLst>
            <pc:docMk/>
            <pc:sldMk cId="2223508487" sldId="308"/>
            <ac:picMk id="30" creationId="{B8E79F8F-6BEB-2DE2-6015-797EC5A08379}"/>
          </ac:picMkLst>
        </pc:picChg>
        <pc:picChg chg="mod">
          <ac:chgData name="arwa desouki" userId="72abd272657f11e6" providerId="LiveId" clId="{D38F09CB-4099-4EAA-8A86-919AE901E6DD}" dt="2024-12-26T00:53:31.129" v="232" actId="1076"/>
          <ac:picMkLst>
            <pc:docMk/>
            <pc:sldMk cId="2223508487" sldId="308"/>
            <ac:picMk id="32" creationId="{AAF4D291-9F7D-5952-5B22-4C0C65AF988D}"/>
          </ac:picMkLst>
        </pc:picChg>
        <pc:picChg chg="mod">
          <ac:chgData name="arwa desouki" userId="72abd272657f11e6" providerId="LiveId" clId="{D38F09CB-4099-4EAA-8A86-919AE901E6DD}" dt="2024-12-25T22:57:42.836" v="35" actId="1076"/>
          <ac:picMkLst>
            <pc:docMk/>
            <pc:sldMk cId="2223508487" sldId="308"/>
            <ac:picMk id="34" creationId="{2175A6C7-B762-7E3D-409B-33025DA632CB}"/>
          </ac:picMkLst>
        </pc:picChg>
      </pc:sldChg>
      <pc:sldChg chg="addSp delSp modSp mod ord modTransition">
        <pc:chgData name="arwa desouki" userId="72abd272657f11e6" providerId="LiveId" clId="{D38F09CB-4099-4EAA-8A86-919AE901E6DD}" dt="2024-12-26T01:01:48.782" v="553" actId="1036"/>
        <pc:sldMkLst>
          <pc:docMk/>
          <pc:sldMk cId="386665703" sldId="309"/>
        </pc:sldMkLst>
        <pc:spChg chg="mod">
          <ac:chgData name="arwa desouki" userId="72abd272657f11e6" providerId="LiveId" clId="{D38F09CB-4099-4EAA-8A86-919AE901E6DD}" dt="2024-12-26T00:58:43.637" v="281" actId="1076"/>
          <ac:spMkLst>
            <pc:docMk/>
            <pc:sldMk cId="386665703" sldId="309"/>
            <ac:spMk id="2" creationId="{74D4A0D2-E3B6-CF3F-28D3-B5E6B69865B2}"/>
          </ac:spMkLst>
        </pc:spChg>
        <pc:spChg chg="del">
          <ac:chgData name="arwa desouki" userId="72abd272657f11e6" providerId="LiveId" clId="{D38F09CB-4099-4EAA-8A86-919AE901E6DD}" dt="2024-12-26T00:45:39.738" v="192" actId="478"/>
          <ac:spMkLst>
            <pc:docMk/>
            <pc:sldMk cId="386665703" sldId="309"/>
            <ac:spMk id="3" creationId="{A5DE4F17-E0DC-0882-C793-AB5FEC3F26A9}"/>
          </ac:spMkLst>
        </pc:spChg>
        <pc:spChg chg="add del mod">
          <ac:chgData name="arwa desouki" userId="72abd272657f11e6" providerId="LiveId" clId="{D38F09CB-4099-4EAA-8A86-919AE901E6DD}" dt="2024-12-26T00:45:49.811" v="193" actId="478"/>
          <ac:spMkLst>
            <pc:docMk/>
            <pc:sldMk cId="386665703" sldId="309"/>
            <ac:spMk id="5" creationId="{338CEAC1-0BF6-02F4-7F53-8630FD9D9B09}"/>
          </ac:spMkLst>
        </pc:spChg>
        <pc:spChg chg="add del mod">
          <ac:chgData name="arwa desouki" userId="72abd272657f11e6" providerId="LiveId" clId="{D38F09CB-4099-4EAA-8A86-919AE901E6DD}" dt="2024-12-26T00:45:49.811" v="193" actId="478"/>
          <ac:spMkLst>
            <pc:docMk/>
            <pc:sldMk cId="386665703" sldId="309"/>
            <ac:spMk id="7" creationId="{C9D564E7-C77D-5BE0-0E39-A2339F30874C}"/>
          </ac:spMkLst>
        </pc:spChg>
        <pc:spChg chg="add del mod">
          <ac:chgData name="arwa desouki" userId="72abd272657f11e6" providerId="LiveId" clId="{D38F09CB-4099-4EAA-8A86-919AE901E6DD}" dt="2024-12-26T01:01:33.251" v="478" actId="478"/>
          <ac:spMkLst>
            <pc:docMk/>
            <pc:sldMk cId="386665703" sldId="309"/>
            <ac:spMk id="8" creationId="{3943964C-D48C-85A8-C8AD-DC692349FABE}"/>
          </ac:spMkLst>
        </pc:spChg>
        <pc:spChg chg="add del mod">
          <ac:chgData name="arwa desouki" userId="72abd272657f11e6" providerId="LiveId" clId="{D38F09CB-4099-4EAA-8A86-919AE901E6DD}" dt="2024-12-26T01:01:36.562" v="479" actId="478"/>
          <ac:spMkLst>
            <pc:docMk/>
            <pc:sldMk cId="386665703" sldId="309"/>
            <ac:spMk id="12" creationId="{211FC791-D298-932F-721A-4640C1D38635}"/>
          </ac:spMkLst>
        </pc:spChg>
        <pc:spChg chg="add del mod">
          <ac:chgData name="arwa desouki" userId="72abd272657f11e6" providerId="LiveId" clId="{D38F09CB-4099-4EAA-8A86-919AE901E6DD}" dt="2024-12-26T01:01:36.562" v="479" actId="478"/>
          <ac:spMkLst>
            <pc:docMk/>
            <pc:sldMk cId="386665703" sldId="309"/>
            <ac:spMk id="14" creationId="{66B4EB45-38E9-FB7E-80CA-6BB8A893938E}"/>
          </ac:spMkLst>
        </pc:spChg>
        <pc:spChg chg="add mod">
          <ac:chgData name="arwa desouki" userId="72abd272657f11e6" providerId="LiveId" clId="{D38F09CB-4099-4EAA-8A86-919AE901E6DD}" dt="2024-12-26T01:01:48.782" v="553" actId="1036"/>
          <ac:spMkLst>
            <pc:docMk/>
            <pc:sldMk cId="386665703" sldId="309"/>
            <ac:spMk id="15" creationId="{FF2C11A5-700D-CAD5-DBA7-EF76232907EB}"/>
          </ac:spMkLst>
        </pc:spChg>
        <pc:graphicFrameChg chg="add del mod modGraphic">
          <ac:chgData name="arwa desouki" userId="72abd272657f11e6" providerId="LiveId" clId="{D38F09CB-4099-4EAA-8A86-919AE901E6DD}" dt="2024-12-25T22:55:44.739" v="14" actId="27309"/>
          <ac:graphicFrameMkLst>
            <pc:docMk/>
            <pc:sldMk cId="386665703" sldId="309"/>
            <ac:graphicFrameMk id="5" creationId="{71FBB9DB-F7AD-88C3-E54C-07A876BC9620}"/>
          </ac:graphicFrameMkLst>
        </pc:graphicFrameChg>
        <pc:graphicFrameChg chg="add del mod modGraphic">
          <ac:chgData name="arwa desouki" userId="72abd272657f11e6" providerId="LiveId" clId="{D38F09CB-4099-4EAA-8A86-919AE901E6DD}" dt="2024-12-25T22:55:44.739" v="14" actId="27309"/>
          <ac:graphicFrameMkLst>
            <pc:docMk/>
            <pc:sldMk cId="386665703" sldId="309"/>
            <ac:graphicFrameMk id="7" creationId="{9B84BB39-DE6D-0C49-F582-F04EF7807DD7}"/>
          </ac:graphicFrameMkLst>
        </pc:graphicFrameChg>
        <pc:graphicFrameChg chg="add del mod modGraphic">
          <ac:chgData name="arwa desouki" userId="72abd272657f11e6" providerId="LiveId" clId="{D38F09CB-4099-4EAA-8A86-919AE901E6DD}" dt="2024-12-25T22:55:44.739" v="14" actId="27309"/>
          <ac:graphicFrameMkLst>
            <pc:docMk/>
            <pc:sldMk cId="386665703" sldId="309"/>
            <ac:graphicFrameMk id="9" creationId="{83D8CE2A-489B-19B3-4D36-6EFBA6659053}"/>
          </ac:graphicFrameMkLst>
        </pc:graphicFrameChg>
        <pc:picChg chg="add del mod">
          <ac:chgData name="arwa desouki" userId="72abd272657f11e6" providerId="LiveId" clId="{D38F09CB-4099-4EAA-8A86-919AE901E6DD}" dt="2024-12-26T01:01:33.251" v="478" actId="478"/>
          <ac:picMkLst>
            <pc:docMk/>
            <pc:sldMk cId="386665703" sldId="309"/>
            <ac:picMk id="9" creationId="{D20E3E1A-B22C-F649-8B10-E68A6E25740C}"/>
          </ac:picMkLst>
        </pc:picChg>
        <pc:picChg chg="del">
          <ac:chgData name="arwa desouki" userId="72abd272657f11e6" providerId="LiveId" clId="{D38F09CB-4099-4EAA-8A86-919AE901E6DD}" dt="2024-12-26T00:45:39.738" v="192" actId="478"/>
          <ac:picMkLst>
            <pc:docMk/>
            <pc:sldMk cId="386665703" sldId="309"/>
            <ac:picMk id="11" creationId="{7CC2CF25-1832-ED0E-D14E-F85BF6372285}"/>
          </ac:picMkLst>
        </pc:picChg>
        <pc:picChg chg="add mod">
          <ac:chgData name="arwa desouki" userId="72abd272657f11e6" providerId="LiveId" clId="{D38F09CB-4099-4EAA-8A86-919AE901E6DD}" dt="2024-12-26T01:01:48.782" v="553" actId="1036"/>
          <ac:picMkLst>
            <pc:docMk/>
            <pc:sldMk cId="386665703" sldId="309"/>
            <ac:picMk id="16" creationId="{571120F3-7C98-26FA-94FB-7868A9C056C5}"/>
          </ac:picMkLst>
        </pc:picChg>
      </pc:sldChg>
      <pc:sldChg chg="addSp delSp modSp mod ord modTransition">
        <pc:chgData name="arwa desouki" userId="72abd272657f11e6" providerId="LiveId" clId="{D38F09CB-4099-4EAA-8A86-919AE901E6DD}" dt="2024-12-26T01:10:18.905" v="1016" actId="478"/>
        <pc:sldMkLst>
          <pc:docMk/>
          <pc:sldMk cId="285809800" sldId="310"/>
        </pc:sldMkLst>
        <pc:spChg chg="del">
          <ac:chgData name="arwa desouki" userId="72abd272657f11e6" providerId="LiveId" clId="{D38F09CB-4099-4EAA-8A86-919AE901E6DD}" dt="2024-12-26T01:08:39.225" v="828" actId="478"/>
          <ac:spMkLst>
            <pc:docMk/>
            <pc:sldMk cId="285809800" sldId="310"/>
            <ac:spMk id="2" creationId="{5020DB2F-738D-4F5C-8B23-1A9276C5811B}"/>
          </ac:spMkLst>
        </pc:spChg>
        <pc:spChg chg="add mod">
          <ac:chgData name="arwa desouki" userId="72abd272657f11e6" providerId="LiveId" clId="{D38F09CB-4099-4EAA-8A86-919AE901E6DD}" dt="2024-12-26T01:08:35.801" v="827"/>
          <ac:spMkLst>
            <pc:docMk/>
            <pc:sldMk cId="285809800" sldId="310"/>
            <ac:spMk id="4" creationId="{E0FC461D-7E6B-9A0F-641A-D5969D4C0AEF}"/>
          </ac:spMkLst>
        </pc:spChg>
        <pc:spChg chg="add del mod">
          <ac:chgData name="arwa desouki" userId="72abd272657f11e6" providerId="LiveId" clId="{D38F09CB-4099-4EAA-8A86-919AE901E6DD}" dt="2024-12-26T01:08:41.334" v="829" actId="478"/>
          <ac:spMkLst>
            <pc:docMk/>
            <pc:sldMk cId="285809800" sldId="310"/>
            <ac:spMk id="6" creationId="{E7FCB2B3-356A-2885-5207-447688798B35}"/>
          </ac:spMkLst>
        </pc:spChg>
        <pc:spChg chg="add mod">
          <ac:chgData name="arwa desouki" userId="72abd272657f11e6" providerId="LiveId" clId="{D38F09CB-4099-4EAA-8A86-919AE901E6DD}" dt="2024-12-26T01:10:16.673" v="1015" actId="1076"/>
          <ac:spMkLst>
            <pc:docMk/>
            <pc:sldMk cId="285809800" sldId="310"/>
            <ac:spMk id="8" creationId="{E249298F-50CE-8AD5-FD50-4E1393D2B3D0}"/>
          </ac:spMkLst>
        </pc:spChg>
        <pc:spChg chg="add mod">
          <ac:chgData name="arwa desouki" userId="72abd272657f11e6" providerId="LiveId" clId="{D38F09CB-4099-4EAA-8A86-919AE901E6DD}" dt="2024-12-26T01:09:08.952" v="847"/>
          <ac:spMkLst>
            <pc:docMk/>
            <pc:sldMk cId="285809800" sldId="310"/>
            <ac:spMk id="9" creationId="{5E5BD3B1-7DF0-8BE8-5E94-BAE3F672D8F4}"/>
          </ac:spMkLst>
        </pc:spChg>
        <pc:spChg chg="add del mod">
          <ac:chgData name="arwa desouki" userId="72abd272657f11e6" providerId="LiveId" clId="{D38F09CB-4099-4EAA-8A86-919AE901E6DD}" dt="2024-12-26T01:09:52.570" v="946" actId="478"/>
          <ac:spMkLst>
            <pc:docMk/>
            <pc:sldMk cId="285809800" sldId="310"/>
            <ac:spMk id="10" creationId="{D4330E52-9BE5-E937-7C7B-D5ADC381005E}"/>
          </ac:spMkLst>
        </pc:spChg>
        <pc:spChg chg="add del mod">
          <ac:chgData name="arwa desouki" userId="72abd272657f11e6" providerId="LiveId" clId="{D38F09CB-4099-4EAA-8A86-919AE901E6DD}" dt="2024-12-26T01:10:18.905" v="1016" actId="478"/>
          <ac:spMkLst>
            <pc:docMk/>
            <pc:sldMk cId="285809800" sldId="310"/>
            <ac:spMk id="11" creationId="{119606BA-51FB-9E31-8232-4B74FB664892}"/>
          </ac:spMkLst>
        </pc:spChg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2284405126" sldId="311"/>
        </pc:sldMkLst>
      </pc:sldChg>
      <pc:sldChg chg="ord modAnim">
        <pc:chgData name="arwa desouki" userId="72abd272657f11e6" providerId="LiveId" clId="{D38F09CB-4099-4EAA-8A86-919AE901E6DD}" dt="2024-12-26T01:17:24.911" v="1048"/>
        <pc:sldMkLst>
          <pc:docMk/>
          <pc:sldMk cId="89106634" sldId="312"/>
        </pc:sldMkLst>
      </pc:sldChg>
      <pc:sldChg chg="addSp delSp modSp mod ord">
        <pc:chgData name="arwa desouki" userId="72abd272657f11e6" providerId="LiveId" clId="{D38F09CB-4099-4EAA-8A86-919AE901E6DD}" dt="2024-12-26T10:14:18.082" v="1357" actId="1076"/>
        <pc:sldMkLst>
          <pc:docMk/>
          <pc:sldMk cId="2149277821" sldId="314"/>
        </pc:sldMkLst>
        <pc:spChg chg="del mod">
          <ac:chgData name="arwa desouki" userId="72abd272657f11e6" providerId="LiveId" clId="{D38F09CB-4099-4EAA-8A86-919AE901E6DD}" dt="2024-12-26T09:20:52.201" v="1084" actId="478"/>
          <ac:spMkLst>
            <pc:docMk/>
            <pc:sldMk cId="2149277821" sldId="314"/>
            <ac:spMk id="5" creationId="{C0C431E4-590F-29C0-463A-07925C55F50A}"/>
          </ac:spMkLst>
        </pc:spChg>
        <pc:spChg chg="mod">
          <ac:chgData name="arwa desouki" userId="72abd272657f11e6" providerId="LiveId" clId="{D38F09CB-4099-4EAA-8A86-919AE901E6DD}" dt="2024-12-26T09:20:36.228" v="1080"/>
          <ac:spMkLst>
            <pc:docMk/>
            <pc:sldMk cId="2149277821" sldId="314"/>
            <ac:spMk id="7" creationId="{0A1D8180-FBDE-8854-F495-AFCED4BDCEF6}"/>
          </ac:spMkLst>
        </pc:spChg>
        <pc:spChg chg="mod">
          <ac:chgData name="arwa desouki" userId="72abd272657f11e6" providerId="LiveId" clId="{D38F09CB-4099-4EAA-8A86-919AE901E6DD}" dt="2024-12-26T09:20:36.228" v="1080"/>
          <ac:spMkLst>
            <pc:docMk/>
            <pc:sldMk cId="2149277821" sldId="314"/>
            <ac:spMk id="8" creationId="{2766103C-C808-BCB6-7750-E3057274877C}"/>
          </ac:spMkLst>
        </pc:spChg>
        <pc:spChg chg="mod">
          <ac:chgData name="arwa desouki" userId="72abd272657f11e6" providerId="LiveId" clId="{D38F09CB-4099-4EAA-8A86-919AE901E6DD}" dt="2024-12-26T09:20:36.228" v="1080"/>
          <ac:spMkLst>
            <pc:docMk/>
            <pc:sldMk cId="2149277821" sldId="314"/>
            <ac:spMk id="9" creationId="{37EDFB40-E70F-BC89-B965-505C2C598D3F}"/>
          </ac:spMkLst>
        </pc:spChg>
        <pc:spChg chg="mod">
          <ac:chgData name="arwa desouki" userId="72abd272657f11e6" providerId="LiveId" clId="{D38F09CB-4099-4EAA-8A86-919AE901E6DD}" dt="2024-12-26T09:20:36.228" v="1080"/>
          <ac:spMkLst>
            <pc:docMk/>
            <pc:sldMk cId="2149277821" sldId="314"/>
            <ac:spMk id="10" creationId="{4D04E054-3F08-2572-A462-150C57BCF1F5}"/>
          </ac:spMkLst>
        </pc:spChg>
        <pc:spChg chg="add del mod">
          <ac:chgData name="arwa desouki" userId="72abd272657f11e6" providerId="LiveId" clId="{D38F09CB-4099-4EAA-8A86-919AE901E6DD}" dt="2024-12-26T10:13:33.713" v="1351" actId="1076"/>
          <ac:spMkLst>
            <pc:docMk/>
            <pc:sldMk cId="2149277821" sldId="314"/>
            <ac:spMk id="11" creationId="{7E514831-154A-2531-158B-937A7D5DD5E8}"/>
          </ac:spMkLst>
        </pc:spChg>
        <pc:spChg chg="add mod">
          <ac:chgData name="arwa desouki" userId="72abd272657f11e6" providerId="LiveId" clId="{D38F09CB-4099-4EAA-8A86-919AE901E6DD}" dt="2024-12-26T09:21:25.968" v="1094"/>
          <ac:spMkLst>
            <pc:docMk/>
            <pc:sldMk cId="2149277821" sldId="314"/>
            <ac:spMk id="12" creationId="{B5E8BCF6-87E3-D23A-E5ED-EE16ECC0EFE9}"/>
          </ac:spMkLst>
        </pc:spChg>
        <pc:spChg chg="add mod">
          <ac:chgData name="arwa desouki" userId="72abd272657f11e6" providerId="LiveId" clId="{D38F09CB-4099-4EAA-8A86-919AE901E6DD}" dt="2024-12-26T09:21:26.274" v="1095"/>
          <ac:spMkLst>
            <pc:docMk/>
            <pc:sldMk cId="2149277821" sldId="314"/>
            <ac:spMk id="13" creationId="{DB6314E8-B45C-71CE-2BA3-AE580D489F48}"/>
          </ac:spMkLst>
        </pc:spChg>
        <pc:spChg chg="add mod">
          <ac:chgData name="arwa desouki" userId="72abd272657f11e6" providerId="LiveId" clId="{D38F09CB-4099-4EAA-8A86-919AE901E6DD}" dt="2024-12-26T09:21:26.555" v="1096"/>
          <ac:spMkLst>
            <pc:docMk/>
            <pc:sldMk cId="2149277821" sldId="314"/>
            <ac:spMk id="14" creationId="{ABBEF897-D75E-642C-5A05-05C4D13DC70F}"/>
          </ac:spMkLst>
        </pc:spChg>
        <pc:spChg chg="add mod">
          <ac:chgData name="arwa desouki" userId="72abd272657f11e6" providerId="LiveId" clId="{D38F09CB-4099-4EAA-8A86-919AE901E6DD}" dt="2024-12-26T09:21:32.784" v="1099" actId="1076"/>
          <ac:spMkLst>
            <pc:docMk/>
            <pc:sldMk cId="2149277821" sldId="314"/>
            <ac:spMk id="15" creationId="{435EDD5C-3445-78E5-C08E-B9D2B04F0C7C}"/>
          </ac:spMkLst>
        </pc:spChg>
        <pc:spChg chg="add mod">
          <ac:chgData name="arwa desouki" userId="72abd272657f11e6" providerId="LiveId" clId="{D38F09CB-4099-4EAA-8A86-919AE901E6DD}" dt="2024-12-26T09:37:47.180" v="1226" actId="1037"/>
          <ac:spMkLst>
            <pc:docMk/>
            <pc:sldMk cId="2149277821" sldId="314"/>
            <ac:spMk id="16" creationId="{F31D10AF-0131-99C2-6058-4E9A7D32ACF1}"/>
          </ac:spMkLst>
        </pc:spChg>
        <pc:spChg chg="mod">
          <ac:chgData name="arwa desouki" userId="72abd272657f11e6" providerId="LiveId" clId="{D38F09CB-4099-4EAA-8A86-919AE901E6DD}" dt="2024-12-26T09:36:54.631" v="1215" actId="207"/>
          <ac:spMkLst>
            <pc:docMk/>
            <pc:sldMk cId="2149277821" sldId="314"/>
            <ac:spMk id="17" creationId="{ED75D30A-9E7D-1FCA-C947-4B7D2360E17C}"/>
          </ac:spMkLst>
        </pc:spChg>
        <pc:spChg chg="add mod">
          <ac:chgData name="arwa desouki" userId="72abd272657f11e6" providerId="LiveId" clId="{D38F09CB-4099-4EAA-8A86-919AE901E6DD}" dt="2024-12-26T09:37:47.180" v="1226" actId="1037"/>
          <ac:spMkLst>
            <pc:docMk/>
            <pc:sldMk cId="2149277821" sldId="314"/>
            <ac:spMk id="18" creationId="{8FF80166-5ABD-A444-8C32-DA3AE3A0791A}"/>
          </ac:spMkLst>
        </pc:spChg>
        <pc:spChg chg="add mod">
          <ac:chgData name="arwa desouki" userId="72abd272657f11e6" providerId="LiveId" clId="{D38F09CB-4099-4EAA-8A86-919AE901E6DD}" dt="2024-12-26T09:37:47.180" v="1226" actId="1037"/>
          <ac:spMkLst>
            <pc:docMk/>
            <pc:sldMk cId="2149277821" sldId="314"/>
            <ac:spMk id="19" creationId="{A3087BAA-F65B-DDB4-0906-9AFC570CDAE1}"/>
          </ac:spMkLst>
        </pc:spChg>
        <pc:spChg chg="add">
          <ac:chgData name="arwa desouki" userId="72abd272657f11e6" providerId="LiveId" clId="{D38F09CB-4099-4EAA-8A86-919AE901E6DD}" dt="2024-12-26T09:29:36.448" v="1197"/>
          <ac:spMkLst>
            <pc:docMk/>
            <pc:sldMk cId="2149277821" sldId="314"/>
            <ac:spMk id="20" creationId="{543D427D-A2B0-5265-AACB-34036265D558}"/>
          </ac:spMkLst>
        </pc:spChg>
        <pc:spChg chg="del mod">
          <ac:chgData name="arwa desouki" userId="72abd272657f11e6" providerId="LiveId" clId="{D38F09CB-4099-4EAA-8A86-919AE901E6DD}" dt="2024-12-26T09:20:35.284" v="1079" actId="478"/>
          <ac:spMkLst>
            <pc:docMk/>
            <pc:sldMk cId="2149277821" sldId="314"/>
            <ac:spMk id="21" creationId="{33155AC9-C285-3FCB-C25C-B93F8AC441F9}"/>
          </ac:spMkLst>
        </pc:spChg>
        <pc:spChg chg="mod">
          <ac:chgData name="arwa desouki" userId="72abd272657f11e6" providerId="LiveId" clId="{D38F09CB-4099-4EAA-8A86-919AE901E6DD}" dt="2024-12-26T09:31:36.142" v="1198"/>
          <ac:spMkLst>
            <pc:docMk/>
            <pc:sldMk cId="2149277821" sldId="314"/>
            <ac:spMk id="23" creationId="{221CC2A7-C9EF-366B-B3E8-FD5F95D5D8D9}"/>
          </ac:spMkLst>
        </pc:spChg>
        <pc:spChg chg="mod">
          <ac:chgData name="arwa desouki" userId="72abd272657f11e6" providerId="LiveId" clId="{D38F09CB-4099-4EAA-8A86-919AE901E6DD}" dt="2024-12-26T09:31:36.142" v="1198"/>
          <ac:spMkLst>
            <pc:docMk/>
            <pc:sldMk cId="2149277821" sldId="314"/>
            <ac:spMk id="24" creationId="{283845F6-D6D8-E5F9-9590-588E7D630B2B}"/>
          </ac:spMkLst>
        </pc:spChg>
        <pc:spChg chg="mod">
          <ac:chgData name="arwa desouki" userId="72abd272657f11e6" providerId="LiveId" clId="{D38F09CB-4099-4EAA-8A86-919AE901E6DD}" dt="2024-12-26T09:31:36.142" v="1198"/>
          <ac:spMkLst>
            <pc:docMk/>
            <pc:sldMk cId="2149277821" sldId="314"/>
            <ac:spMk id="25" creationId="{193614F5-E074-2DC1-7CB2-8A58028FDFBC}"/>
          </ac:spMkLst>
        </pc:spChg>
        <pc:spChg chg="mod">
          <ac:chgData name="arwa desouki" userId="72abd272657f11e6" providerId="LiveId" clId="{D38F09CB-4099-4EAA-8A86-919AE901E6DD}" dt="2024-12-26T09:31:36.142" v="1198"/>
          <ac:spMkLst>
            <pc:docMk/>
            <pc:sldMk cId="2149277821" sldId="314"/>
            <ac:spMk id="26" creationId="{AD1754A4-75D2-F042-F6DF-33C3514607B5}"/>
          </ac:spMkLst>
        </pc:spChg>
        <pc:spChg chg="mod">
          <ac:chgData name="arwa desouki" userId="72abd272657f11e6" providerId="LiveId" clId="{D38F09CB-4099-4EAA-8A86-919AE901E6DD}" dt="2024-12-26T09:31:36.142" v="1198"/>
          <ac:spMkLst>
            <pc:docMk/>
            <pc:sldMk cId="2149277821" sldId="314"/>
            <ac:spMk id="27" creationId="{184CAC3E-663F-A756-B1C6-60F3EE46A79C}"/>
          </ac:spMkLst>
        </pc:spChg>
        <pc:grpChg chg="add del mod">
          <ac:chgData name="arwa desouki" userId="72abd272657f11e6" providerId="LiveId" clId="{D38F09CB-4099-4EAA-8A86-919AE901E6DD}" dt="2024-12-26T09:20:53.752" v="1085" actId="478"/>
          <ac:grpSpMkLst>
            <pc:docMk/>
            <pc:sldMk cId="2149277821" sldId="314"/>
            <ac:grpSpMk id="2" creationId="{15A8004B-B8C7-193E-7B5A-8CB12CF1F3C8}"/>
          </ac:grpSpMkLst>
        </pc:grpChg>
        <pc:grpChg chg="mod">
          <ac:chgData name="arwa desouki" userId="72abd272657f11e6" providerId="LiveId" clId="{D38F09CB-4099-4EAA-8A86-919AE901E6DD}" dt="2024-12-26T09:20:36.228" v="1080"/>
          <ac:grpSpMkLst>
            <pc:docMk/>
            <pc:sldMk cId="2149277821" sldId="314"/>
            <ac:grpSpMk id="6" creationId="{6443AC05-B7F1-37E1-3913-E6BF58CF4118}"/>
          </ac:grpSpMkLst>
        </pc:grpChg>
        <pc:grpChg chg="add mod">
          <ac:chgData name="arwa desouki" userId="72abd272657f11e6" providerId="LiveId" clId="{D38F09CB-4099-4EAA-8A86-919AE901E6DD}" dt="2024-12-26T10:14:00.843" v="1354" actId="1076"/>
          <ac:grpSpMkLst>
            <pc:docMk/>
            <pc:sldMk cId="2149277821" sldId="314"/>
            <ac:grpSpMk id="22" creationId="{41874484-4F5F-A87B-9D80-05C376BEF5EB}"/>
          </ac:grpSpMkLst>
        </pc:grpChg>
        <pc:picChg chg="mod">
          <ac:chgData name="arwa desouki" userId="72abd272657f11e6" providerId="LiveId" clId="{D38F09CB-4099-4EAA-8A86-919AE901E6DD}" dt="2024-12-26T09:31:38.609" v="1200" actId="1076"/>
          <ac:picMkLst>
            <pc:docMk/>
            <pc:sldMk cId="2149277821" sldId="314"/>
            <ac:picMk id="3" creationId="{682B7E8C-B67F-E861-D354-F933F7B5EC42}"/>
          </ac:picMkLst>
        </pc:picChg>
        <pc:picChg chg="mod">
          <ac:chgData name="arwa desouki" userId="72abd272657f11e6" providerId="LiveId" clId="{D38F09CB-4099-4EAA-8A86-919AE901E6DD}" dt="2024-12-26T09:20:36.228" v="1080"/>
          <ac:picMkLst>
            <pc:docMk/>
            <pc:sldMk cId="2149277821" sldId="314"/>
            <ac:picMk id="4" creationId="{26384AC2-B9DB-E3CA-1FEB-2EB22CAA2F2D}"/>
          </ac:picMkLst>
        </pc:picChg>
        <pc:picChg chg="add mod">
          <ac:chgData name="arwa desouki" userId="72abd272657f11e6" providerId="LiveId" clId="{D38F09CB-4099-4EAA-8A86-919AE901E6DD}" dt="2024-12-26T10:14:18.082" v="1357" actId="1076"/>
          <ac:picMkLst>
            <pc:docMk/>
            <pc:sldMk cId="2149277821" sldId="314"/>
            <ac:picMk id="29" creationId="{069AF1D1-0618-A330-DA1F-336F99EB18A8}"/>
          </ac:picMkLst>
        </pc:picChg>
        <pc:picChg chg="add mod">
          <ac:chgData name="arwa desouki" userId="72abd272657f11e6" providerId="LiveId" clId="{D38F09CB-4099-4EAA-8A86-919AE901E6DD}" dt="2024-12-26T10:13:54.180" v="1353" actId="1076"/>
          <ac:picMkLst>
            <pc:docMk/>
            <pc:sldMk cId="2149277821" sldId="314"/>
            <ac:picMk id="31" creationId="{0F5CA465-3DBB-1B8E-3968-2EA17D71412C}"/>
          </ac:picMkLst>
        </pc:picChg>
        <pc:picChg chg="add mod">
          <ac:chgData name="arwa desouki" userId="72abd272657f11e6" providerId="LiveId" clId="{D38F09CB-4099-4EAA-8A86-919AE901E6DD}" dt="2024-12-26T10:14:14.602" v="1356" actId="1076"/>
          <ac:picMkLst>
            <pc:docMk/>
            <pc:sldMk cId="2149277821" sldId="314"/>
            <ac:picMk id="33" creationId="{E5D4F137-B61E-2467-0968-6611F80F7B26}"/>
          </ac:picMkLst>
        </pc:picChg>
        <pc:picChg chg="del">
          <ac:chgData name="arwa desouki" userId="72abd272657f11e6" providerId="LiveId" clId="{D38F09CB-4099-4EAA-8A86-919AE901E6DD}" dt="2024-12-26T09:22:04.104" v="1108" actId="478"/>
          <ac:picMkLst>
            <pc:docMk/>
            <pc:sldMk cId="2149277821" sldId="314"/>
            <ac:picMk id="313" creationId="{43C93BD0-D88F-C110-2640-92E5065844ED}"/>
          </ac:picMkLst>
        </pc:picChg>
      </pc:sldChg>
      <pc:sldChg chg="modSp mod ord">
        <pc:chgData name="arwa desouki" userId="72abd272657f11e6" providerId="LiveId" clId="{D38F09CB-4099-4EAA-8A86-919AE901E6DD}" dt="2024-12-26T09:27:10.929" v="1195" actId="1076"/>
        <pc:sldMkLst>
          <pc:docMk/>
          <pc:sldMk cId="2861487987" sldId="315"/>
        </pc:sldMkLst>
        <pc:spChg chg="mod">
          <ac:chgData name="arwa desouki" userId="72abd272657f11e6" providerId="LiveId" clId="{D38F09CB-4099-4EAA-8A86-919AE901E6DD}" dt="2024-12-26T09:27:10.929" v="1195" actId="1076"/>
          <ac:spMkLst>
            <pc:docMk/>
            <pc:sldMk cId="2861487987" sldId="315"/>
            <ac:spMk id="2" creationId="{E7F28EFF-AAE0-0771-5F06-177B9B6EC3C3}"/>
          </ac:spMkLst>
        </pc:spChg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2022221115" sldId="316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3547141378" sldId="317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3528746250" sldId="318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3088666290" sldId="319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932944984" sldId="320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1096559650" sldId="321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3791789281" sldId="322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594845029" sldId="323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1043013209" sldId="324"/>
        </pc:sldMkLst>
      </pc:sldChg>
      <pc:sldChg chg="ord">
        <pc:chgData name="arwa desouki" userId="72abd272657f11e6" providerId="LiveId" clId="{D38F09CB-4099-4EAA-8A86-919AE901E6DD}" dt="2024-12-25T23:10:22.533" v="190"/>
        <pc:sldMkLst>
          <pc:docMk/>
          <pc:sldMk cId="65452736" sldId="325"/>
        </pc:sldMkLst>
      </pc:sldChg>
      <pc:sldChg chg="ord modAnim">
        <pc:chgData name="arwa desouki" userId="72abd272657f11e6" providerId="LiveId" clId="{D38F09CB-4099-4EAA-8A86-919AE901E6DD}" dt="2024-12-26T01:18:02.968" v="1054"/>
        <pc:sldMkLst>
          <pc:docMk/>
          <pc:sldMk cId="2939351233" sldId="326"/>
        </pc:sldMkLst>
      </pc:sldChg>
      <pc:sldChg chg="add del ord">
        <pc:chgData name="arwa desouki" userId="72abd272657f11e6" providerId="LiveId" clId="{D38F09CB-4099-4EAA-8A86-919AE901E6DD}" dt="2024-12-26T01:13:50.359" v="1024" actId="47"/>
        <pc:sldMkLst>
          <pc:docMk/>
          <pc:sldMk cId="391866962" sldId="327"/>
        </pc:sldMkLst>
      </pc:sldChg>
      <pc:sldChg chg="add del ord">
        <pc:chgData name="arwa desouki" userId="72abd272657f11e6" providerId="LiveId" clId="{D38F09CB-4099-4EAA-8A86-919AE901E6DD}" dt="2024-12-26T01:13:50.359" v="1024" actId="47"/>
        <pc:sldMkLst>
          <pc:docMk/>
          <pc:sldMk cId="292063157" sldId="328"/>
        </pc:sldMkLst>
      </pc:sldChg>
      <pc:sldChg chg="add modTransition">
        <pc:chgData name="arwa desouki" userId="72abd272657f11e6" providerId="LiveId" clId="{D38F09CB-4099-4EAA-8A86-919AE901E6DD}" dt="2024-12-26T00:48:17.889" v="219"/>
        <pc:sldMkLst>
          <pc:docMk/>
          <pc:sldMk cId="1301814651" sldId="329"/>
        </pc:sldMkLst>
      </pc:sldChg>
      <pc:sldChg chg="addSp delSp modSp add mod">
        <pc:chgData name="arwa desouki" userId="72abd272657f11e6" providerId="LiveId" clId="{D38F09CB-4099-4EAA-8A86-919AE901E6DD}" dt="2024-12-26T01:10:48.143" v="1023" actId="1036"/>
        <pc:sldMkLst>
          <pc:docMk/>
          <pc:sldMk cId="1709664434" sldId="330"/>
        </pc:sldMkLst>
        <pc:spChg chg="del mod">
          <ac:chgData name="arwa desouki" userId="72abd272657f11e6" providerId="LiveId" clId="{D38F09CB-4099-4EAA-8A86-919AE901E6DD}" dt="2024-12-26T01:10:39.065" v="1017" actId="478"/>
          <ac:spMkLst>
            <pc:docMk/>
            <pc:sldMk cId="1709664434" sldId="330"/>
            <ac:spMk id="3" creationId="{D0A0700B-6493-64DF-C645-92794C6D5F02}"/>
          </ac:spMkLst>
        </pc:spChg>
        <pc:spChg chg="del mod">
          <ac:chgData name="arwa desouki" userId="72abd272657f11e6" providerId="LiveId" clId="{D38F09CB-4099-4EAA-8A86-919AE901E6DD}" dt="2024-12-26T01:10:39.065" v="1017" actId="478"/>
          <ac:spMkLst>
            <pc:docMk/>
            <pc:sldMk cId="1709664434" sldId="330"/>
            <ac:spMk id="4" creationId="{4C885E71-47F5-873E-EFA8-CD7B3FCA7B89}"/>
          </ac:spMkLst>
        </pc:spChg>
        <pc:spChg chg="del mod">
          <ac:chgData name="arwa desouki" userId="72abd272657f11e6" providerId="LiveId" clId="{D38F09CB-4099-4EAA-8A86-919AE901E6DD}" dt="2024-12-26T01:10:39.065" v="1017" actId="478"/>
          <ac:spMkLst>
            <pc:docMk/>
            <pc:sldMk cId="1709664434" sldId="330"/>
            <ac:spMk id="5" creationId="{39734AE0-BE0C-3878-3983-AEB9CFA93DF9}"/>
          </ac:spMkLst>
        </pc:spChg>
        <pc:spChg chg="del">
          <ac:chgData name="arwa desouki" userId="72abd272657f11e6" providerId="LiveId" clId="{D38F09CB-4099-4EAA-8A86-919AE901E6DD}" dt="2024-12-26T00:54:31.886" v="244" actId="478"/>
          <ac:spMkLst>
            <pc:docMk/>
            <pc:sldMk cId="1709664434" sldId="330"/>
            <ac:spMk id="6" creationId="{9B1261C6-618E-580C-88F1-C3E58D572132}"/>
          </ac:spMkLst>
        </pc:spChg>
        <pc:spChg chg="del">
          <ac:chgData name="arwa desouki" userId="72abd272657f11e6" providerId="LiveId" clId="{D38F09CB-4099-4EAA-8A86-919AE901E6DD}" dt="2024-12-26T01:02:19.488" v="561" actId="478"/>
          <ac:spMkLst>
            <pc:docMk/>
            <pc:sldMk cId="1709664434" sldId="330"/>
            <ac:spMk id="7" creationId="{B1DFBE13-281B-3457-AC93-D55875D28099}"/>
          </ac:spMkLst>
        </pc:spChg>
        <pc:spChg chg="del">
          <ac:chgData name="arwa desouki" userId="72abd272657f11e6" providerId="LiveId" clId="{D38F09CB-4099-4EAA-8A86-919AE901E6DD}" dt="2024-12-26T01:02:22.934" v="563" actId="478"/>
          <ac:spMkLst>
            <pc:docMk/>
            <pc:sldMk cId="1709664434" sldId="330"/>
            <ac:spMk id="8" creationId="{B7B446DA-7C70-AF50-8916-CF33FE8BCB96}"/>
          </ac:spMkLst>
        </pc:spChg>
        <pc:spChg chg="add del mod">
          <ac:chgData name="arwa desouki" userId="72abd272657f11e6" providerId="LiveId" clId="{D38F09CB-4099-4EAA-8A86-919AE901E6DD}" dt="2024-12-26T00:54:33.695" v="245" actId="478"/>
          <ac:spMkLst>
            <pc:docMk/>
            <pc:sldMk cId="1709664434" sldId="330"/>
            <ac:spMk id="11" creationId="{73D64234-2033-8081-A8E7-CD34D8B63F70}"/>
          </ac:spMkLst>
        </pc:spChg>
        <pc:spChg chg="add del mod">
          <ac:chgData name="arwa desouki" userId="72abd272657f11e6" providerId="LiveId" clId="{D38F09CB-4099-4EAA-8A86-919AE901E6DD}" dt="2024-12-26T01:02:21.878" v="562" actId="478"/>
          <ac:spMkLst>
            <pc:docMk/>
            <pc:sldMk cId="1709664434" sldId="330"/>
            <ac:spMk id="13" creationId="{EEC34AB1-BC5A-8D9E-F813-919047E2B71C}"/>
          </ac:spMkLst>
        </pc:spChg>
        <pc:spChg chg="add del mod">
          <ac:chgData name="arwa desouki" userId="72abd272657f11e6" providerId="LiveId" clId="{D38F09CB-4099-4EAA-8A86-919AE901E6DD}" dt="2024-12-26T01:02:23.753" v="564" actId="478"/>
          <ac:spMkLst>
            <pc:docMk/>
            <pc:sldMk cId="1709664434" sldId="330"/>
            <ac:spMk id="15" creationId="{F8A4676C-DD01-0C1C-98E9-53D943766D5C}"/>
          </ac:spMkLst>
        </pc:spChg>
        <pc:spChg chg="add del mod">
          <ac:chgData name="arwa desouki" userId="72abd272657f11e6" providerId="LiveId" clId="{D38F09CB-4099-4EAA-8A86-919AE901E6DD}" dt="2024-12-26T01:10:43.078" v="1018" actId="478"/>
          <ac:spMkLst>
            <pc:docMk/>
            <pc:sldMk cId="1709664434" sldId="330"/>
            <ac:spMk id="21" creationId="{66E7E2C0-5D5B-673C-4647-8687086A412F}"/>
          </ac:spMkLst>
        </pc:spChg>
        <pc:spChg chg="add del mod">
          <ac:chgData name="arwa desouki" userId="72abd272657f11e6" providerId="LiveId" clId="{D38F09CB-4099-4EAA-8A86-919AE901E6DD}" dt="2024-12-26T01:10:43.078" v="1018" actId="478"/>
          <ac:spMkLst>
            <pc:docMk/>
            <pc:sldMk cId="1709664434" sldId="330"/>
            <ac:spMk id="23" creationId="{6F43CB3E-6BA6-D805-6C6F-93B5A4C38E9F}"/>
          </ac:spMkLst>
        </pc:spChg>
        <pc:spChg chg="add del mod">
          <ac:chgData name="arwa desouki" userId="72abd272657f11e6" providerId="LiveId" clId="{D38F09CB-4099-4EAA-8A86-919AE901E6DD}" dt="2024-12-26T01:10:43.078" v="1018" actId="478"/>
          <ac:spMkLst>
            <pc:docMk/>
            <pc:sldMk cId="1709664434" sldId="330"/>
            <ac:spMk id="25" creationId="{DDA8F89A-6B79-E324-80D5-E6518064D6FE}"/>
          </ac:spMkLst>
        </pc:spChg>
        <pc:graphicFrameChg chg="add del mod modGraphic">
          <ac:chgData name="arwa desouki" userId="72abd272657f11e6" providerId="LiveId" clId="{D38F09CB-4099-4EAA-8A86-919AE901E6DD}" dt="2024-12-26T01:10:48.143" v="1023" actId="1036"/>
          <ac:graphicFrameMkLst>
            <pc:docMk/>
            <pc:sldMk cId="1709664434" sldId="330"/>
            <ac:graphicFrameMk id="9" creationId="{0CD464BD-52C5-825F-722D-589B29F0060D}"/>
          </ac:graphicFrameMkLst>
        </pc:graphicFrameChg>
        <pc:graphicFrameChg chg="add mod modGraphic">
          <ac:chgData name="arwa desouki" userId="72abd272657f11e6" providerId="LiveId" clId="{D38F09CB-4099-4EAA-8A86-919AE901E6DD}" dt="2024-12-26T01:10:48.143" v="1023" actId="1036"/>
          <ac:graphicFrameMkLst>
            <pc:docMk/>
            <pc:sldMk cId="1709664434" sldId="330"/>
            <ac:graphicFrameMk id="17" creationId="{909CBEFA-EF58-AF51-8CA2-1BFC8747382C}"/>
          </ac:graphicFrameMkLst>
        </pc:graphicFrameChg>
        <pc:graphicFrameChg chg="add mod modGraphic">
          <ac:chgData name="arwa desouki" userId="72abd272657f11e6" providerId="LiveId" clId="{D38F09CB-4099-4EAA-8A86-919AE901E6DD}" dt="2024-12-26T01:10:48.143" v="1023" actId="1036"/>
          <ac:graphicFrameMkLst>
            <pc:docMk/>
            <pc:sldMk cId="1709664434" sldId="330"/>
            <ac:graphicFrameMk id="19" creationId="{5C0F178F-5612-A030-7FC6-F036B6611C72}"/>
          </ac:graphicFrameMkLst>
        </pc:graphicFrameChg>
        <pc:picChg chg="mod">
          <ac:chgData name="arwa desouki" userId="72abd272657f11e6" providerId="LiveId" clId="{D38F09CB-4099-4EAA-8A86-919AE901E6DD}" dt="2024-12-26T01:02:31.390" v="566" actId="1076"/>
          <ac:picMkLst>
            <pc:docMk/>
            <pc:sldMk cId="1709664434" sldId="330"/>
            <ac:picMk id="30" creationId="{1BD27763-631A-1201-D4D7-52AE230E2ADD}"/>
          </ac:picMkLst>
        </pc:picChg>
        <pc:picChg chg="mod">
          <ac:chgData name="arwa desouki" userId="72abd272657f11e6" providerId="LiveId" clId="{D38F09CB-4099-4EAA-8A86-919AE901E6DD}" dt="2024-12-26T01:03:21.797" v="603" actId="1037"/>
          <ac:picMkLst>
            <pc:docMk/>
            <pc:sldMk cId="1709664434" sldId="330"/>
            <ac:picMk id="32" creationId="{2B62836A-ACFD-00B3-7C63-6DA0BA87E011}"/>
          </ac:picMkLst>
        </pc:picChg>
        <pc:picChg chg="mod">
          <ac:chgData name="arwa desouki" userId="72abd272657f11e6" providerId="LiveId" clId="{D38F09CB-4099-4EAA-8A86-919AE901E6DD}" dt="2024-12-26T01:06:00.607" v="669" actId="1037"/>
          <ac:picMkLst>
            <pc:docMk/>
            <pc:sldMk cId="1709664434" sldId="330"/>
            <ac:picMk id="34" creationId="{C62DFEB8-D967-2FA6-4570-DFE41BA9CF5F}"/>
          </ac:picMkLst>
        </pc:picChg>
      </pc:sldChg>
      <pc:sldChg chg="addSp delSp modSp add mod ord">
        <pc:chgData name="arwa desouki" userId="72abd272657f11e6" providerId="LiveId" clId="{D38F09CB-4099-4EAA-8A86-919AE901E6DD}" dt="2024-12-26T01:01:26.609" v="477" actId="1035"/>
        <pc:sldMkLst>
          <pc:docMk/>
          <pc:sldMk cId="3940873224" sldId="331"/>
        </pc:sldMkLst>
        <pc:spChg chg="mod">
          <ac:chgData name="arwa desouki" userId="72abd272657f11e6" providerId="LiveId" clId="{D38F09CB-4099-4EAA-8A86-919AE901E6DD}" dt="2024-12-26T00:58:40.552" v="280" actId="1076"/>
          <ac:spMkLst>
            <pc:docMk/>
            <pc:sldMk cId="3940873224" sldId="331"/>
            <ac:spMk id="2" creationId="{66B3D651-6304-1841-6B51-B165CFD9B561}"/>
          </ac:spMkLst>
        </pc:spChg>
        <pc:spChg chg="add mod">
          <ac:chgData name="arwa desouki" userId="72abd272657f11e6" providerId="LiveId" clId="{D38F09CB-4099-4EAA-8A86-919AE901E6DD}" dt="2024-12-26T00:58:24.283" v="269"/>
          <ac:spMkLst>
            <pc:docMk/>
            <pc:sldMk cId="3940873224" sldId="331"/>
            <ac:spMk id="3" creationId="{01F1779B-5C4F-8C9D-457C-FBE9C3265E9B}"/>
          </ac:spMkLst>
        </pc:spChg>
        <pc:spChg chg="add del mod">
          <ac:chgData name="arwa desouki" userId="72abd272657f11e6" providerId="LiveId" clId="{D38F09CB-4099-4EAA-8A86-919AE901E6DD}" dt="2024-12-26T01:01:13.523" v="401" actId="478"/>
          <ac:spMkLst>
            <pc:docMk/>
            <pc:sldMk cId="3940873224" sldId="331"/>
            <ac:spMk id="4" creationId="{9AF9FA81-74CA-FF8D-865D-996AD083944D}"/>
          </ac:spMkLst>
        </pc:spChg>
        <pc:spChg chg="add del mod">
          <ac:chgData name="arwa desouki" userId="72abd272657f11e6" providerId="LiveId" clId="{D38F09CB-4099-4EAA-8A86-919AE901E6DD}" dt="2024-12-26T00:59:05.179" v="285" actId="478"/>
          <ac:spMkLst>
            <pc:docMk/>
            <pc:sldMk cId="3940873224" sldId="331"/>
            <ac:spMk id="7" creationId="{B1ACF416-5584-A10D-21E3-D436DFF2084F}"/>
          </ac:spMkLst>
        </pc:spChg>
        <pc:spChg chg="del">
          <ac:chgData name="arwa desouki" userId="72abd272657f11e6" providerId="LiveId" clId="{D38F09CB-4099-4EAA-8A86-919AE901E6DD}" dt="2024-12-26T00:58:58.451" v="284" actId="478"/>
          <ac:spMkLst>
            <pc:docMk/>
            <pc:sldMk cId="3940873224" sldId="331"/>
            <ac:spMk id="8" creationId="{518E6124-0ED0-85BD-A875-BBB386199491}"/>
          </ac:spMkLst>
        </pc:spChg>
        <pc:spChg chg="add del mod">
          <ac:chgData name="arwa desouki" userId="72abd272657f11e6" providerId="LiveId" clId="{D38F09CB-4099-4EAA-8A86-919AE901E6DD}" dt="2024-12-26T00:59:05.179" v="285" actId="478"/>
          <ac:spMkLst>
            <pc:docMk/>
            <pc:sldMk cId="3940873224" sldId="331"/>
            <ac:spMk id="11" creationId="{C29FF17E-855B-44EA-48F8-865E59E0DA56}"/>
          </ac:spMkLst>
        </pc:spChg>
        <pc:spChg chg="add mod">
          <ac:chgData name="arwa desouki" userId="72abd272657f11e6" providerId="LiveId" clId="{D38F09CB-4099-4EAA-8A86-919AE901E6DD}" dt="2024-12-26T01:01:26.609" v="477" actId="1035"/>
          <ac:spMkLst>
            <pc:docMk/>
            <pc:sldMk cId="3940873224" sldId="331"/>
            <ac:spMk id="12" creationId="{26804521-D946-D076-1355-7E8F13998D58}"/>
          </ac:spMkLst>
        </pc:spChg>
        <pc:picChg chg="add del mod">
          <ac:chgData name="arwa desouki" userId="72abd272657f11e6" providerId="LiveId" clId="{D38F09CB-4099-4EAA-8A86-919AE901E6DD}" dt="2024-12-26T01:01:13.523" v="401" actId="478"/>
          <ac:picMkLst>
            <pc:docMk/>
            <pc:sldMk cId="3940873224" sldId="331"/>
            <ac:picMk id="5" creationId="{C0C92935-CE57-8905-0147-5550397047ED}"/>
          </ac:picMkLst>
        </pc:picChg>
        <pc:picChg chg="del">
          <ac:chgData name="arwa desouki" userId="72abd272657f11e6" providerId="LiveId" clId="{D38F09CB-4099-4EAA-8A86-919AE901E6DD}" dt="2024-12-26T00:58:58.451" v="284" actId="478"/>
          <ac:picMkLst>
            <pc:docMk/>
            <pc:sldMk cId="3940873224" sldId="331"/>
            <ac:picMk id="9" creationId="{EFEE0507-0AAD-B9F2-A854-F674129AB6FD}"/>
          </ac:picMkLst>
        </pc:picChg>
        <pc:picChg chg="add mod">
          <ac:chgData name="arwa desouki" userId="72abd272657f11e6" providerId="LiveId" clId="{D38F09CB-4099-4EAA-8A86-919AE901E6DD}" dt="2024-12-26T01:01:26.609" v="477" actId="1035"/>
          <ac:picMkLst>
            <pc:docMk/>
            <pc:sldMk cId="3940873224" sldId="331"/>
            <ac:picMk id="13" creationId="{010F81C8-E4A8-7F54-5C8C-7BA2AAA76352}"/>
          </ac:picMkLst>
        </pc:picChg>
      </pc:sldChg>
      <pc:sldChg chg="addSp delSp modSp add mod ord">
        <pc:chgData name="arwa desouki" userId="72abd272657f11e6" providerId="LiveId" clId="{D38F09CB-4099-4EAA-8A86-919AE901E6DD}" dt="2024-12-26T01:01:04.904" v="400" actId="1035"/>
        <pc:sldMkLst>
          <pc:docMk/>
          <pc:sldMk cId="3647785591" sldId="332"/>
        </pc:sldMkLst>
        <pc:spChg chg="mod">
          <ac:chgData name="arwa desouki" userId="72abd272657f11e6" providerId="LiveId" clId="{D38F09CB-4099-4EAA-8A86-919AE901E6DD}" dt="2024-12-26T00:59:58.852" v="300" actId="20577"/>
          <ac:spMkLst>
            <pc:docMk/>
            <pc:sldMk cId="3647785591" sldId="332"/>
            <ac:spMk id="2" creationId="{31E62075-3C7B-A60B-159A-000E65E24FB0}"/>
          </ac:spMkLst>
        </pc:spChg>
        <pc:spChg chg="add del mod">
          <ac:chgData name="arwa desouki" userId="72abd272657f11e6" providerId="LiveId" clId="{D38F09CB-4099-4EAA-8A86-919AE901E6DD}" dt="2024-12-26T01:00:45.581" v="305" actId="478"/>
          <ac:spMkLst>
            <pc:docMk/>
            <pc:sldMk cId="3647785591" sldId="332"/>
            <ac:spMk id="3" creationId="{46AEABA6-7D63-CF2C-E956-E4619C584C59}"/>
          </ac:spMkLst>
        </pc:spChg>
        <pc:spChg chg="del">
          <ac:chgData name="arwa desouki" userId="72abd272657f11e6" providerId="LiveId" clId="{D38F09CB-4099-4EAA-8A86-919AE901E6DD}" dt="2024-12-26T01:00:03.002" v="301" actId="478"/>
          <ac:spMkLst>
            <pc:docMk/>
            <pc:sldMk cId="3647785591" sldId="332"/>
            <ac:spMk id="4" creationId="{9669CD60-9EB1-4A18-28B6-228A1D93B105}"/>
          </ac:spMkLst>
        </pc:spChg>
        <pc:spChg chg="add del mod">
          <ac:chgData name="arwa desouki" userId="72abd272657f11e6" providerId="LiveId" clId="{D38F09CB-4099-4EAA-8A86-919AE901E6DD}" dt="2024-12-26T01:00:48.604" v="306" actId="478"/>
          <ac:spMkLst>
            <pc:docMk/>
            <pc:sldMk cId="3647785591" sldId="332"/>
            <ac:spMk id="8" creationId="{A0679066-F1E3-CD11-9990-F35FF3ECBDC4}"/>
          </ac:spMkLst>
        </pc:spChg>
        <pc:spChg chg="add del mod">
          <ac:chgData name="arwa desouki" userId="72abd272657f11e6" providerId="LiveId" clId="{D38F09CB-4099-4EAA-8A86-919AE901E6DD}" dt="2024-12-26T01:00:48.604" v="306" actId="478"/>
          <ac:spMkLst>
            <pc:docMk/>
            <pc:sldMk cId="3647785591" sldId="332"/>
            <ac:spMk id="10" creationId="{2C309BD9-0D62-0A67-28F0-ACAE3F690FFF}"/>
          </ac:spMkLst>
        </pc:spChg>
        <pc:spChg chg="add mod">
          <ac:chgData name="arwa desouki" userId="72abd272657f11e6" providerId="LiveId" clId="{D38F09CB-4099-4EAA-8A86-919AE901E6DD}" dt="2024-12-26T01:01:04.904" v="400" actId="1035"/>
          <ac:spMkLst>
            <pc:docMk/>
            <pc:sldMk cId="3647785591" sldId="332"/>
            <ac:spMk id="11" creationId="{8A8DB4C0-7080-DA15-150B-2CCF6CC38CC8}"/>
          </ac:spMkLst>
        </pc:spChg>
        <pc:picChg chg="del">
          <ac:chgData name="arwa desouki" userId="72abd272657f11e6" providerId="LiveId" clId="{D38F09CB-4099-4EAA-8A86-919AE901E6DD}" dt="2024-12-26T01:00:03.002" v="301" actId="478"/>
          <ac:picMkLst>
            <pc:docMk/>
            <pc:sldMk cId="3647785591" sldId="332"/>
            <ac:picMk id="5" creationId="{D77BB23E-6F5F-A66F-2197-BBDA8767A311}"/>
          </ac:picMkLst>
        </pc:picChg>
        <pc:picChg chg="add del mod">
          <ac:chgData name="arwa desouki" userId="72abd272657f11e6" providerId="LiveId" clId="{D38F09CB-4099-4EAA-8A86-919AE901E6DD}" dt="2024-12-26T01:00:45.581" v="305" actId="478"/>
          <ac:picMkLst>
            <pc:docMk/>
            <pc:sldMk cId="3647785591" sldId="332"/>
            <ac:picMk id="6" creationId="{2F906066-8F78-1EAC-60F4-E0E3FA8994AC}"/>
          </ac:picMkLst>
        </pc:picChg>
        <pc:picChg chg="add mod">
          <ac:chgData name="arwa desouki" userId="72abd272657f11e6" providerId="LiveId" clId="{D38F09CB-4099-4EAA-8A86-919AE901E6DD}" dt="2024-12-26T01:01:04.904" v="400" actId="1035"/>
          <ac:picMkLst>
            <pc:docMk/>
            <pc:sldMk cId="3647785591" sldId="332"/>
            <ac:picMk id="12" creationId="{D712B66B-EAE3-4355-C645-4B9592A1B1EE}"/>
          </ac:picMkLst>
        </pc:picChg>
      </pc:sldChg>
      <pc:sldChg chg="addSp delSp modSp add mod ord">
        <pc:chgData name="arwa desouki" userId="72abd272657f11e6" providerId="LiveId" clId="{D38F09CB-4099-4EAA-8A86-919AE901E6DD}" dt="2024-12-26T09:59:31.260" v="1347" actId="20577"/>
        <pc:sldMkLst>
          <pc:docMk/>
          <pc:sldMk cId="3841595995" sldId="333"/>
        </pc:sldMkLst>
        <pc:spChg chg="mod">
          <ac:chgData name="arwa desouki" userId="72abd272657f11e6" providerId="LiveId" clId="{D38F09CB-4099-4EAA-8A86-919AE901E6DD}" dt="2024-12-26T09:56:04.586" v="1318" actId="1076"/>
          <ac:spMkLst>
            <pc:docMk/>
            <pc:sldMk cId="3841595995" sldId="333"/>
            <ac:spMk id="2" creationId="{87767977-EB26-650C-355E-A77D97BE9D13}"/>
          </ac:spMkLst>
        </pc:spChg>
        <pc:spChg chg="del">
          <ac:chgData name="arwa desouki" userId="72abd272657f11e6" providerId="LiveId" clId="{D38F09CB-4099-4EAA-8A86-919AE901E6DD}" dt="2024-12-26T09:53:00.959" v="1233" actId="478"/>
          <ac:spMkLst>
            <pc:docMk/>
            <pc:sldMk cId="3841595995" sldId="333"/>
            <ac:spMk id="3" creationId="{27674426-1AB0-F3FB-ECB2-A42E1F3B4C19}"/>
          </ac:spMkLst>
        </pc:spChg>
        <pc:spChg chg="add del mod">
          <ac:chgData name="arwa desouki" userId="72abd272657f11e6" providerId="LiveId" clId="{D38F09CB-4099-4EAA-8A86-919AE901E6DD}" dt="2024-12-26T09:53:06.379" v="1234" actId="478"/>
          <ac:spMkLst>
            <pc:docMk/>
            <pc:sldMk cId="3841595995" sldId="333"/>
            <ac:spMk id="6" creationId="{F1AAF545-7F27-DDEE-094C-CB59A4112B12}"/>
          </ac:spMkLst>
        </pc:spChg>
        <pc:spChg chg="add mod">
          <ac:chgData name="arwa desouki" userId="72abd272657f11e6" providerId="LiveId" clId="{D38F09CB-4099-4EAA-8A86-919AE901E6DD}" dt="2024-12-26T09:59:31.260" v="1347" actId="20577"/>
          <ac:spMkLst>
            <pc:docMk/>
            <pc:sldMk cId="3841595995" sldId="333"/>
            <ac:spMk id="8" creationId="{F1E2B415-4E5C-946C-EE4B-8421C9A305D9}"/>
          </ac:spMkLst>
        </pc:spChg>
        <pc:spChg chg="add mod">
          <ac:chgData name="arwa desouki" userId="72abd272657f11e6" providerId="LiveId" clId="{D38F09CB-4099-4EAA-8A86-919AE901E6DD}" dt="2024-12-26T09:55:26.855" v="1307" actId="1076"/>
          <ac:spMkLst>
            <pc:docMk/>
            <pc:sldMk cId="3841595995" sldId="333"/>
            <ac:spMk id="13" creationId="{1B96CAA6-B492-7408-7D4A-5097BF642B28}"/>
          </ac:spMkLst>
        </pc:spChg>
        <pc:cxnChg chg="add mod">
          <ac:chgData name="arwa desouki" userId="72abd272657f11e6" providerId="LiveId" clId="{D38F09CB-4099-4EAA-8A86-919AE901E6DD}" dt="2024-12-26T09:54:56.539" v="1289" actId="14100"/>
          <ac:cxnSpMkLst>
            <pc:docMk/>
            <pc:sldMk cId="3841595995" sldId="333"/>
            <ac:cxnSpMk id="9" creationId="{DFA1794F-3828-D96C-5196-FA247E75F7E3}"/>
          </ac:cxnSpMkLst>
        </pc:cxnChg>
      </pc:sldChg>
      <pc:sldChg chg="addSp delSp modSp add mod ord">
        <pc:chgData name="arwa desouki" userId="72abd272657f11e6" providerId="LiveId" clId="{D38F09CB-4099-4EAA-8A86-919AE901E6DD}" dt="2024-12-26T09:58:41.800" v="1343"/>
        <pc:sldMkLst>
          <pc:docMk/>
          <pc:sldMk cId="908254105" sldId="334"/>
        </pc:sldMkLst>
        <pc:spChg chg="mod">
          <ac:chgData name="arwa desouki" userId="72abd272657f11e6" providerId="LiveId" clId="{D38F09CB-4099-4EAA-8A86-919AE901E6DD}" dt="2024-12-26T09:58:32.363" v="1341" actId="1076"/>
          <ac:spMkLst>
            <pc:docMk/>
            <pc:sldMk cId="908254105" sldId="334"/>
            <ac:spMk id="2" creationId="{F78F6560-19AD-734C-D044-A253F18A1A65}"/>
          </ac:spMkLst>
        </pc:spChg>
        <pc:spChg chg="add del mod">
          <ac:chgData name="arwa desouki" userId="72abd272657f11e6" providerId="LiveId" clId="{D38F09CB-4099-4EAA-8A86-919AE901E6DD}" dt="2024-12-26T09:58:11.809" v="1335" actId="931"/>
          <ac:spMkLst>
            <pc:docMk/>
            <pc:sldMk cId="908254105" sldId="334"/>
            <ac:spMk id="4" creationId="{E3423F9E-07CB-2051-D5DE-114A2666B89A}"/>
          </ac:spMkLst>
        </pc:spChg>
        <pc:spChg chg="del">
          <ac:chgData name="arwa desouki" userId="72abd272657f11e6" providerId="LiveId" clId="{D38F09CB-4099-4EAA-8A86-919AE901E6DD}" dt="2024-12-26T09:57:18.928" v="1333" actId="478"/>
          <ac:spMkLst>
            <pc:docMk/>
            <pc:sldMk cId="908254105" sldId="334"/>
            <ac:spMk id="8" creationId="{CC4D024F-40B1-AE7A-33A3-309C8DC53CC9}"/>
          </ac:spMkLst>
        </pc:spChg>
        <pc:spChg chg="del">
          <ac:chgData name="arwa desouki" userId="72abd272657f11e6" providerId="LiveId" clId="{D38F09CB-4099-4EAA-8A86-919AE901E6DD}" dt="2024-12-26T09:57:18.928" v="1333" actId="478"/>
          <ac:spMkLst>
            <pc:docMk/>
            <pc:sldMk cId="908254105" sldId="334"/>
            <ac:spMk id="13" creationId="{95809A10-6E85-F85E-05E4-4ED3464A04A9}"/>
          </ac:spMkLst>
        </pc:spChg>
        <pc:picChg chg="del">
          <ac:chgData name="arwa desouki" userId="72abd272657f11e6" providerId="LiveId" clId="{D38F09CB-4099-4EAA-8A86-919AE901E6DD}" dt="2024-12-26T09:57:10.050" v="1331" actId="478"/>
          <ac:picMkLst>
            <pc:docMk/>
            <pc:sldMk cId="908254105" sldId="334"/>
            <ac:picMk id="7" creationId="{096F83F7-387B-7456-A264-A0B21D9B27D6}"/>
          </ac:picMkLst>
        </pc:picChg>
        <pc:picChg chg="add mod modCrop">
          <ac:chgData name="arwa desouki" userId="72abd272657f11e6" providerId="LiveId" clId="{D38F09CB-4099-4EAA-8A86-919AE901E6DD}" dt="2024-12-26T09:58:19.264" v="1340" actId="732"/>
          <ac:picMkLst>
            <pc:docMk/>
            <pc:sldMk cId="908254105" sldId="334"/>
            <ac:picMk id="10" creationId="{83738D0C-D748-FE68-A957-838A657E7F2F}"/>
          </ac:picMkLst>
        </pc:picChg>
        <pc:cxnChg chg="del">
          <ac:chgData name="arwa desouki" userId="72abd272657f11e6" providerId="LiveId" clId="{D38F09CB-4099-4EAA-8A86-919AE901E6DD}" dt="2024-12-26T09:57:18.928" v="1333" actId="478"/>
          <ac:cxnSpMkLst>
            <pc:docMk/>
            <pc:sldMk cId="908254105" sldId="334"/>
            <ac:cxnSpMk id="5" creationId="{13511333-2F81-2F3A-3EA0-1CEC2E11F3E3}"/>
          </ac:cxnSpMkLst>
        </pc:cxnChg>
        <pc:cxnChg chg="del">
          <ac:chgData name="arwa desouki" userId="72abd272657f11e6" providerId="LiveId" clId="{D38F09CB-4099-4EAA-8A86-919AE901E6DD}" dt="2024-12-26T09:57:18.928" v="1333" actId="478"/>
          <ac:cxnSpMkLst>
            <pc:docMk/>
            <pc:sldMk cId="908254105" sldId="334"/>
            <ac:cxnSpMk id="9" creationId="{4090C86A-0C4B-02AD-FF9D-FD039D7EF61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08046C10-FFD3-D0FF-9381-B39DAAF7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1258269c9b_0_111:notes">
            <a:extLst>
              <a:ext uri="{FF2B5EF4-FFF2-40B4-BE49-F238E27FC236}">
                <a16:creationId xmlns:a16="http://schemas.microsoft.com/office/drawing/2014/main" id="{DCCFB333-C76F-FAB4-80C7-13D6500E6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1258269c9b_0_111:notes">
            <a:extLst>
              <a:ext uri="{FF2B5EF4-FFF2-40B4-BE49-F238E27FC236}">
                <a16:creationId xmlns:a16="http://schemas.microsoft.com/office/drawing/2014/main" id="{D1CC194A-95B3-50A2-A22C-699BCBC90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6072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140bdee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140bdee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1258269c9b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1258269c9b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6991775" y="4715826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602116" y="3751328"/>
            <a:ext cx="929167" cy="1855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4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261062" y="-778661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5100" y="3235500"/>
            <a:ext cx="45333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15100" y="1498500"/>
            <a:ext cx="4533300" cy="160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7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5608700" y="723950"/>
            <a:ext cx="2820300" cy="2025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2"/>
          <p:cNvSpPr>
            <a:spLocks noGrp="1"/>
          </p:cNvSpPr>
          <p:nvPr>
            <p:ph type="pic" idx="3"/>
          </p:nvPr>
        </p:nvSpPr>
        <p:spPr>
          <a:xfrm>
            <a:off x="5608700" y="2884880"/>
            <a:ext cx="2820300" cy="1549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775" y="4272476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362925" y="34290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3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6411525" y="-617199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71025" y="2264150"/>
            <a:ext cx="3943500" cy="14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4371025" y="1402250"/>
            <a:ext cx="1117500" cy="9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5000" b="1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>
            <a:spLocks noGrp="1"/>
          </p:cNvSpPr>
          <p:nvPr>
            <p:ph type="pic" idx="3"/>
          </p:nvPr>
        </p:nvSpPr>
        <p:spPr>
          <a:xfrm>
            <a:off x="715100" y="723950"/>
            <a:ext cx="3190200" cy="371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295650" y="220675"/>
            <a:ext cx="848350" cy="16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3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13232" y="649224"/>
            <a:ext cx="77040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4930424" y="2397134"/>
            <a:ext cx="25575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1656074" y="2397134"/>
            <a:ext cx="25575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1656074" y="2032825"/>
            <a:ext cx="2557500" cy="45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4930426" y="2032825"/>
            <a:ext cx="2557500" cy="45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34075"/>
            <a:ext cx="834383" cy="16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543729" y="3755153"/>
            <a:ext cx="929167" cy="1855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362925" y="342900"/>
            <a:ext cx="84303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3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-1943362" y="260251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731964" y="1365250"/>
            <a:ext cx="37359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731964" y="2008550"/>
            <a:ext cx="3735900" cy="17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>
            <a:spLocks noGrp="1"/>
          </p:cNvSpPr>
          <p:nvPr>
            <p:ph type="pic" idx="2"/>
          </p:nvPr>
        </p:nvSpPr>
        <p:spPr>
          <a:xfrm>
            <a:off x="5249875" y="723951"/>
            <a:ext cx="3182400" cy="2028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6" name="Google Shape;56;p7"/>
          <p:cNvSpPr>
            <a:spLocks noGrp="1"/>
          </p:cNvSpPr>
          <p:nvPr>
            <p:ph type="pic" idx="3"/>
          </p:nvPr>
        </p:nvSpPr>
        <p:spPr>
          <a:xfrm>
            <a:off x="5249875" y="2869900"/>
            <a:ext cx="31824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2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2063550" y="1307100"/>
            <a:ext cx="5016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6580375" y="3784826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91" y="477953"/>
            <a:ext cx="929167" cy="185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6967638" y="2683551"/>
            <a:ext cx="3298124" cy="73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2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3541450" y="1285727"/>
            <a:ext cx="4740300" cy="20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3541450" y="3369526"/>
            <a:ext cx="4740300" cy="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69" name="Google Shape;6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204" y="2085253"/>
            <a:ext cx="929167" cy="185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392375" y="5268251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7150" y="598801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>
            <a:spLocks noGrp="1"/>
          </p:cNvSpPr>
          <p:nvPr>
            <p:ph type="pic" idx="2"/>
          </p:nvPr>
        </p:nvSpPr>
        <p:spPr>
          <a:xfrm>
            <a:off x="715100" y="723950"/>
            <a:ext cx="2592300" cy="371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/>
          <p:nvPr/>
        </p:nvSpPr>
        <p:spPr>
          <a:xfrm flipH="1"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 amt="14000"/>
          </a:blip>
          <a:srcRect l="11310" r="8925"/>
          <a:stretch/>
        </p:blipFill>
        <p:spPr>
          <a:xfrm rot="5400000" flipH="1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>
            <a:spLocks noGrp="1"/>
          </p:cNvSpPr>
          <p:nvPr>
            <p:ph type="title" hasCustomPrompt="1"/>
          </p:nvPr>
        </p:nvSpPr>
        <p:spPr>
          <a:xfrm>
            <a:off x="4733960" y="1530600"/>
            <a:ext cx="2822700" cy="10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1"/>
          </p:nvPr>
        </p:nvSpPr>
        <p:spPr>
          <a:xfrm>
            <a:off x="4733925" y="2607000"/>
            <a:ext cx="28227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1" name="Google Shape;81;p11"/>
          <p:cNvSpPr>
            <a:spLocks noGrp="1"/>
          </p:cNvSpPr>
          <p:nvPr>
            <p:ph type="pic" idx="2"/>
          </p:nvPr>
        </p:nvSpPr>
        <p:spPr>
          <a:xfrm>
            <a:off x="715100" y="2486026"/>
            <a:ext cx="3182400" cy="2028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925" y="4321126"/>
            <a:ext cx="3298124" cy="7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>
            <a:spLocks noGrp="1"/>
          </p:cNvSpPr>
          <p:nvPr>
            <p:ph type="pic" idx="3"/>
          </p:nvPr>
        </p:nvSpPr>
        <p:spPr>
          <a:xfrm>
            <a:off x="715100" y="629475"/>
            <a:ext cx="3182400" cy="1712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633304" y="-804272"/>
            <a:ext cx="929167" cy="185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55825" y="4842451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6981725" y="2255101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713232" y="649224"/>
            <a:ext cx="77040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719975" y="1524000"/>
            <a:ext cx="734700" cy="52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5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 hasCustomPrompt="1"/>
          </p:nvPr>
        </p:nvSpPr>
        <p:spPr>
          <a:xfrm>
            <a:off x="719975" y="2957426"/>
            <a:ext cx="734700" cy="52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5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3321363" y="1524000"/>
            <a:ext cx="734700" cy="52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5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5" hasCustomPrompt="1"/>
          </p:nvPr>
        </p:nvSpPr>
        <p:spPr>
          <a:xfrm>
            <a:off x="3321363" y="2957426"/>
            <a:ext cx="734700" cy="52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5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6" hasCustomPrompt="1"/>
          </p:nvPr>
        </p:nvSpPr>
        <p:spPr>
          <a:xfrm>
            <a:off x="5922750" y="1524000"/>
            <a:ext cx="734700" cy="52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5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5922750" y="2957426"/>
            <a:ext cx="734700" cy="52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5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9975" y="1975500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latin typeface="Lora"/>
                <a:ea typeface="Lora"/>
                <a:cs typeface="Lora"/>
                <a:sym typeface="L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8"/>
          </p:nvPr>
        </p:nvSpPr>
        <p:spPr>
          <a:xfrm>
            <a:off x="3321363" y="1975500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latin typeface="Lora"/>
                <a:ea typeface="Lora"/>
                <a:cs typeface="Lora"/>
                <a:sym typeface="L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9"/>
          </p:nvPr>
        </p:nvSpPr>
        <p:spPr>
          <a:xfrm>
            <a:off x="5922750" y="1975500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latin typeface="Lora"/>
                <a:ea typeface="Lora"/>
                <a:cs typeface="Lora"/>
                <a:sym typeface="L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3"/>
          </p:nvPr>
        </p:nvSpPr>
        <p:spPr>
          <a:xfrm>
            <a:off x="719975" y="3408975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latin typeface="Lora"/>
                <a:ea typeface="Lora"/>
                <a:cs typeface="Lora"/>
                <a:sym typeface="L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4"/>
          </p:nvPr>
        </p:nvSpPr>
        <p:spPr>
          <a:xfrm>
            <a:off x="3321363" y="3408975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latin typeface="Lora"/>
                <a:ea typeface="Lora"/>
                <a:cs typeface="Lora"/>
                <a:sym typeface="L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5"/>
          </p:nvPr>
        </p:nvSpPr>
        <p:spPr>
          <a:xfrm>
            <a:off x="5922750" y="3408975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latin typeface="Lora"/>
                <a:ea typeface="Lora"/>
                <a:cs typeface="Lora"/>
                <a:sym typeface="L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2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720000" y="733775"/>
            <a:ext cx="344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1"/>
          </p:nvPr>
        </p:nvSpPr>
        <p:spPr>
          <a:xfrm>
            <a:off x="720000" y="1362125"/>
            <a:ext cx="3445500" cy="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7289988" y="3790751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455216" y="-392597"/>
            <a:ext cx="929167" cy="185519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>
            <a:spLocks noGrp="1"/>
          </p:cNvSpPr>
          <p:nvPr>
            <p:ph type="pic" idx="2"/>
          </p:nvPr>
        </p:nvSpPr>
        <p:spPr>
          <a:xfrm>
            <a:off x="4986900" y="723950"/>
            <a:ext cx="3445500" cy="1524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36" name="Google Shape;136;p17"/>
          <p:cNvSpPr>
            <a:spLocks noGrp="1"/>
          </p:cNvSpPr>
          <p:nvPr>
            <p:ph type="pic" idx="3"/>
          </p:nvPr>
        </p:nvSpPr>
        <p:spPr>
          <a:xfrm>
            <a:off x="4986775" y="2383250"/>
            <a:ext cx="3445500" cy="2051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37" name="Google Shape;137;p17"/>
          <p:cNvSpPr>
            <a:spLocks noGrp="1"/>
          </p:cNvSpPr>
          <p:nvPr>
            <p:ph type="pic" idx="4"/>
          </p:nvPr>
        </p:nvSpPr>
        <p:spPr>
          <a:xfrm>
            <a:off x="719925" y="2383200"/>
            <a:ext cx="4131600" cy="2051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7153600" y="3939200"/>
            <a:ext cx="937275" cy="18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924775" y="-261511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4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>
            <a:spLocks noGrp="1"/>
          </p:cNvSpPr>
          <p:nvPr>
            <p:ph type="title"/>
          </p:nvPr>
        </p:nvSpPr>
        <p:spPr>
          <a:xfrm>
            <a:off x="713232" y="649224"/>
            <a:ext cx="77040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1"/>
          </p:nvPr>
        </p:nvSpPr>
        <p:spPr>
          <a:xfrm>
            <a:off x="715100" y="2395728"/>
            <a:ext cx="23055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subTitle" idx="2"/>
          </p:nvPr>
        </p:nvSpPr>
        <p:spPr>
          <a:xfrm>
            <a:off x="3419251" y="2395728"/>
            <a:ext cx="23055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subTitle" idx="3"/>
          </p:nvPr>
        </p:nvSpPr>
        <p:spPr>
          <a:xfrm>
            <a:off x="6127372" y="2395728"/>
            <a:ext cx="23055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subTitle" idx="4"/>
          </p:nvPr>
        </p:nvSpPr>
        <p:spPr>
          <a:xfrm>
            <a:off x="715100" y="2029968"/>
            <a:ext cx="2305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5"/>
          </p:nvPr>
        </p:nvSpPr>
        <p:spPr>
          <a:xfrm>
            <a:off x="3419252" y="2029968"/>
            <a:ext cx="2305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ubTitle" idx="6"/>
          </p:nvPr>
        </p:nvSpPr>
        <p:spPr>
          <a:xfrm>
            <a:off x="6127366" y="2029968"/>
            <a:ext cx="2305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2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xfrm>
            <a:off x="713225" y="649225"/>
            <a:ext cx="5951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"/>
          </p:nvPr>
        </p:nvSpPr>
        <p:spPr>
          <a:xfrm>
            <a:off x="715100" y="1664208"/>
            <a:ext cx="28164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subTitle" idx="2"/>
          </p:nvPr>
        </p:nvSpPr>
        <p:spPr>
          <a:xfrm>
            <a:off x="715100" y="1957082"/>
            <a:ext cx="2816400" cy="88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subTitle" idx="3"/>
          </p:nvPr>
        </p:nvSpPr>
        <p:spPr>
          <a:xfrm>
            <a:off x="3848150" y="1957082"/>
            <a:ext cx="2816400" cy="88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4"/>
          </p:nvPr>
        </p:nvSpPr>
        <p:spPr>
          <a:xfrm>
            <a:off x="715100" y="3379354"/>
            <a:ext cx="2816400" cy="88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2"/>
          <p:cNvSpPr txBox="1">
            <a:spLocks noGrp="1"/>
          </p:cNvSpPr>
          <p:nvPr>
            <p:ph type="subTitle" idx="5"/>
          </p:nvPr>
        </p:nvSpPr>
        <p:spPr>
          <a:xfrm>
            <a:off x="3848150" y="3379354"/>
            <a:ext cx="2816400" cy="88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subTitle" idx="6"/>
          </p:nvPr>
        </p:nvSpPr>
        <p:spPr>
          <a:xfrm>
            <a:off x="715100" y="3090672"/>
            <a:ext cx="28164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ubTitle" idx="7"/>
          </p:nvPr>
        </p:nvSpPr>
        <p:spPr>
          <a:xfrm>
            <a:off x="3848149" y="1664208"/>
            <a:ext cx="28164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subTitle" idx="8"/>
          </p:nvPr>
        </p:nvSpPr>
        <p:spPr>
          <a:xfrm>
            <a:off x="3848149" y="3090672"/>
            <a:ext cx="28164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400" y="782375"/>
            <a:ext cx="904875" cy="18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-1550712" y="4518001"/>
            <a:ext cx="3298124" cy="7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>
            <a:spLocks noGrp="1"/>
          </p:cNvSpPr>
          <p:nvPr>
            <p:ph type="pic" idx="9"/>
          </p:nvPr>
        </p:nvSpPr>
        <p:spPr>
          <a:xfrm>
            <a:off x="6981200" y="723950"/>
            <a:ext cx="1447800" cy="371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2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713232" y="649224"/>
            <a:ext cx="77040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subTitle" idx="1"/>
          </p:nvPr>
        </p:nvSpPr>
        <p:spPr>
          <a:xfrm>
            <a:off x="720000" y="1957720"/>
            <a:ext cx="2417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3"/>
          <p:cNvSpPr txBox="1">
            <a:spLocks noGrp="1"/>
          </p:cNvSpPr>
          <p:nvPr>
            <p:ph type="subTitle" idx="2"/>
          </p:nvPr>
        </p:nvSpPr>
        <p:spPr>
          <a:xfrm>
            <a:off x="3365898" y="1957720"/>
            <a:ext cx="2417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3"/>
          <p:cNvSpPr txBox="1">
            <a:spLocks noGrp="1"/>
          </p:cNvSpPr>
          <p:nvPr>
            <p:ph type="subTitle" idx="3"/>
          </p:nvPr>
        </p:nvSpPr>
        <p:spPr>
          <a:xfrm>
            <a:off x="720000" y="3382568"/>
            <a:ext cx="2417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subTitle" idx="4"/>
          </p:nvPr>
        </p:nvSpPr>
        <p:spPr>
          <a:xfrm>
            <a:off x="3365898" y="3382568"/>
            <a:ext cx="2417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subTitle" idx="5"/>
          </p:nvPr>
        </p:nvSpPr>
        <p:spPr>
          <a:xfrm>
            <a:off x="6011797" y="1957720"/>
            <a:ext cx="2417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3"/>
          <p:cNvSpPr txBox="1">
            <a:spLocks noGrp="1"/>
          </p:cNvSpPr>
          <p:nvPr>
            <p:ph type="subTitle" idx="6"/>
          </p:nvPr>
        </p:nvSpPr>
        <p:spPr>
          <a:xfrm>
            <a:off x="6011797" y="3382568"/>
            <a:ext cx="24171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subTitle" idx="7"/>
          </p:nvPr>
        </p:nvSpPr>
        <p:spPr>
          <a:xfrm>
            <a:off x="724753" y="1664650"/>
            <a:ext cx="2407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subTitle" idx="8"/>
          </p:nvPr>
        </p:nvSpPr>
        <p:spPr>
          <a:xfrm>
            <a:off x="3375198" y="1664650"/>
            <a:ext cx="2407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subTitle" idx="9"/>
          </p:nvPr>
        </p:nvSpPr>
        <p:spPr>
          <a:xfrm>
            <a:off x="6016534" y="1664650"/>
            <a:ext cx="2407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subTitle" idx="13"/>
          </p:nvPr>
        </p:nvSpPr>
        <p:spPr>
          <a:xfrm>
            <a:off x="724753" y="3088490"/>
            <a:ext cx="2407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subTitle" idx="14"/>
          </p:nvPr>
        </p:nvSpPr>
        <p:spPr>
          <a:xfrm>
            <a:off x="3375198" y="3088490"/>
            <a:ext cx="2407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subTitle" idx="15"/>
          </p:nvPr>
        </p:nvSpPr>
        <p:spPr>
          <a:xfrm>
            <a:off x="6016534" y="3088490"/>
            <a:ext cx="2407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210" name="Google Shape;21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1408150" y="4608501"/>
            <a:ext cx="3298124" cy="7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25"/>
          <p:cNvPicPr preferRelativeResize="0"/>
          <p:nvPr/>
        </p:nvPicPr>
        <p:blipFill rotWithShape="1">
          <a:blip r:embed="rId2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228856" y="2753303"/>
            <a:ext cx="929167" cy="185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5375" y="5745289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-1532950" y="584026"/>
            <a:ext cx="3298124" cy="73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564504" y="-669847"/>
            <a:ext cx="929167" cy="185519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6"/>
          <p:cNvSpPr/>
          <p:nvPr/>
        </p:nvSpPr>
        <p:spPr>
          <a:xfrm>
            <a:off x="356700" y="342750"/>
            <a:ext cx="8430600" cy="4458000"/>
          </a:xfrm>
          <a:prstGeom prst="roundRect">
            <a:avLst>
              <a:gd name="adj" fmla="val 91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" name="Google Shape;229;p26"/>
          <p:cNvPicPr preferRelativeResize="0"/>
          <p:nvPr/>
        </p:nvPicPr>
        <p:blipFill rotWithShape="1">
          <a:blip r:embed="rId3">
            <a:alphaModFix amt="14000"/>
          </a:blip>
          <a:srcRect l="11310" r="8925"/>
          <a:stretch/>
        </p:blipFill>
        <p:spPr>
          <a:xfrm rot="-5400000">
            <a:off x="1996513" y="-1995162"/>
            <a:ext cx="5150974" cy="913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600" y="4375126"/>
            <a:ext cx="3298124" cy="7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445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3" r:id="rId10"/>
    <p:sldLayoutId id="2147483667" r:id="rId11"/>
    <p:sldLayoutId id="2147483668" r:id="rId12"/>
    <p:sldLayoutId id="2147483669" r:id="rId13"/>
    <p:sldLayoutId id="2147483671" r:id="rId14"/>
    <p:sldLayoutId id="214748367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slide" Target="slide33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6" Type="http://schemas.openxmlformats.org/officeDocument/2006/relationships/slide" Target="slide29.xml"/><Relationship Id="rId11" Type="http://schemas.openxmlformats.org/officeDocument/2006/relationships/image" Target="../media/image43.png"/><Relationship Id="rId5" Type="http://schemas.openxmlformats.org/officeDocument/2006/relationships/image" Target="../media/image41.png"/><Relationship Id="rId10" Type="http://schemas.openxmlformats.org/officeDocument/2006/relationships/image" Target="../media/image42.png"/><Relationship Id="rId4" Type="http://schemas.openxmlformats.org/officeDocument/2006/relationships/image" Target="../media/image40.png"/><Relationship Id="rId9" Type="http://schemas.openxmlformats.org/officeDocument/2006/relationships/slide" Target="slide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1198" t="23561" r="11198" b="48020"/>
          <a:stretch/>
        </p:blipFill>
        <p:spPr>
          <a:xfrm>
            <a:off x="5734121" y="2908325"/>
            <a:ext cx="2820300" cy="1549500"/>
          </a:xfrm>
          <a:prstGeom prst="roundRect">
            <a:avLst>
              <a:gd name="adj" fmla="val 16667"/>
            </a:avLst>
          </a:prstGeom>
        </p:spPr>
      </p:pic>
      <p:pic>
        <p:nvPicPr>
          <p:cNvPr id="244" name="Google Shape;24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75681" y="405175"/>
            <a:ext cx="826700" cy="16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>
            <a:spLocks noGrp="1"/>
          </p:cNvSpPr>
          <p:nvPr>
            <p:ph type="ctrTitle"/>
          </p:nvPr>
        </p:nvSpPr>
        <p:spPr>
          <a:xfrm>
            <a:off x="646161" y="2209874"/>
            <a:ext cx="4939325" cy="154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200" dirty="0">
                <a:solidFill>
                  <a:srgbClr val="384049"/>
                </a:solidFill>
                <a:latin typeface="Lora" pitchFamily="2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384049"/>
                </a:solidFill>
                <a:latin typeface="Lora" pitchFamily="2" charset="0"/>
                <a:cs typeface="Times New Roman" panose="02020603050405020304" pitchFamily="18" charset="0"/>
              </a:rPr>
              <a:t>AI-Powered Health Monitoring App &amp; Bracelet &amp; Web Platform</a:t>
            </a:r>
            <a:endParaRPr sz="3200" dirty="0">
              <a:solidFill>
                <a:srgbClr val="384049"/>
              </a:solidFill>
              <a:latin typeface="Lora" pitchFamily="2" charset="0"/>
              <a:cs typeface="Times New Roman" panose="02020603050405020304" pitchFamily="18" charset="0"/>
            </a:endParaRPr>
          </a:p>
        </p:txBody>
      </p:sp>
      <p:pic>
        <p:nvPicPr>
          <p:cNvPr id="243" name="Google Shape;243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 l="7997" t="12846" r="25018" b="15024"/>
          <a:stretch/>
        </p:blipFill>
        <p:spPr>
          <a:xfrm>
            <a:off x="5702480" y="747395"/>
            <a:ext cx="2820300" cy="2025600"/>
          </a:xfrm>
          <a:prstGeom prst="roundRect">
            <a:avLst>
              <a:gd name="adj" fmla="val 16667"/>
            </a:avLst>
          </a:prstGeom>
        </p:spPr>
      </p:pic>
      <p:sp>
        <p:nvSpPr>
          <p:cNvPr id="2" name="Google Shape;241;p30">
            <a:extLst>
              <a:ext uri="{FF2B5EF4-FFF2-40B4-BE49-F238E27FC236}">
                <a16:creationId xmlns:a16="http://schemas.microsoft.com/office/drawing/2014/main" id="{D1F9C0C2-3A43-76AB-C996-54470B278A0B}"/>
              </a:ext>
            </a:extLst>
          </p:cNvPr>
          <p:cNvSpPr txBox="1">
            <a:spLocks/>
          </p:cNvSpPr>
          <p:nvPr/>
        </p:nvSpPr>
        <p:spPr>
          <a:xfrm>
            <a:off x="1416859" y="1545546"/>
            <a:ext cx="3397931" cy="65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47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algn="ctr"/>
            <a:r>
              <a:rPr lang="en-US" sz="4000" b="1" dirty="0" err="1">
                <a:solidFill>
                  <a:srgbClr val="759CC7"/>
                </a:solidFill>
                <a:latin typeface="Lora" pitchFamily="2" charset="0"/>
                <a:cs typeface="Times New Roman" panose="02020603050405020304" pitchFamily="18" charset="0"/>
              </a:rPr>
              <a:t>SmartBrace</a:t>
            </a:r>
            <a:r>
              <a:rPr lang="en-US" sz="4000" b="1" dirty="0">
                <a:solidFill>
                  <a:srgbClr val="759CC7"/>
                </a:solidFill>
                <a:latin typeface="Lora" pitchFamily="2" charset="0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>
            <a:spLocks noGrp="1"/>
          </p:cNvSpPr>
          <p:nvPr>
            <p:ph type="title"/>
          </p:nvPr>
        </p:nvSpPr>
        <p:spPr>
          <a:xfrm>
            <a:off x="713232" y="649224"/>
            <a:ext cx="77040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title" idx="2"/>
          </p:nvPr>
        </p:nvSpPr>
        <p:spPr>
          <a:xfrm>
            <a:off x="719975" y="1524000"/>
            <a:ext cx="7347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title" idx="3"/>
          </p:nvPr>
        </p:nvSpPr>
        <p:spPr>
          <a:xfrm>
            <a:off x="719975" y="2957426"/>
            <a:ext cx="7347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title" idx="4"/>
          </p:nvPr>
        </p:nvSpPr>
        <p:spPr>
          <a:xfrm>
            <a:off x="3321363" y="1524000"/>
            <a:ext cx="7347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title" idx="5"/>
          </p:nvPr>
        </p:nvSpPr>
        <p:spPr>
          <a:xfrm>
            <a:off x="3321363" y="2957426"/>
            <a:ext cx="7347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65" name="Google Shape;265;p32"/>
          <p:cNvSpPr txBox="1">
            <a:spLocks noGrp="1"/>
          </p:cNvSpPr>
          <p:nvPr>
            <p:ph type="title" idx="6"/>
          </p:nvPr>
        </p:nvSpPr>
        <p:spPr>
          <a:xfrm>
            <a:off x="5922750" y="1524000"/>
            <a:ext cx="7347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title" idx="7"/>
          </p:nvPr>
        </p:nvSpPr>
        <p:spPr>
          <a:xfrm>
            <a:off x="5922750" y="2957426"/>
            <a:ext cx="7347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67" name="Google Shape;267;p32"/>
          <p:cNvSpPr txBox="1">
            <a:spLocks noGrp="1"/>
          </p:cNvSpPr>
          <p:nvPr>
            <p:ph type="subTitle" idx="1"/>
          </p:nvPr>
        </p:nvSpPr>
        <p:spPr>
          <a:xfrm>
            <a:off x="719975" y="1975500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he problem and the solution</a:t>
            </a:r>
            <a:endParaRPr dirty="0"/>
          </a:p>
        </p:txBody>
      </p:sp>
      <p:sp>
        <p:nvSpPr>
          <p:cNvPr id="268" name="Google Shape;268;p32"/>
          <p:cNvSpPr txBox="1">
            <a:spLocks noGrp="1"/>
          </p:cNvSpPr>
          <p:nvPr>
            <p:ph type="subTitle" idx="8"/>
          </p:nvPr>
        </p:nvSpPr>
        <p:spPr>
          <a:xfrm>
            <a:off x="3321363" y="1975500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</a:t>
            </a:r>
            <a:endParaRPr dirty="0"/>
          </a:p>
        </p:txBody>
      </p:sp>
      <p:sp>
        <p:nvSpPr>
          <p:cNvPr id="269" name="Google Shape;269;p32"/>
          <p:cNvSpPr txBox="1">
            <a:spLocks noGrp="1"/>
          </p:cNvSpPr>
          <p:nvPr>
            <p:ph type="subTitle" idx="9"/>
          </p:nvPr>
        </p:nvSpPr>
        <p:spPr>
          <a:xfrm>
            <a:off x="5922750" y="1975500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" dirty="0"/>
              <a:t>UX</a:t>
            </a:r>
            <a:endParaRPr dirty="0"/>
          </a:p>
        </p:txBody>
      </p:sp>
      <p:sp>
        <p:nvSpPr>
          <p:cNvPr id="270" name="Google Shape;270;p32"/>
          <p:cNvSpPr txBox="1">
            <a:spLocks noGrp="1"/>
          </p:cNvSpPr>
          <p:nvPr>
            <p:ph type="subTitle" idx="13"/>
          </p:nvPr>
        </p:nvSpPr>
        <p:spPr>
          <a:xfrm>
            <a:off x="719975" y="3408975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 Model</a:t>
            </a:r>
            <a:endParaRPr dirty="0"/>
          </a:p>
        </p:txBody>
      </p:sp>
      <p:sp>
        <p:nvSpPr>
          <p:cNvPr id="271" name="Google Shape;271;p32"/>
          <p:cNvSpPr txBox="1">
            <a:spLocks noGrp="1"/>
          </p:cNvSpPr>
          <p:nvPr>
            <p:ph type="subTitle" idx="14"/>
          </p:nvPr>
        </p:nvSpPr>
        <p:spPr>
          <a:xfrm>
            <a:off x="3321363" y="3408975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Back-End</a:t>
            </a:r>
            <a:endParaRPr dirty="0"/>
          </a:p>
        </p:txBody>
      </p:sp>
      <p:sp>
        <p:nvSpPr>
          <p:cNvPr id="272" name="Google Shape;272;p32"/>
          <p:cNvSpPr txBox="1">
            <a:spLocks noGrp="1"/>
          </p:cNvSpPr>
          <p:nvPr>
            <p:ph type="subTitle" idx="15"/>
          </p:nvPr>
        </p:nvSpPr>
        <p:spPr>
          <a:xfrm>
            <a:off x="5922750" y="3408975"/>
            <a:ext cx="230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Next Step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>
            <a:spLocks noGrp="1"/>
          </p:cNvSpPr>
          <p:nvPr>
            <p:ph type="title"/>
          </p:nvPr>
        </p:nvSpPr>
        <p:spPr>
          <a:xfrm>
            <a:off x="4371024" y="2264150"/>
            <a:ext cx="4194638" cy="14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Lora" pitchFamily="2" charset="0"/>
                <a:cs typeface="Times New Roman" panose="02020603050405020304" pitchFamily="18" charset="0"/>
              </a:rPr>
              <a:t>Our Problem and the Solution</a:t>
            </a:r>
          </a:p>
        </p:txBody>
      </p:sp>
      <p:sp>
        <p:nvSpPr>
          <p:cNvPr id="278" name="Google Shape;278;p33"/>
          <p:cNvSpPr txBox="1">
            <a:spLocks noGrp="1"/>
          </p:cNvSpPr>
          <p:nvPr>
            <p:ph type="title" idx="2"/>
          </p:nvPr>
        </p:nvSpPr>
        <p:spPr>
          <a:xfrm>
            <a:off x="4371025" y="1402250"/>
            <a:ext cx="1117500" cy="9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ora" pitchFamily="2" charset="0"/>
                <a:cs typeface="Times New Roman" panose="02020603050405020304" pitchFamily="18" charset="0"/>
              </a:rPr>
              <a:t>01</a:t>
            </a:r>
            <a:endParaRPr dirty="0">
              <a:latin typeface="Lora" pitchFamily="2" charset="0"/>
              <a:cs typeface="Times New Roman" panose="02020603050405020304" pitchFamily="18" charset="0"/>
            </a:endParaRPr>
          </a:p>
        </p:txBody>
      </p:sp>
      <p:pic>
        <p:nvPicPr>
          <p:cNvPr id="279" name="Google Shape;27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2479" y="28128"/>
            <a:ext cx="929167" cy="185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Placeholder 6" descr="A doctor examining a baby&#10;&#10;Description automatically generated">
            <a:extLst>
              <a:ext uri="{FF2B5EF4-FFF2-40B4-BE49-F238E27FC236}">
                <a16:creationId xmlns:a16="http://schemas.microsoft.com/office/drawing/2014/main" id="{89EAE9C4-76A9-F048-DF70-54F48A047BE5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4"/>
          <a:srcRect t="2033" b="2033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711725" y="1018724"/>
            <a:ext cx="37359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759C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" sz="3200" dirty="0">
                <a:solidFill>
                  <a:srgbClr val="759C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dirty="0">
              <a:solidFill>
                <a:srgbClr val="759CC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711725" y="1544387"/>
            <a:ext cx="4152651" cy="3179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Low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Lora" pitchFamily="2" charset="0"/>
                <a:cs typeface="Times New Roman" panose="02020603050405020304" pitchFamily="18" charset="0"/>
              </a:rPr>
              <a:t>C</a:t>
            </a:r>
            <a:r>
              <a:rPr lang="en-US" sz="1600" b="0" i="0" dirty="0">
                <a:solidFill>
                  <a:srgbClr val="111111"/>
                </a:solidFill>
                <a:effectLst/>
                <a:latin typeface="Lora" pitchFamily="2" charset="0"/>
                <a:cs typeface="Times New Roman" panose="02020603050405020304" pitchFamily="18" charset="0"/>
              </a:rPr>
              <a:t>hildcare, especially in critical medical situations like fever or respiratory conditions, demands constant attention from both parents and healthcare providers. </a:t>
            </a:r>
          </a:p>
          <a:p>
            <a:pPr marL="0" lvl="0" indent="0" algn="justLow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dirty="0">
              <a:solidFill>
                <a:srgbClr val="111111"/>
              </a:solidFill>
              <a:effectLst/>
              <a:latin typeface="Lora" pitchFamily="2" charset="0"/>
              <a:cs typeface="Times New Roman" panose="02020603050405020304" pitchFamily="18" charset="0"/>
            </a:endParaRPr>
          </a:p>
          <a:p>
            <a:pPr marL="0" lvl="0" indent="0" algn="justLow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11111"/>
                </a:solidFill>
                <a:effectLst/>
                <a:latin typeface="Lora" pitchFamily="2" charset="0"/>
                <a:cs typeface="Times New Roman" panose="02020603050405020304" pitchFamily="18" charset="0"/>
              </a:rPr>
              <a:t>In today's fast-paced world, parents face numerous challenges in monitoring and managing their child's health efficiently. Traditional health tracking methods are often fragmented, inefficient, and prone to human error.</a:t>
            </a:r>
            <a:endParaRPr sz="1600" dirty="0">
              <a:solidFill>
                <a:schemeClr val="dk1"/>
              </a:solidFill>
              <a:latin typeface="Lora" pitchFamily="2" charset="0"/>
              <a:cs typeface="Times New Roman" panose="02020603050405020304" pitchFamily="18" charset="0"/>
            </a:endParaRPr>
          </a:p>
        </p:txBody>
      </p:sp>
      <p:pic>
        <p:nvPicPr>
          <p:cNvPr id="288" name="Google Shape;2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2925" y="2487126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25777" b="31712"/>
          <a:stretch/>
        </p:blipFill>
        <p:spPr>
          <a:xfrm>
            <a:off x="5249875" y="723951"/>
            <a:ext cx="3182400" cy="1847799"/>
          </a:xfrm>
          <a:prstGeom prst="roundRect">
            <a:avLst>
              <a:gd name="adj" fmla="val 13488"/>
            </a:avLst>
          </a:prstGeom>
        </p:spPr>
      </p:pic>
      <p:pic>
        <p:nvPicPr>
          <p:cNvPr id="7" name="Picture Placeholder 6" descr="A doctor examining a baby&#10;&#10;Description automatically generated">
            <a:extLst>
              <a:ext uri="{FF2B5EF4-FFF2-40B4-BE49-F238E27FC236}">
                <a16:creationId xmlns:a16="http://schemas.microsoft.com/office/drawing/2014/main" id="{696B0B75-FF0E-5DBD-0B4D-613E9CC4204C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5"/>
          <a:srcRect t="13213" b="13213"/>
          <a:stretch>
            <a:fillRect/>
          </a:stretch>
        </p:blipFill>
        <p:spPr>
          <a:xfrm>
            <a:off x="5249875" y="2855450"/>
            <a:ext cx="3182400" cy="15645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>
            <a:spLocks noGrp="1"/>
          </p:cNvSpPr>
          <p:nvPr>
            <p:ph type="subTitle" idx="4"/>
          </p:nvPr>
        </p:nvSpPr>
        <p:spPr>
          <a:xfrm>
            <a:off x="4859792" y="2851059"/>
            <a:ext cx="25575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Application</a:t>
            </a:r>
            <a:endParaRPr sz="3200" dirty="0"/>
          </a:p>
        </p:txBody>
      </p:sp>
      <p:sp>
        <p:nvSpPr>
          <p:cNvPr id="295" name="Google Shape;295;p35"/>
          <p:cNvSpPr txBox="1">
            <a:spLocks noGrp="1"/>
          </p:cNvSpPr>
          <p:nvPr>
            <p:ph type="title"/>
          </p:nvPr>
        </p:nvSpPr>
        <p:spPr>
          <a:xfrm>
            <a:off x="713232" y="649224"/>
            <a:ext cx="77040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759CC7"/>
                </a:solidFill>
                <a:latin typeface="Lora" pitchFamily="2" charset="0"/>
              </a:rPr>
              <a:t>The Solution</a:t>
            </a:r>
            <a:endParaRPr dirty="0">
              <a:solidFill>
                <a:srgbClr val="759CC7"/>
              </a:solidFill>
              <a:latin typeface="Lora" pitchFamily="2" charset="0"/>
            </a:endParaRPr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3"/>
          </p:nvPr>
        </p:nvSpPr>
        <p:spPr>
          <a:xfrm>
            <a:off x="1484923" y="2851059"/>
            <a:ext cx="25575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Hardware</a:t>
            </a:r>
            <a:endParaRPr sz="3200" dirty="0"/>
          </a:p>
        </p:txBody>
      </p:sp>
      <p:pic>
        <p:nvPicPr>
          <p:cNvPr id="308" name="Google Shape;3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916163" y="4179226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A20916-BC89-22C0-EC3F-0078D9488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503" y="1891545"/>
            <a:ext cx="789354" cy="789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07BE12-8C7C-3E0F-15B4-458740E40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319" y="1891545"/>
            <a:ext cx="789354" cy="7893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704A-1816-72F6-2AF9-509672B1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025" y="2271965"/>
            <a:ext cx="3943500" cy="1491900"/>
          </a:xfrm>
        </p:spPr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0DDDF2-99B1-7A57-6718-68767AF4E6DE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371025" y="1410065"/>
            <a:ext cx="1117500" cy="938100"/>
          </a:xfrm>
        </p:spPr>
        <p:txBody>
          <a:bodyPr/>
          <a:lstStyle/>
          <a:p>
            <a:r>
              <a:rPr lang="en-US" dirty="0"/>
              <a:t>02</a:t>
            </a:r>
          </a:p>
        </p:txBody>
      </p:sp>
      <p:pic>
        <p:nvPicPr>
          <p:cNvPr id="7" name="Picture Placeholder 6" descr="A close-up of a smart watch&#10;&#10;Description automatically generated">
            <a:extLst>
              <a:ext uri="{FF2B5EF4-FFF2-40B4-BE49-F238E27FC236}">
                <a16:creationId xmlns:a16="http://schemas.microsoft.com/office/drawing/2014/main" id="{72271583-F8C8-C142-E7B1-9C1D0EF2EDFD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337" r="33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685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16">
            <a:extLst>
              <a:ext uri="{FF2B5EF4-FFF2-40B4-BE49-F238E27FC236}">
                <a16:creationId xmlns:a16="http://schemas.microsoft.com/office/drawing/2014/main" id="{308A1D5C-0895-3C0B-3A9F-16CD83387C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15100" y="1711570"/>
            <a:ext cx="2442315" cy="594660"/>
          </a:xfrm>
        </p:spPr>
        <p:txBody>
          <a:bodyPr/>
          <a:lstStyle/>
          <a:p>
            <a:r>
              <a:rPr lang="en-US" sz="3200" dirty="0">
                <a:solidFill>
                  <a:srgbClr val="759CC7"/>
                </a:solidFill>
              </a:rPr>
              <a:t>Sigma</a:t>
            </a:r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0917090E-6EC7-84F9-B57E-B3DECAA50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0" y="2411358"/>
            <a:ext cx="2997208" cy="1281900"/>
          </a:xfrm>
        </p:spPr>
        <p:txBody>
          <a:bodyPr/>
          <a:lstStyle/>
          <a:p>
            <a:pPr marL="457200" marR="0" indent="-301752" algn="l" rtl="0"/>
            <a:r>
              <a:rPr lang="en-US" sz="1600" b="0" i="0" dirty="0">
                <a:solidFill>
                  <a:srgbClr val="041222"/>
                </a:solidFill>
                <a:effectLst/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Protection and notifications</a:t>
            </a:r>
          </a:p>
          <a:p>
            <a:pPr marL="457200" marR="0" indent="-301752" algn="l" rtl="0"/>
            <a:r>
              <a:rPr lang="en-US" sz="1600" dirty="0">
                <a:solidFill>
                  <a:srgbClr val="041222"/>
                </a:solidFill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No matter the distance</a:t>
            </a:r>
            <a:endParaRPr lang="en-US" sz="2400" dirty="0">
              <a:effectLst/>
              <a:latin typeface="Lora" pitchFamily="2" charset="0"/>
            </a:endParaRPr>
          </a:p>
        </p:txBody>
      </p:sp>
      <p:pic>
        <p:nvPicPr>
          <p:cNvPr id="313" name="Google Shape;31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922938" y="5157476"/>
            <a:ext cx="3298124" cy="7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lose up of a watch&#10;&#10;Description automatically generated">
            <a:extLst>
              <a:ext uri="{FF2B5EF4-FFF2-40B4-BE49-F238E27FC236}">
                <a16:creationId xmlns:a16="http://schemas.microsoft.com/office/drawing/2014/main" id="{513973D8-7C88-BA65-31B1-CFE4BDC0F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676" y="1057855"/>
            <a:ext cx="4820496" cy="2707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FB02839-1D0F-3808-38D8-634436F2E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16">
            <a:extLst>
              <a:ext uri="{FF2B5EF4-FFF2-40B4-BE49-F238E27FC236}">
                <a16:creationId xmlns:a16="http://schemas.microsoft.com/office/drawing/2014/main" id="{ED75D30A-9E7D-1FCA-C947-4B7D2360E17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87759" y="1593635"/>
            <a:ext cx="2442315" cy="594660"/>
          </a:xfrm>
        </p:spPr>
        <p:txBody>
          <a:bodyPr/>
          <a:lstStyle/>
          <a:p>
            <a:r>
              <a:rPr lang="en-US" sz="3200" dirty="0">
                <a:solidFill>
                  <a:srgbClr val="759CC7"/>
                </a:solidFill>
              </a:rPr>
              <a:t>Features</a:t>
            </a:r>
          </a:p>
        </p:txBody>
      </p:sp>
      <p:pic>
        <p:nvPicPr>
          <p:cNvPr id="3" name="Picture 2" descr="A close up of a watch&#10;&#10;Description automatically generated">
            <a:extLst>
              <a:ext uri="{FF2B5EF4-FFF2-40B4-BE49-F238E27FC236}">
                <a16:creationId xmlns:a16="http://schemas.microsoft.com/office/drawing/2014/main" id="{682B7E8C-B67F-E861-D354-F933F7B5E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676" y="1057855"/>
            <a:ext cx="4820496" cy="270700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514831-154A-2531-158B-937A7D5DD5E8}"/>
              </a:ext>
            </a:extLst>
          </p:cNvPr>
          <p:cNvSpPr/>
          <p:nvPr/>
        </p:nvSpPr>
        <p:spPr>
          <a:xfrm>
            <a:off x="853791" y="3344531"/>
            <a:ext cx="914400" cy="914400"/>
          </a:xfrm>
          <a:prstGeom prst="roundRect">
            <a:avLst/>
          </a:prstGeom>
          <a:solidFill>
            <a:srgbClr val="D7E7FA"/>
          </a:solidFill>
          <a:ln>
            <a:solidFill>
              <a:srgbClr val="D7E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1D10AF-0131-99C2-6058-4E9A7D32ACF1}"/>
              </a:ext>
            </a:extLst>
          </p:cNvPr>
          <p:cNvSpPr/>
          <p:nvPr/>
        </p:nvSpPr>
        <p:spPr>
          <a:xfrm>
            <a:off x="3372631" y="3360843"/>
            <a:ext cx="914400" cy="914400"/>
          </a:xfrm>
          <a:prstGeom prst="roundRect">
            <a:avLst/>
          </a:prstGeom>
          <a:solidFill>
            <a:srgbClr val="D7E7FA"/>
          </a:solidFill>
          <a:ln>
            <a:solidFill>
              <a:srgbClr val="D7E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F80166-5ABD-A444-8C32-DA3AE3A0791A}"/>
              </a:ext>
            </a:extLst>
          </p:cNvPr>
          <p:cNvSpPr/>
          <p:nvPr/>
        </p:nvSpPr>
        <p:spPr>
          <a:xfrm>
            <a:off x="2072991" y="3344531"/>
            <a:ext cx="914400" cy="914400"/>
          </a:xfrm>
          <a:prstGeom prst="roundRect">
            <a:avLst/>
          </a:prstGeom>
          <a:solidFill>
            <a:srgbClr val="D7E7FA"/>
          </a:solidFill>
          <a:ln>
            <a:solidFill>
              <a:srgbClr val="D7E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087BAA-F65B-DDB4-0906-9AFC570CDAE1}"/>
              </a:ext>
            </a:extLst>
          </p:cNvPr>
          <p:cNvSpPr/>
          <p:nvPr/>
        </p:nvSpPr>
        <p:spPr>
          <a:xfrm>
            <a:off x="4736550" y="3371148"/>
            <a:ext cx="914400" cy="914400"/>
          </a:xfrm>
          <a:prstGeom prst="roundRect">
            <a:avLst/>
          </a:prstGeom>
          <a:solidFill>
            <a:srgbClr val="D7E7FA"/>
          </a:solidFill>
          <a:ln>
            <a:solidFill>
              <a:srgbClr val="D7E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543D427D-A2B0-5265-AACB-34036265D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2" name="Google Shape;631;p50">
            <a:extLst>
              <a:ext uri="{FF2B5EF4-FFF2-40B4-BE49-F238E27FC236}">
                <a16:creationId xmlns:a16="http://schemas.microsoft.com/office/drawing/2014/main" id="{41874484-4F5F-A87B-9D80-05C376BEF5EB}"/>
              </a:ext>
            </a:extLst>
          </p:cNvPr>
          <p:cNvGrpSpPr/>
          <p:nvPr/>
        </p:nvGrpSpPr>
        <p:grpSpPr>
          <a:xfrm>
            <a:off x="2317933" y="3641263"/>
            <a:ext cx="380255" cy="374170"/>
            <a:chOff x="6375461" y="2605534"/>
            <a:chExt cx="380255" cy="374170"/>
          </a:xfrm>
        </p:grpSpPr>
        <p:sp>
          <p:nvSpPr>
            <p:cNvPr id="23" name="Google Shape;632;p50">
              <a:extLst>
                <a:ext uri="{FF2B5EF4-FFF2-40B4-BE49-F238E27FC236}">
                  <a16:creationId xmlns:a16="http://schemas.microsoft.com/office/drawing/2014/main" id="{221CC2A7-C9EF-366B-B3E8-FD5F95D5D8D9}"/>
                </a:ext>
              </a:extLst>
            </p:cNvPr>
            <p:cNvSpPr/>
            <p:nvPr/>
          </p:nvSpPr>
          <p:spPr>
            <a:xfrm>
              <a:off x="6375461" y="2605534"/>
              <a:ext cx="380255" cy="374170"/>
            </a:xfrm>
            <a:custGeom>
              <a:avLst/>
              <a:gdLst/>
              <a:ahLst/>
              <a:cxnLst/>
              <a:rect l="l" t="t" r="r" b="b"/>
              <a:pathLst>
                <a:path w="17996" h="17708" extrusionOk="0">
                  <a:moveTo>
                    <a:pt x="5871" y="9152"/>
                  </a:moveTo>
                  <a:cubicBezTo>
                    <a:pt x="6068" y="9816"/>
                    <a:pt x="6425" y="10420"/>
                    <a:pt x="6922" y="10917"/>
                  </a:cubicBezTo>
                  <a:cubicBezTo>
                    <a:pt x="7417" y="11412"/>
                    <a:pt x="8021" y="11769"/>
                    <a:pt x="8685" y="11966"/>
                  </a:cubicBezTo>
                  <a:cubicBezTo>
                    <a:pt x="8090" y="12414"/>
                    <a:pt x="7436" y="12790"/>
                    <a:pt x="6732" y="13068"/>
                  </a:cubicBezTo>
                  <a:lnTo>
                    <a:pt x="5821" y="13434"/>
                  </a:lnTo>
                  <a:cubicBezTo>
                    <a:pt x="5266" y="13653"/>
                    <a:pt x="4781" y="13979"/>
                    <a:pt x="4353" y="14396"/>
                  </a:cubicBezTo>
                  <a:lnTo>
                    <a:pt x="3244" y="15516"/>
                  </a:lnTo>
                  <a:lnTo>
                    <a:pt x="2321" y="14596"/>
                  </a:lnTo>
                  <a:lnTo>
                    <a:pt x="3432" y="13484"/>
                  </a:lnTo>
                  <a:cubicBezTo>
                    <a:pt x="3858" y="13059"/>
                    <a:pt x="4186" y="12561"/>
                    <a:pt x="4403" y="12007"/>
                  </a:cubicBezTo>
                  <a:lnTo>
                    <a:pt x="4769" y="11105"/>
                  </a:lnTo>
                  <a:cubicBezTo>
                    <a:pt x="5047" y="10401"/>
                    <a:pt x="5414" y="9747"/>
                    <a:pt x="5871" y="9152"/>
                  </a:cubicBezTo>
                  <a:close/>
                  <a:moveTo>
                    <a:pt x="1835" y="15081"/>
                  </a:moveTo>
                  <a:lnTo>
                    <a:pt x="2758" y="16002"/>
                  </a:lnTo>
                  <a:lnTo>
                    <a:pt x="1935" y="16825"/>
                  </a:lnTo>
                  <a:cubicBezTo>
                    <a:pt x="1816" y="16944"/>
                    <a:pt x="1647" y="17013"/>
                    <a:pt x="1478" y="17013"/>
                  </a:cubicBezTo>
                  <a:cubicBezTo>
                    <a:pt x="1300" y="17013"/>
                    <a:pt x="1140" y="16944"/>
                    <a:pt x="1012" y="16825"/>
                  </a:cubicBezTo>
                  <a:cubicBezTo>
                    <a:pt x="893" y="16697"/>
                    <a:pt x="824" y="16537"/>
                    <a:pt x="824" y="16359"/>
                  </a:cubicBezTo>
                  <a:cubicBezTo>
                    <a:pt x="824" y="16190"/>
                    <a:pt x="893" y="16023"/>
                    <a:pt x="1012" y="15904"/>
                  </a:cubicBezTo>
                  <a:lnTo>
                    <a:pt x="1835" y="15081"/>
                  </a:lnTo>
                  <a:close/>
                  <a:moveTo>
                    <a:pt x="14624" y="1"/>
                  </a:moveTo>
                  <a:cubicBezTo>
                    <a:pt x="14167" y="1"/>
                    <a:pt x="13751" y="179"/>
                    <a:pt x="13434" y="498"/>
                  </a:cubicBezTo>
                  <a:lnTo>
                    <a:pt x="6149" y="7774"/>
                  </a:lnTo>
                  <a:cubicBezTo>
                    <a:pt x="5276" y="8657"/>
                    <a:pt x="4590" y="9687"/>
                    <a:pt x="4127" y="10848"/>
                  </a:cubicBezTo>
                  <a:lnTo>
                    <a:pt x="3758" y="11759"/>
                  </a:lnTo>
                  <a:cubicBezTo>
                    <a:pt x="3579" y="12226"/>
                    <a:pt x="3303" y="12642"/>
                    <a:pt x="2946" y="12990"/>
                  </a:cubicBezTo>
                  <a:lnTo>
                    <a:pt x="527" y="15416"/>
                  </a:lnTo>
                  <a:cubicBezTo>
                    <a:pt x="1" y="15933"/>
                    <a:pt x="1" y="16785"/>
                    <a:pt x="527" y="17310"/>
                  </a:cubicBezTo>
                  <a:cubicBezTo>
                    <a:pt x="774" y="17558"/>
                    <a:pt x="1112" y="17708"/>
                    <a:pt x="1478" y="17708"/>
                  </a:cubicBezTo>
                  <a:cubicBezTo>
                    <a:pt x="1835" y="17708"/>
                    <a:pt x="2173" y="17558"/>
                    <a:pt x="2421" y="17310"/>
                  </a:cubicBezTo>
                  <a:lnTo>
                    <a:pt x="3491" y="16249"/>
                  </a:lnTo>
                  <a:lnTo>
                    <a:pt x="4840" y="14893"/>
                  </a:lnTo>
                  <a:cubicBezTo>
                    <a:pt x="5197" y="14536"/>
                    <a:pt x="5614" y="14258"/>
                    <a:pt x="6078" y="14070"/>
                  </a:cubicBezTo>
                  <a:lnTo>
                    <a:pt x="6991" y="13713"/>
                  </a:lnTo>
                  <a:cubicBezTo>
                    <a:pt x="8150" y="13246"/>
                    <a:pt x="9183" y="12561"/>
                    <a:pt x="10063" y="11681"/>
                  </a:cubicBezTo>
                  <a:lnTo>
                    <a:pt x="14148" y="7596"/>
                  </a:lnTo>
                  <a:cubicBezTo>
                    <a:pt x="14286" y="7458"/>
                    <a:pt x="14286" y="7239"/>
                    <a:pt x="14148" y="7101"/>
                  </a:cubicBezTo>
                  <a:cubicBezTo>
                    <a:pt x="14084" y="7035"/>
                    <a:pt x="13997" y="7003"/>
                    <a:pt x="13909" y="7003"/>
                  </a:cubicBezTo>
                  <a:cubicBezTo>
                    <a:pt x="13821" y="7003"/>
                    <a:pt x="13732" y="7035"/>
                    <a:pt x="13663" y="7101"/>
                  </a:cubicBezTo>
                  <a:lnTo>
                    <a:pt x="9568" y="11193"/>
                  </a:lnTo>
                  <a:cubicBezTo>
                    <a:pt x="9499" y="11274"/>
                    <a:pt x="9421" y="11343"/>
                    <a:pt x="9340" y="11412"/>
                  </a:cubicBezTo>
                  <a:cubicBezTo>
                    <a:pt x="7833" y="11165"/>
                    <a:pt x="6663" y="10003"/>
                    <a:pt x="6425" y="8488"/>
                  </a:cubicBezTo>
                  <a:cubicBezTo>
                    <a:pt x="6494" y="8419"/>
                    <a:pt x="6565" y="8338"/>
                    <a:pt x="6644" y="8269"/>
                  </a:cubicBezTo>
                  <a:lnTo>
                    <a:pt x="13920" y="983"/>
                  </a:lnTo>
                  <a:cubicBezTo>
                    <a:pt x="14108" y="796"/>
                    <a:pt x="14358" y="696"/>
                    <a:pt x="14624" y="696"/>
                  </a:cubicBezTo>
                  <a:cubicBezTo>
                    <a:pt x="14881" y="696"/>
                    <a:pt x="15131" y="796"/>
                    <a:pt x="15319" y="983"/>
                  </a:cubicBezTo>
                  <a:lnTo>
                    <a:pt x="16856" y="2521"/>
                  </a:lnTo>
                  <a:cubicBezTo>
                    <a:pt x="17241" y="2906"/>
                    <a:pt x="17241" y="3532"/>
                    <a:pt x="16856" y="3917"/>
                  </a:cubicBezTo>
                  <a:lnTo>
                    <a:pt x="15785" y="4988"/>
                  </a:lnTo>
                  <a:cubicBezTo>
                    <a:pt x="15645" y="5116"/>
                    <a:pt x="15645" y="5335"/>
                    <a:pt x="15785" y="5473"/>
                  </a:cubicBezTo>
                  <a:cubicBezTo>
                    <a:pt x="15849" y="5538"/>
                    <a:pt x="15939" y="5570"/>
                    <a:pt x="16028" y="5570"/>
                  </a:cubicBezTo>
                  <a:cubicBezTo>
                    <a:pt x="16117" y="5570"/>
                    <a:pt x="16206" y="5538"/>
                    <a:pt x="16271" y="5473"/>
                  </a:cubicBezTo>
                  <a:lnTo>
                    <a:pt x="17341" y="4403"/>
                  </a:lnTo>
                  <a:cubicBezTo>
                    <a:pt x="17996" y="3748"/>
                    <a:pt x="17996" y="2687"/>
                    <a:pt x="17341" y="2033"/>
                  </a:cubicBezTo>
                  <a:lnTo>
                    <a:pt x="15804" y="498"/>
                  </a:lnTo>
                  <a:cubicBezTo>
                    <a:pt x="15488" y="179"/>
                    <a:pt x="15071" y="1"/>
                    <a:pt x="146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33;p50">
              <a:extLst>
                <a:ext uri="{FF2B5EF4-FFF2-40B4-BE49-F238E27FC236}">
                  <a16:creationId xmlns:a16="http://schemas.microsoft.com/office/drawing/2014/main" id="{283845F6-D6D8-E5F9-9590-588E7D630B2B}"/>
                </a:ext>
              </a:extLst>
            </p:cNvPr>
            <p:cNvSpPr/>
            <p:nvPr/>
          </p:nvSpPr>
          <p:spPr>
            <a:xfrm>
              <a:off x="6683600" y="2731892"/>
              <a:ext cx="14495" cy="14643"/>
            </a:xfrm>
            <a:custGeom>
              <a:avLst/>
              <a:gdLst/>
              <a:ahLst/>
              <a:cxnLst/>
              <a:rect l="l" t="t" r="r" b="b"/>
              <a:pathLst>
                <a:path w="686" h="693" extrusionOk="0">
                  <a:moveTo>
                    <a:pt x="348" y="0"/>
                  </a:moveTo>
                  <a:cubicBezTo>
                    <a:pt x="250" y="0"/>
                    <a:pt x="160" y="38"/>
                    <a:pt x="101" y="110"/>
                  </a:cubicBezTo>
                  <a:cubicBezTo>
                    <a:pt x="32" y="169"/>
                    <a:pt x="1" y="257"/>
                    <a:pt x="1" y="347"/>
                  </a:cubicBezTo>
                  <a:cubicBezTo>
                    <a:pt x="1" y="435"/>
                    <a:pt x="32" y="526"/>
                    <a:pt x="101" y="595"/>
                  </a:cubicBezTo>
                  <a:cubicBezTo>
                    <a:pt x="160" y="654"/>
                    <a:pt x="250" y="692"/>
                    <a:pt x="348" y="692"/>
                  </a:cubicBezTo>
                  <a:cubicBezTo>
                    <a:pt x="438" y="692"/>
                    <a:pt x="526" y="654"/>
                    <a:pt x="586" y="595"/>
                  </a:cubicBezTo>
                  <a:cubicBezTo>
                    <a:pt x="655" y="526"/>
                    <a:pt x="686" y="435"/>
                    <a:pt x="686" y="347"/>
                  </a:cubicBezTo>
                  <a:cubicBezTo>
                    <a:pt x="686" y="257"/>
                    <a:pt x="655" y="169"/>
                    <a:pt x="586" y="110"/>
                  </a:cubicBezTo>
                  <a:cubicBezTo>
                    <a:pt x="526" y="38"/>
                    <a:pt x="438" y="0"/>
                    <a:pt x="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34;p50">
              <a:extLst>
                <a:ext uri="{FF2B5EF4-FFF2-40B4-BE49-F238E27FC236}">
                  <a16:creationId xmlns:a16="http://schemas.microsoft.com/office/drawing/2014/main" id="{193614F5-E074-2DC1-7CB2-8A58028FDFBC}"/>
                </a:ext>
              </a:extLst>
            </p:cNvPr>
            <p:cNvSpPr/>
            <p:nvPr/>
          </p:nvSpPr>
          <p:spPr>
            <a:xfrm>
              <a:off x="6579091" y="2734406"/>
              <a:ext cx="14685" cy="14643"/>
            </a:xfrm>
            <a:custGeom>
              <a:avLst/>
              <a:gdLst/>
              <a:ahLst/>
              <a:cxnLst/>
              <a:rect l="l" t="t" r="r" b="b"/>
              <a:pathLst>
                <a:path w="695" h="693" extrusionOk="0">
                  <a:moveTo>
                    <a:pt x="347" y="0"/>
                  </a:moveTo>
                  <a:cubicBezTo>
                    <a:pt x="259" y="0"/>
                    <a:pt x="169" y="38"/>
                    <a:pt x="100" y="98"/>
                  </a:cubicBezTo>
                  <a:cubicBezTo>
                    <a:pt x="40" y="169"/>
                    <a:pt x="0" y="257"/>
                    <a:pt x="0" y="347"/>
                  </a:cubicBezTo>
                  <a:cubicBezTo>
                    <a:pt x="0" y="435"/>
                    <a:pt x="40" y="526"/>
                    <a:pt x="100" y="595"/>
                  </a:cubicBezTo>
                  <a:cubicBezTo>
                    <a:pt x="169" y="654"/>
                    <a:pt x="259" y="692"/>
                    <a:pt x="347" y="692"/>
                  </a:cubicBezTo>
                  <a:cubicBezTo>
                    <a:pt x="438" y="692"/>
                    <a:pt x="526" y="654"/>
                    <a:pt x="595" y="595"/>
                  </a:cubicBezTo>
                  <a:cubicBezTo>
                    <a:pt x="654" y="526"/>
                    <a:pt x="695" y="435"/>
                    <a:pt x="695" y="347"/>
                  </a:cubicBezTo>
                  <a:cubicBezTo>
                    <a:pt x="695" y="257"/>
                    <a:pt x="654" y="169"/>
                    <a:pt x="595" y="98"/>
                  </a:cubicBezTo>
                  <a:cubicBezTo>
                    <a:pt x="526" y="38"/>
                    <a:pt x="438" y="0"/>
                    <a:pt x="3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35;p50">
              <a:extLst>
                <a:ext uri="{FF2B5EF4-FFF2-40B4-BE49-F238E27FC236}">
                  <a16:creationId xmlns:a16="http://schemas.microsoft.com/office/drawing/2014/main" id="{AD1754A4-75D2-F042-F6DF-33C3514607B5}"/>
                </a:ext>
              </a:extLst>
            </p:cNvPr>
            <p:cNvSpPr/>
            <p:nvPr/>
          </p:nvSpPr>
          <p:spPr>
            <a:xfrm>
              <a:off x="6539916" y="2697091"/>
              <a:ext cx="123589" cy="118159"/>
            </a:xfrm>
            <a:custGeom>
              <a:avLst/>
              <a:gdLst/>
              <a:ahLst/>
              <a:cxnLst/>
              <a:rect l="l" t="t" r="r" b="b"/>
              <a:pathLst>
                <a:path w="5849" h="5592" extrusionOk="0">
                  <a:moveTo>
                    <a:pt x="4374" y="1"/>
                  </a:moveTo>
                  <a:cubicBezTo>
                    <a:pt x="4017" y="1"/>
                    <a:pt x="3679" y="139"/>
                    <a:pt x="3432" y="398"/>
                  </a:cubicBezTo>
                  <a:lnTo>
                    <a:pt x="2975" y="843"/>
                  </a:lnTo>
                  <a:cubicBezTo>
                    <a:pt x="2846" y="983"/>
                    <a:pt x="2846" y="1200"/>
                    <a:pt x="2975" y="1340"/>
                  </a:cubicBezTo>
                  <a:cubicBezTo>
                    <a:pt x="3044" y="1404"/>
                    <a:pt x="3133" y="1436"/>
                    <a:pt x="3222" y="1436"/>
                  </a:cubicBezTo>
                  <a:cubicBezTo>
                    <a:pt x="3311" y="1436"/>
                    <a:pt x="3401" y="1404"/>
                    <a:pt x="3470" y="1340"/>
                  </a:cubicBezTo>
                  <a:lnTo>
                    <a:pt x="3917" y="883"/>
                  </a:lnTo>
                  <a:cubicBezTo>
                    <a:pt x="4036" y="764"/>
                    <a:pt x="4205" y="695"/>
                    <a:pt x="4374" y="695"/>
                  </a:cubicBezTo>
                  <a:cubicBezTo>
                    <a:pt x="4552" y="695"/>
                    <a:pt x="4709" y="764"/>
                    <a:pt x="4838" y="883"/>
                  </a:cubicBezTo>
                  <a:cubicBezTo>
                    <a:pt x="5088" y="1140"/>
                    <a:pt x="5088" y="1547"/>
                    <a:pt x="4838" y="1804"/>
                  </a:cubicBezTo>
                  <a:lnTo>
                    <a:pt x="1935" y="4709"/>
                  </a:lnTo>
                  <a:cubicBezTo>
                    <a:pt x="1805" y="4833"/>
                    <a:pt x="1639" y="4895"/>
                    <a:pt x="1472" y="4895"/>
                  </a:cubicBezTo>
                  <a:cubicBezTo>
                    <a:pt x="1306" y="4895"/>
                    <a:pt x="1140" y="4833"/>
                    <a:pt x="1012" y="4709"/>
                  </a:cubicBezTo>
                  <a:cubicBezTo>
                    <a:pt x="755" y="4452"/>
                    <a:pt x="755" y="4045"/>
                    <a:pt x="1012" y="3788"/>
                  </a:cubicBezTo>
                  <a:lnTo>
                    <a:pt x="1519" y="3282"/>
                  </a:lnTo>
                  <a:cubicBezTo>
                    <a:pt x="1657" y="3144"/>
                    <a:pt x="1657" y="2925"/>
                    <a:pt x="1519" y="2796"/>
                  </a:cubicBezTo>
                  <a:cubicBezTo>
                    <a:pt x="1448" y="2727"/>
                    <a:pt x="1359" y="2693"/>
                    <a:pt x="1271" y="2693"/>
                  </a:cubicBezTo>
                  <a:cubicBezTo>
                    <a:pt x="1183" y="2693"/>
                    <a:pt x="1096" y="2727"/>
                    <a:pt x="1031" y="2796"/>
                  </a:cubicBezTo>
                  <a:lnTo>
                    <a:pt x="526" y="3303"/>
                  </a:lnTo>
                  <a:cubicBezTo>
                    <a:pt x="1" y="3827"/>
                    <a:pt x="1" y="4671"/>
                    <a:pt x="526" y="5195"/>
                  </a:cubicBezTo>
                  <a:cubicBezTo>
                    <a:pt x="783" y="5463"/>
                    <a:pt x="1131" y="5592"/>
                    <a:pt x="1469" y="5592"/>
                  </a:cubicBezTo>
                  <a:cubicBezTo>
                    <a:pt x="1816" y="5592"/>
                    <a:pt x="2161" y="5463"/>
                    <a:pt x="2420" y="5195"/>
                  </a:cubicBezTo>
                  <a:lnTo>
                    <a:pt x="5325" y="2292"/>
                  </a:lnTo>
                  <a:cubicBezTo>
                    <a:pt x="5849" y="1766"/>
                    <a:pt x="5849" y="924"/>
                    <a:pt x="5325" y="398"/>
                  </a:cubicBezTo>
                  <a:cubicBezTo>
                    <a:pt x="5076" y="139"/>
                    <a:pt x="4740" y="1"/>
                    <a:pt x="4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36;p50">
              <a:extLst>
                <a:ext uri="{FF2B5EF4-FFF2-40B4-BE49-F238E27FC236}">
                  <a16:creationId xmlns:a16="http://schemas.microsoft.com/office/drawing/2014/main" id="{184CAC3E-663F-A756-B1C6-60F3EE46A79C}"/>
                </a:ext>
              </a:extLst>
            </p:cNvPr>
            <p:cNvSpPr/>
            <p:nvPr/>
          </p:nvSpPr>
          <p:spPr>
            <a:xfrm>
              <a:off x="6655539" y="2645766"/>
              <a:ext cx="59312" cy="56586"/>
            </a:xfrm>
            <a:custGeom>
              <a:avLst/>
              <a:gdLst/>
              <a:ahLst/>
              <a:cxnLst/>
              <a:rect l="l" t="t" r="r" b="b"/>
              <a:pathLst>
                <a:path w="2807" h="2678" extrusionOk="0">
                  <a:moveTo>
                    <a:pt x="1341" y="686"/>
                  </a:moveTo>
                  <a:cubicBezTo>
                    <a:pt x="1519" y="686"/>
                    <a:pt x="1676" y="755"/>
                    <a:pt x="1795" y="873"/>
                  </a:cubicBezTo>
                  <a:cubicBezTo>
                    <a:pt x="2054" y="1130"/>
                    <a:pt x="2054" y="1547"/>
                    <a:pt x="1795" y="1794"/>
                  </a:cubicBezTo>
                  <a:cubicBezTo>
                    <a:pt x="1671" y="1924"/>
                    <a:pt x="1505" y="1989"/>
                    <a:pt x="1339" y="1989"/>
                  </a:cubicBezTo>
                  <a:cubicBezTo>
                    <a:pt x="1173" y="1989"/>
                    <a:pt x="1007" y="1924"/>
                    <a:pt x="884" y="1794"/>
                  </a:cubicBezTo>
                  <a:cubicBezTo>
                    <a:pt x="755" y="1675"/>
                    <a:pt x="696" y="1509"/>
                    <a:pt x="696" y="1340"/>
                  </a:cubicBezTo>
                  <a:cubicBezTo>
                    <a:pt x="696" y="1161"/>
                    <a:pt x="755" y="1002"/>
                    <a:pt x="884" y="873"/>
                  </a:cubicBezTo>
                  <a:cubicBezTo>
                    <a:pt x="1003" y="755"/>
                    <a:pt x="1172" y="686"/>
                    <a:pt x="1341" y="686"/>
                  </a:cubicBezTo>
                  <a:close/>
                  <a:moveTo>
                    <a:pt x="1341" y="0"/>
                  </a:moveTo>
                  <a:cubicBezTo>
                    <a:pt x="984" y="0"/>
                    <a:pt x="646" y="141"/>
                    <a:pt x="389" y="388"/>
                  </a:cubicBezTo>
                  <a:cubicBezTo>
                    <a:pt x="139" y="645"/>
                    <a:pt x="1" y="983"/>
                    <a:pt x="1" y="1340"/>
                  </a:cubicBezTo>
                  <a:cubicBezTo>
                    <a:pt x="1" y="1697"/>
                    <a:pt x="139" y="2032"/>
                    <a:pt x="389" y="2282"/>
                  </a:cubicBezTo>
                  <a:cubicBezTo>
                    <a:pt x="655" y="2549"/>
                    <a:pt x="993" y="2677"/>
                    <a:pt x="1341" y="2677"/>
                  </a:cubicBezTo>
                  <a:cubicBezTo>
                    <a:pt x="1686" y="2677"/>
                    <a:pt x="2023" y="2549"/>
                    <a:pt x="2292" y="2282"/>
                  </a:cubicBezTo>
                  <a:cubicBezTo>
                    <a:pt x="2806" y="1766"/>
                    <a:pt x="2806" y="914"/>
                    <a:pt x="2292" y="388"/>
                  </a:cubicBezTo>
                  <a:cubicBezTo>
                    <a:pt x="2033" y="141"/>
                    <a:pt x="1697" y="0"/>
                    <a:pt x="13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9" name="Picture 28" descr="A blue pin with a black background&#10;&#10;Description automatically generated">
            <a:extLst>
              <a:ext uri="{FF2B5EF4-FFF2-40B4-BE49-F238E27FC236}">
                <a16:creationId xmlns:a16="http://schemas.microsoft.com/office/drawing/2014/main" id="{069AF1D1-0618-A330-DA1F-336F99EB1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969" y="3583566"/>
            <a:ext cx="489562" cy="489562"/>
          </a:xfrm>
          <a:prstGeom prst="rect">
            <a:avLst/>
          </a:prstGeom>
        </p:spPr>
      </p:pic>
      <p:pic>
        <p:nvPicPr>
          <p:cNvPr id="31" name="Picture 30" descr="A blue heart with a pulse line&#10;&#10;Description automatically generated">
            <a:extLst>
              <a:ext uri="{FF2B5EF4-FFF2-40B4-BE49-F238E27FC236}">
                <a16:creationId xmlns:a16="http://schemas.microsoft.com/office/drawing/2014/main" id="{0F5CA465-3DBB-1B8E-3968-2EA17D714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332" y="3568071"/>
            <a:ext cx="467318" cy="4673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5D4F137-B61E-2467-0968-6611F80F7B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931" y="3558448"/>
            <a:ext cx="539799" cy="5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7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5331B-0A2D-9CB4-6153-7C96562B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6560-19AD-734C-D044-A253F18A1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996407"/>
            <a:ext cx="3856900" cy="1150685"/>
          </a:xfrm>
        </p:spPr>
        <p:txBody>
          <a:bodyPr/>
          <a:lstStyle/>
          <a:p>
            <a:r>
              <a:rPr lang="en-US" sz="5400" dirty="0">
                <a:solidFill>
                  <a:srgbClr val="759CC7"/>
                </a:solidFill>
              </a:rPr>
              <a:t>Charging</a:t>
            </a:r>
            <a:endParaRPr lang="en-US" sz="3200" dirty="0">
              <a:solidFill>
                <a:srgbClr val="759CC7"/>
              </a:solidFill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3738D0C-D748-FE68-A957-838A657E7F2F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3737" r="-1762"/>
          <a:stretch/>
        </p:blipFill>
        <p:spPr>
          <a:xfrm>
            <a:off x="579438" y="715963"/>
            <a:ext cx="3380504" cy="3711575"/>
          </a:xfrm>
        </p:spPr>
      </p:pic>
    </p:spTree>
    <p:extLst>
      <p:ext uri="{BB962C8B-B14F-4D97-AF65-F5344CB8AC3E}">
        <p14:creationId xmlns:p14="http://schemas.microsoft.com/office/powerpoint/2010/main" val="90825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7BB09-28CA-D210-B4E8-DCA2BD63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7977-EB26-650C-355E-A77D97BE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811167"/>
            <a:ext cx="2940098" cy="1150685"/>
          </a:xfrm>
        </p:spPr>
        <p:txBody>
          <a:bodyPr/>
          <a:lstStyle/>
          <a:p>
            <a:r>
              <a:rPr lang="en-US" sz="6600" dirty="0">
                <a:solidFill>
                  <a:srgbClr val="759CC7"/>
                </a:solidFill>
              </a:rPr>
              <a:t>Sizes</a:t>
            </a:r>
            <a:endParaRPr lang="en-US" dirty="0">
              <a:solidFill>
                <a:srgbClr val="759CC7"/>
              </a:solidFill>
            </a:endParaRPr>
          </a:p>
        </p:txBody>
      </p:sp>
      <p:pic>
        <p:nvPicPr>
          <p:cNvPr id="7" name="Picture Placeholder 6" descr="A close-up of a smart watch&#10;&#10;Description automatically generated">
            <a:extLst>
              <a:ext uri="{FF2B5EF4-FFF2-40B4-BE49-F238E27FC236}">
                <a16:creationId xmlns:a16="http://schemas.microsoft.com/office/drawing/2014/main" id="{3EB1CC13-B5E5-3BF4-5606-767783720FE1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337" r="337"/>
          <a:stretch>
            <a:fillRect/>
          </a:stretch>
        </p:blipFill>
        <p:spPr/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701DC0-F343-9802-8DCF-9E9D1E05E452}"/>
              </a:ext>
            </a:extLst>
          </p:cNvPr>
          <p:cNvCxnSpPr>
            <a:cxnSpLocks/>
          </p:cNvCxnSpPr>
          <p:nvPr/>
        </p:nvCxnSpPr>
        <p:spPr>
          <a:xfrm>
            <a:off x="3129280" y="1410065"/>
            <a:ext cx="0" cy="1952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1E2B415-4E5C-946C-EE4B-8421C9A305D9}"/>
              </a:ext>
            </a:extLst>
          </p:cNvPr>
          <p:cNvSpPr txBox="1">
            <a:spLocks/>
          </p:cNvSpPr>
          <p:nvPr/>
        </p:nvSpPr>
        <p:spPr>
          <a:xfrm>
            <a:off x="3317426" y="1973093"/>
            <a:ext cx="319037" cy="826835"/>
          </a:xfrm>
          <a:prstGeom prst="rect">
            <a:avLst/>
          </a:prstGeom>
          <a:noFill/>
          <a:ln>
            <a:noFill/>
          </a:ln>
        </p:spPr>
        <p:txBody>
          <a:bodyPr spcFirstLastPara="1" vert="vert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4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US" sz="1400" dirty="0">
                <a:solidFill>
                  <a:srgbClr val="759CC7"/>
                </a:solidFill>
              </a:rPr>
              <a:t>2.79cm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A1794F-3828-D96C-5196-FA247E75F7E3}"/>
              </a:ext>
            </a:extLst>
          </p:cNvPr>
          <p:cNvCxnSpPr>
            <a:cxnSpLocks/>
          </p:cNvCxnSpPr>
          <p:nvPr/>
        </p:nvCxnSpPr>
        <p:spPr>
          <a:xfrm>
            <a:off x="1595120" y="862110"/>
            <a:ext cx="1326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1B96CAA6-B492-7408-7D4A-5097BF642B28}"/>
              </a:ext>
            </a:extLst>
          </p:cNvPr>
          <p:cNvSpPr txBox="1">
            <a:spLocks/>
          </p:cNvSpPr>
          <p:nvPr/>
        </p:nvSpPr>
        <p:spPr>
          <a:xfrm>
            <a:off x="1922190" y="469980"/>
            <a:ext cx="776019" cy="39213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4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US" sz="1400" dirty="0">
                <a:solidFill>
                  <a:srgbClr val="759CC7"/>
                </a:solidFill>
              </a:rPr>
              <a:t>1.01cm</a:t>
            </a:r>
          </a:p>
        </p:txBody>
      </p:sp>
    </p:spTree>
    <p:extLst>
      <p:ext uri="{BB962C8B-B14F-4D97-AF65-F5344CB8AC3E}">
        <p14:creationId xmlns:p14="http://schemas.microsoft.com/office/powerpoint/2010/main" val="384159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2E2D76-7958-DF9B-93E9-B869EE2A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/>
              <a:t>UX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20BAFF3-E80A-9A89-8949-70E63471D8B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pic>
        <p:nvPicPr>
          <p:cNvPr id="6" name="Picture Placeholder 5" descr="A person holding a baby while holding a cellphone&#10;&#10;Description automatically generated">
            <a:extLst>
              <a:ext uri="{FF2B5EF4-FFF2-40B4-BE49-F238E27FC236}">
                <a16:creationId xmlns:a16="http://schemas.microsoft.com/office/drawing/2014/main" id="{E88F862A-BA9A-F6DB-7DB6-A39087AB89DE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6996" r="6996"/>
          <a:stretch/>
        </p:blipFill>
        <p:spPr/>
      </p:pic>
    </p:spTree>
    <p:extLst>
      <p:ext uri="{BB962C8B-B14F-4D97-AF65-F5344CB8AC3E}">
        <p14:creationId xmlns:p14="http://schemas.microsoft.com/office/powerpoint/2010/main" val="397052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 txBox="1">
            <a:spLocks noGrp="1"/>
          </p:cNvSpPr>
          <p:nvPr>
            <p:ph type="title"/>
          </p:nvPr>
        </p:nvSpPr>
        <p:spPr>
          <a:xfrm>
            <a:off x="713225" y="649225"/>
            <a:ext cx="5951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759CC7"/>
                </a:solidFill>
              </a:rPr>
              <a:t>Why FLUTTER?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1681B955-FB20-3956-BA66-1D00C2BC6D8E}"/>
              </a:ext>
            </a:extLst>
          </p:cNvPr>
          <p:cNvSpPr txBox="1"/>
          <p:nvPr/>
        </p:nvSpPr>
        <p:spPr>
          <a:xfrm>
            <a:off x="845182" y="1522060"/>
            <a:ext cx="4531802" cy="770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4517" lvl="1" indent="-247258">
              <a:lnSpc>
                <a:spcPts val="3160"/>
              </a:lnSpc>
              <a:buFont typeface="Arial"/>
              <a:buChar char="•"/>
            </a:pPr>
            <a:r>
              <a:rPr lang="en-US" sz="1600" spc="224" dirty="0">
                <a:solidFill>
                  <a:srgbClr val="231F20"/>
                </a:solidFill>
                <a:latin typeface="Lora" pitchFamily="2" charset="0"/>
              </a:rPr>
              <a:t>Single Codebase for Multiple </a:t>
            </a:r>
            <a:r>
              <a:rPr lang="en-US" sz="1600" spc="224" dirty="0">
                <a:solidFill>
                  <a:srgbClr val="384049"/>
                </a:solidFill>
                <a:latin typeface="Lora" pitchFamily="2" charset="0"/>
              </a:rPr>
              <a:t>Platforms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23666C0E-C3D0-F1BE-384D-83D61993277D}"/>
              </a:ext>
            </a:extLst>
          </p:cNvPr>
          <p:cNvSpPr txBox="1"/>
          <p:nvPr/>
        </p:nvSpPr>
        <p:spPr>
          <a:xfrm>
            <a:off x="845182" y="2719781"/>
            <a:ext cx="4531802" cy="37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4517" lvl="1" indent="-247258">
              <a:lnSpc>
                <a:spcPts val="3160"/>
              </a:lnSpc>
              <a:buFont typeface="Arial"/>
              <a:buChar char="•"/>
            </a:pPr>
            <a:r>
              <a:rPr lang="en-US" sz="1600" spc="224">
                <a:solidFill>
                  <a:srgbClr val="231F20"/>
                </a:solidFill>
                <a:latin typeface="Lora" pitchFamily="2" charset="0"/>
              </a:rPr>
              <a:t>Expressive UI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55CD28CE-8663-E078-7216-596BFD789460}"/>
              </a:ext>
            </a:extLst>
          </p:cNvPr>
          <p:cNvSpPr txBox="1"/>
          <p:nvPr/>
        </p:nvSpPr>
        <p:spPr>
          <a:xfrm>
            <a:off x="845182" y="3524494"/>
            <a:ext cx="4531802" cy="366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4517" lvl="1" indent="-247258">
              <a:lnSpc>
                <a:spcPts val="3160"/>
              </a:lnSpc>
              <a:buFont typeface="Arial"/>
              <a:buChar char="•"/>
            </a:pPr>
            <a:r>
              <a:rPr lang="en-US" sz="1600" spc="224">
                <a:solidFill>
                  <a:srgbClr val="231F20"/>
                </a:solidFill>
                <a:latin typeface="Lora" pitchFamily="2" charset="0"/>
              </a:rPr>
              <a:t>High-performance capabilities</a:t>
            </a:r>
          </a:p>
        </p:txBody>
      </p:sp>
      <p:pic>
        <p:nvPicPr>
          <p:cNvPr id="5" name="Picture Placeholder 4" descr="A logo for a mobile application&#10;&#10;Description automatically generated">
            <a:extLst>
              <a:ext uri="{FF2B5EF4-FFF2-40B4-BE49-F238E27FC236}">
                <a16:creationId xmlns:a16="http://schemas.microsoft.com/office/drawing/2014/main" id="{11D7A3C7-0586-1BC7-AC69-93A3C7FBD042}"/>
              </a:ext>
            </a:extLst>
          </p:cNvPr>
          <p:cNvPicPr>
            <a:picLocks noGrp="1" noChangeAspect="1"/>
          </p:cNvPicPr>
          <p:nvPr>
            <p:ph type="pic" idx="9"/>
          </p:nvPr>
        </p:nvPicPr>
        <p:blipFill>
          <a:blip r:embed="rId3"/>
          <a:srcRect l="5373" t="199" r="64888" b="-199"/>
          <a:stretch/>
        </p:blipFill>
        <p:spPr>
          <a:xfrm>
            <a:off x="6220975" y="649225"/>
            <a:ext cx="2209800" cy="37104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5386-9F28-E218-6ACD-F7EF7E46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B19C0BD-C16F-42D2-A385-EE1BA1A8B9E4}"/>
              </a:ext>
            </a:extLst>
          </p:cNvPr>
          <p:cNvGrpSpPr/>
          <p:nvPr/>
        </p:nvGrpSpPr>
        <p:grpSpPr>
          <a:xfrm>
            <a:off x="4012374" y="2019498"/>
            <a:ext cx="1134000" cy="1134000"/>
            <a:chOff x="4012374" y="2019498"/>
            <a:chExt cx="1134000" cy="1134000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B2E24F96-0079-5A1F-C352-E983CE8F75CE}"/>
                </a:ext>
              </a:extLst>
            </p:cNvPr>
            <p:cNvSpPr/>
            <p:nvPr/>
          </p:nvSpPr>
          <p:spPr>
            <a:xfrm>
              <a:off x="4012374" y="2019498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B63AF6FD-D20E-73B8-3F4C-B51B944EA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7323" y="2191821"/>
              <a:ext cx="789354" cy="789354"/>
            </a:xfrm>
            <a:prstGeom prst="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508266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BC9D-FDED-99E2-A199-322438E3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E3F42487-1577-678F-EECA-3CA73F405D52}"/>
              </a:ext>
            </a:extLst>
          </p:cNvPr>
          <p:cNvGrpSpPr/>
          <p:nvPr/>
        </p:nvGrpSpPr>
        <p:grpSpPr>
          <a:xfrm>
            <a:off x="569426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32E3311D-1484-CF94-8F99-2EFB43596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6BD430D-5983-5797-8F74-A5D623EF92AC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75A8B2D1-8B33-99FF-EFB8-6B341658D085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A270185F-3F94-E57B-1C4E-C1DAD25D2F5A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A0443649-CBCF-9972-A346-1DA1977B6D8A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2A0091F8-FE63-87F2-8323-5C3B00D6C97F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35B5071E-AC8E-EE3E-012B-2EBC7BF016C8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8996FC92-D46D-D87E-C2E3-A43F32D13640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745FE48D-A6AA-3C25-C2A7-8599EEB0BF22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A45D51B1-BED1-50B5-69E9-5014BFCDB7D8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80C75CD5-90C6-1D2D-D3C1-3BE3A79AC9CA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05CA4C01-D3D9-B231-AF55-8A9886BB834F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27C81B2F-52FC-00ED-4B6C-5CC157871DEA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FA60822-22D9-D6BB-7E5E-4452F76E5AD6}"/>
              </a:ext>
            </a:extLst>
          </p:cNvPr>
          <p:cNvGrpSpPr/>
          <p:nvPr/>
        </p:nvGrpSpPr>
        <p:grpSpPr>
          <a:xfrm>
            <a:off x="2281851" y="2057388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67F76621-1F55-F6D3-0D60-97FE4E7AB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FF3F2D3-8C10-E858-0CD5-C57FCDB8C0CB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36518E7F-344B-7F7C-00A7-BE63AF01FBE4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2744706F-C8F7-58F1-7BE1-071434DDB452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D69CB989-3CFE-9D7E-C93B-738EDEC0CEFA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2B88A052-FA78-F7A3-317B-FBE3CA3A3E7E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09F106FB-BFBC-1A71-313E-D10E5C02E4BF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3DB829B-7303-2FA6-413B-533AC24255A9}"/>
              </a:ext>
            </a:extLst>
          </p:cNvPr>
          <p:cNvGrpSpPr/>
          <p:nvPr/>
        </p:nvGrpSpPr>
        <p:grpSpPr>
          <a:xfrm>
            <a:off x="3999254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76424DDE-4923-840E-4F31-6FB173975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01898C6-8701-B54C-D9CD-AC9528E269BE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EB837AA-BAC3-5DDA-D450-8CF7968AE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F600B30-0FE4-3BF2-A8A3-D34FEC1D6113}"/>
              </a:ext>
            </a:extLst>
          </p:cNvPr>
          <p:cNvGrpSpPr/>
          <p:nvPr/>
        </p:nvGrpSpPr>
        <p:grpSpPr>
          <a:xfrm>
            <a:off x="5714168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7AA8422D-63FA-E02D-6D7B-1A77F05C5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45E89FE-7B12-0D7B-F6C0-2C66B22B9772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124B9AC-6504-0B02-9D72-7016A00AD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6000345-2BAD-000F-C37F-B4903CCB4536}"/>
              </a:ext>
            </a:extLst>
          </p:cNvPr>
          <p:cNvGrpSpPr/>
          <p:nvPr/>
        </p:nvGrpSpPr>
        <p:grpSpPr>
          <a:xfrm>
            <a:off x="742908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49D21B64-2844-975E-60D0-E7ACDC85B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65E65CDA-C9B0-0823-60A7-D51ABD0CCC29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8DC6AA58-FC90-56B0-DA3E-55AE854F52C1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73668849-1894-BE61-46A7-22E4521E0616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EDA4248F-8B19-9BFA-1E14-BD81F04751B6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99F4A670-6B9C-F26A-0E0D-D3E0243A031A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2C6BCC94-15D7-40BA-A80E-956AE915BA54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E18135E0-C5D8-AE59-415C-B215631C9BA8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D48882FA-9C41-9F92-499E-F752928B435A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2221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76FF-7C51-1E8E-A249-5EE99527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BF75C46E-4C87-5D35-7733-E4D1EF156289}"/>
              </a:ext>
            </a:extLst>
          </p:cNvPr>
          <p:cNvGrpSpPr/>
          <p:nvPr/>
        </p:nvGrpSpPr>
        <p:grpSpPr>
          <a:xfrm>
            <a:off x="532556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4665E054-C54F-0BAD-D37B-9636278FC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F589881-322D-1AE7-A3C8-C07DE6B80A72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8FDA3960-B7F6-D41A-BD33-D8887AE900EB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C4E00217-A3BE-21CF-CC48-0B336E3142C2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CA359DB3-A280-0157-0B07-D580463C8CD5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8F742C0B-321D-F7D9-0949-671CCC8CF070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02F10874-63F2-FF6B-186A-BFC18E0357A4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80EA9D1D-9AFB-A819-D0B4-41B55C7253C8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05BF1A1A-2A62-A8F9-70DF-86937C220CC0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F2744FDD-BE9E-D867-2451-AE25041A37DB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459BBDD2-4209-999A-54C8-AA6237F883E5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567F1260-7881-29F7-C142-D5AC62E8CDD3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C7239893-3A90-9D8E-2E50-624A3018C8D0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A0B0B80-AA51-DE1F-DEF2-987E497429D3}"/>
              </a:ext>
            </a:extLst>
          </p:cNvPr>
          <p:cNvGrpSpPr/>
          <p:nvPr/>
        </p:nvGrpSpPr>
        <p:grpSpPr>
          <a:xfrm>
            <a:off x="1927891" y="2057388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176D08D2-F99E-04B1-83C6-8D481FEE4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76E615F-C7F1-6B02-EAB2-C38A33FBE6A5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319EF3C7-1B21-BB93-7EC7-7918252F1023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8BE77510-8A65-498C-1166-9A9DF3D833A8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02C180ED-A16D-1F5B-842A-3EDC91E16F47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AF1B2DC5-04E5-126F-25C7-015490BD4316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9255039D-D2EA-0388-150C-B268370F417E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4" name="Picture 23" descr="A screenshot of a smart phone&#10;&#10;Description automatically generated">
            <a:extLst>
              <a:ext uri="{FF2B5EF4-FFF2-40B4-BE49-F238E27FC236}">
                <a16:creationId xmlns:a16="http://schemas.microsoft.com/office/drawing/2014/main" id="{B783B7F1-FD31-A934-0D5F-88FF9F15E5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240" r="917" b="427"/>
          <a:stretch/>
        </p:blipFill>
        <p:spPr>
          <a:xfrm>
            <a:off x="3687097" y="331839"/>
            <a:ext cx="1816166" cy="4483509"/>
          </a:xfrm>
          <a:prstGeom prst="round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B72517A9-C76C-E415-7213-E208830B7AF8}"/>
              </a:ext>
            </a:extLst>
          </p:cNvPr>
          <p:cNvGrpSpPr/>
          <p:nvPr/>
        </p:nvGrpSpPr>
        <p:grpSpPr>
          <a:xfrm>
            <a:off x="6068128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6EA02E4B-CD22-D4C8-0C9A-B1A06D14D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376D946-AEF1-5902-ACF8-97BA2AC3DBBD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57F50E9C-1623-0AF8-1958-EB2199C6A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893072B-53AE-5608-2F10-D82212048141}"/>
              </a:ext>
            </a:extLst>
          </p:cNvPr>
          <p:cNvGrpSpPr/>
          <p:nvPr/>
        </p:nvGrpSpPr>
        <p:grpSpPr>
          <a:xfrm>
            <a:off x="746595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D93CC5FB-A966-B37C-6B21-7A03CDD33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79E5220D-4233-D9C1-D404-336F1E957A59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95FBDF19-A3C4-7E27-96B6-F182198A30FD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196EF74E-1877-5537-8D86-3F49468C47FF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FE873F92-3908-01A8-F3C7-C9D08C31A10B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C5E533EC-1C0E-CD2C-5173-17559539BDBD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8A42F7DD-8434-B684-8013-1F7B8E1A2045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8D9E48E0-68C9-DCF6-9388-230DF246D1F5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29D5BB44-7104-D995-E826-6ED07BF2F8F8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294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69A9-6617-FE20-A561-8A8D3F6D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4C941DD8-7D94-7DCF-CB86-7FDFDBD1D36D}"/>
              </a:ext>
            </a:extLst>
          </p:cNvPr>
          <p:cNvGrpSpPr/>
          <p:nvPr/>
        </p:nvGrpSpPr>
        <p:grpSpPr>
          <a:xfrm>
            <a:off x="569426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CB046B38-DB8C-D7A4-7E58-5BCF65194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480F817-9C69-B465-F64E-378B55290F62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A28DCCCF-A6DA-ED4B-A76A-5B264B0BEFB9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EE60A20C-CC12-6158-4D17-4D3BCCBB2E37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BA02A4BD-2AE9-9584-4D83-55DB1970F5FF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4446F273-1F61-47EE-7A86-8A66F9501031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578F8DE2-9A8D-AC00-0418-CCD9593D3C62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837F90C3-2D69-F1B6-08B9-64F433B8202F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D5E5A1F5-ECDD-9258-5538-AEC7DC7A81A8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734ED5EA-8126-1D19-15BC-EDDBEB94FE1A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2058CA65-F625-7366-D109-7F87AFFD626F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ABC478FA-9497-C9F6-2C95-6C8B0D838315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AE8E104F-BE9B-F2E7-FB5D-ECA87BD7EB31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B465CCA-B429-72E5-EDCB-0FD3088EE613}"/>
              </a:ext>
            </a:extLst>
          </p:cNvPr>
          <p:cNvGrpSpPr/>
          <p:nvPr/>
        </p:nvGrpSpPr>
        <p:grpSpPr>
          <a:xfrm>
            <a:off x="2281851" y="2057391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07AA9F73-1FB1-1911-C971-EC0801CF3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46C0756-4434-E570-8A4F-9819B71D84B0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DFF812B2-B980-1F30-C1DB-DA6FFB006601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E5D29C2A-CDA0-0C17-D1D4-70ECBC966D9C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7933FB49-8F8C-6BAC-3128-CE8A1046B214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8304BFA6-87BB-C41D-2178-D1F9C79F440E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48D47648-C1AC-11CA-241D-2BFB7E595594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A5D9B80-68CA-93DC-4A78-6A2F0C99F948}"/>
              </a:ext>
            </a:extLst>
          </p:cNvPr>
          <p:cNvGrpSpPr/>
          <p:nvPr/>
        </p:nvGrpSpPr>
        <p:grpSpPr>
          <a:xfrm>
            <a:off x="3999254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1BEC5150-4A20-3CA4-0680-CF119A637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18CFF50-C9AF-1F94-28DC-D3168053E79A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31C85B36-2B8E-35D9-32DD-88037818E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AAA9862-78AB-A1ED-2769-2B595C24DDE8}"/>
              </a:ext>
            </a:extLst>
          </p:cNvPr>
          <p:cNvGrpSpPr/>
          <p:nvPr/>
        </p:nvGrpSpPr>
        <p:grpSpPr>
          <a:xfrm>
            <a:off x="5714168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75EF7072-EC03-B3D9-0EB6-14ACD9A5C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E1C25B1-A6C6-9BB9-5797-6C28A519DA0B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5F0AC12B-08CB-0FD7-72F8-89F7C21F9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7919AF3-F27B-8FEF-4370-AC9CD0B3E888}"/>
              </a:ext>
            </a:extLst>
          </p:cNvPr>
          <p:cNvGrpSpPr/>
          <p:nvPr/>
        </p:nvGrpSpPr>
        <p:grpSpPr>
          <a:xfrm>
            <a:off x="742908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D04F89AD-8452-71D0-ED3D-BAF9730DF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CC8A2860-7FA2-641D-4B3D-7B964C8D8D52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44D9748D-29EC-C89F-8186-D91D573D2238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212BFA3F-A1B7-E461-9C5D-F51459B86F43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888615EC-AA87-6C9B-8E9B-B2E580A96A7B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6B055A13-6948-97BF-8776-DA89703D29E3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BB5737A7-D621-3302-6DC8-D419E4EE7F61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F26033C8-0BAB-D206-1300-4A8C0664F307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2A878E9B-8382-35D5-1D0F-70AC9A7C2ED4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178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E7D6-7327-76BC-B323-CCA30170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6A84FD54-7D47-BF8C-3FDD-3B09EA95BBEC}"/>
              </a:ext>
            </a:extLst>
          </p:cNvPr>
          <p:cNvGrpSpPr/>
          <p:nvPr/>
        </p:nvGrpSpPr>
        <p:grpSpPr>
          <a:xfrm>
            <a:off x="547304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C31DBF1D-2D4A-0F6B-CBB1-6914284FA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A1C032C-228D-E126-E6F5-6DDB1B804191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FC7B8EA9-A52D-CD4B-0542-38DA59EBDCDA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90D6D783-567B-6BE8-9E6F-9203E3CA4AE0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36DBF587-3E38-ECD7-1F45-759B69292FCF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F07E2A8E-F8B6-7BCF-A206-2CF92FD34EBE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8EC2B190-7796-233B-C19E-200943AEEB26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5C5994B8-0326-561A-103B-41EDDB23AB32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F66FBFB0-DA0B-83CB-B98F-62EB594B626D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C29C1AC1-36ED-83E5-F824-7DA0679FFB70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854CCE54-3B7A-5EFD-A3C9-D06525967352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FF0A403B-45D8-1A23-3880-FCDB905EA012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B56C5F2A-DCE5-5A24-2DD0-97AF4606DD72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4781EB0-0A9E-C4CD-EEAE-76B4BD1ED5D9}"/>
              </a:ext>
            </a:extLst>
          </p:cNvPr>
          <p:cNvGrpSpPr/>
          <p:nvPr/>
        </p:nvGrpSpPr>
        <p:grpSpPr>
          <a:xfrm>
            <a:off x="2290932" y="335540"/>
            <a:ext cx="1836618" cy="4468760"/>
            <a:chOff x="2002510" y="287595"/>
            <a:chExt cx="1836618" cy="4468760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E0C89AEC-1AA7-E64F-F7B3-4B69AF91F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" t="-20" r="-1381" b="-146"/>
            <a:stretch/>
          </p:blipFill>
          <p:spPr>
            <a:xfrm>
              <a:off x="2002510" y="287595"/>
              <a:ext cx="1836618" cy="4468760"/>
            </a:xfrm>
            <a:prstGeom prst="roundRect">
              <a:avLst/>
            </a:prstGeom>
          </p:spPr>
        </p:pic>
        <p:grpSp>
          <p:nvGrpSpPr>
            <p:cNvPr id="73" name="Google Shape;596;p50" hidden="1">
              <a:extLst>
                <a:ext uri="{FF2B5EF4-FFF2-40B4-BE49-F238E27FC236}">
                  <a16:creationId xmlns:a16="http://schemas.microsoft.com/office/drawing/2014/main" id="{E46EA394-FF9C-AEED-1B23-A0CB167800CB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62392C63-EF1F-C6BC-6276-712ABD831F20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33A0D0C2-1A45-0873-BEF4-E3CC6FE563EC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2B29D5D7-A22F-F3FD-4B83-FBF83AFFB020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F5B8F2E3-69A9-4BAD-A8B4-04A05440FFE8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8A81282-67FB-A051-D0C7-7F8C6C3FBDAC}"/>
              </a:ext>
            </a:extLst>
          </p:cNvPr>
          <p:cNvGrpSpPr/>
          <p:nvPr/>
        </p:nvGrpSpPr>
        <p:grpSpPr>
          <a:xfrm>
            <a:off x="4803041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3AF8FC38-00EC-5B0E-888B-047DECDF1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C7E943A-D272-A381-2A4C-19ACD36EAC96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A13A69D-59D3-6228-2EF5-EDED43B4D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217F61B-C156-E86A-507D-644DC6D1F2FC}"/>
              </a:ext>
            </a:extLst>
          </p:cNvPr>
          <p:cNvGrpSpPr/>
          <p:nvPr/>
        </p:nvGrpSpPr>
        <p:grpSpPr>
          <a:xfrm>
            <a:off x="6112375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466F6940-9F4A-2C1D-8E86-ED327F590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01CC9B4-3C50-CD0E-4788-3A8D43624A2C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38A9C2A-2A1B-4055-900E-7FE50BD6E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20617C4-9906-6050-77D8-115EDE3F68E9}"/>
              </a:ext>
            </a:extLst>
          </p:cNvPr>
          <p:cNvGrpSpPr/>
          <p:nvPr/>
        </p:nvGrpSpPr>
        <p:grpSpPr>
          <a:xfrm>
            <a:off x="7480701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553DA43F-2875-A3E5-AD1F-6B6B0A989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CD059D33-8BA8-1CC7-3717-CFDB68D56B43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A9C64FEA-8A42-B722-55A5-D79CA1ADC7A2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57045880-F91B-0773-9915-290BC636CE06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69512D07-5595-B92A-F6B8-5351AD440D1E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9B12ACD1-4415-AB01-DA1C-74DBBE199621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1A7740BA-33A2-D526-8BF0-93C507EE3514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B16AC9B3-5A3A-22CA-B5A5-AD35E12E38A0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05D9BA26-99D2-1D99-0F9F-B1B3AF4525FD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7141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00981-419E-EB9B-B0D4-4D9BC312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068A49A1-48B1-BA4D-DD4D-ED96F0893724}"/>
              </a:ext>
            </a:extLst>
          </p:cNvPr>
          <p:cNvGrpSpPr/>
          <p:nvPr/>
        </p:nvGrpSpPr>
        <p:grpSpPr>
          <a:xfrm>
            <a:off x="569426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6FADC1E5-AA25-97CF-4E57-7CA183B0B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C122141-37AD-0DD3-D8E0-94FFAF407950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70D9B75A-E8EF-4800-93C6-B96E67593461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952D7B15-6473-B37A-7CB1-173CCA11CB66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62CE3988-2544-21B2-8333-BBAA3403DAAC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CE37C59B-DDFA-26CB-5890-D9329BFADEB3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EDEB9624-7672-3EA2-E2C6-89912A36B62D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C3210FC6-A042-0F11-DB5C-039C4141CE49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4B919D5B-4E4D-B337-2BCB-E5DC9D2BBDB0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8A1374B3-3981-1DBD-EA46-13795C901ABC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F7F57AA2-9D18-462D-B8E6-A940B945C722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4F271EA0-5787-968C-C9A5-D48F902AAB28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C73DDDA7-19A6-36C1-0867-0A60501BA063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A48D1B8-8C8D-A59A-063F-5ED77609248A}"/>
              </a:ext>
            </a:extLst>
          </p:cNvPr>
          <p:cNvGrpSpPr/>
          <p:nvPr/>
        </p:nvGrpSpPr>
        <p:grpSpPr>
          <a:xfrm>
            <a:off x="2279038" y="2057388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889E3770-D3B0-1EA7-0754-E7D86D2A4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E26392A-FECD-65AC-B606-B8CE58D2B041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6AA3F835-75A3-C13A-D1A1-D21E780A3D77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50BEBCAD-A699-0BA8-5A06-3BED79285256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02FE0684-5CFD-E743-C96A-6680E2CDD572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58D04C2E-36F5-F3D1-F5BA-79326D93FF77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253D03C2-F3BB-1600-E1FD-9AC5D54884EB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47670F0-1A42-7169-A64D-985945FE0F0D}"/>
              </a:ext>
            </a:extLst>
          </p:cNvPr>
          <p:cNvGrpSpPr/>
          <p:nvPr/>
        </p:nvGrpSpPr>
        <p:grpSpPr>
          <a:xfrm>
            <a:off x="3999254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5B7FF0F6-ED48-A7AE-014F-2DAED04C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1CA647-5DEA-8A89-846D-5809C7771339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56414DC-B6EC-A58D-29E5-23FA7F8F4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9D15D4F-5BBA-BB0B-59A7-DA5E6E541D83}"/>
              </a:ext>
            </a:extLst>
          </p:cNvPr>
          <p:cNvGrpSpPr/>
          <p:nvPr/>
        </p:nvGrpSpPr>
        <p:grpSpPr>
          <a:xfrm>
            <a:off x="5714168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6FBD69E3-2827-2458-058B-1E269241B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851EC5C-F94C-A86F-CD86-4E93637DFEF9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57A6629-6AFC-A039-3B73-374F612B8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DDB6A84-FE7E-32AD-9062-9E06AB670618}"/>
              </a:ext>
            </a:extLst>
          </p:cNvPr>
          <p:cNvGrpSpPr/>
          <p:nvPr/>
        </p:nvGrpSpPr>
        <p:grpSpPr>
          <a:xfrm>
            <a:off x="742908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BA41E46A-B438-B261-12F0-3A6292352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52B77102-4505-2133-032C-848EA6DC15FD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A103FF6C-07FE-233D-12B3-B4CFE31A43D1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B7B6AE3D-971E-524D-3FCF-69BEF3D53091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0A3C9CBC-61D6-61AD-1C3A-BB282EDD29E1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F14D95BE-616C-2449-964B-1A55DECC2A56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94C024C2-61C5-EE63-412F-C5007524A7D1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841EA9CA-B5B9-1D2E-CE7A-B1BBE6010938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30D96065-F312-8E53-7594-E051EB498618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8746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06458-45BE-427F-307F-06A6997A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B06F0450-6AAE-7BD5-CD64-D0FC1A4B2E9B}"/>
              </a:ext>
            </a:extLst>
          </p:cNvPr>
          <p:cNvGrpSpPr/>
          <p:nvPr/>
        </p:nvGrpSpPr>
        <p:grpSpPr>
          <a:xfrm>
            <a:off x="530412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BC1C849D-A85F-B1F6-2AEE-33A1934B2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8224864-9A58-6833-1127-373866BE2ED4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1E15DEB3-54D4-F996-973E-FE950E23576F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F1E37C4A-05F0-5DFA-1847-5BEAEDEE3329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5948AF42-FB54-5918-183B-3A774BFC0B9F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C8504FA2-7238-C9A2-6F56-6F27660991BA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7B37FF88-FD53-8173-1696-F0185B89034F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0C69430F-57D0-BA9F-89C3-2DA7585FB91F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F8D4DEE4-C2A1-707A-09EB-20752C0FE584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9D962D77-5672-53BD-D35B-42291BA4EBF3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D1999A55-182E-A47F-9BF9-086048448AC8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441BB72D-F242-DC54-D9B7-F47B13C7EB03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8E7CA6F7-E96E-D4D7-6271-071E25A07097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94402D7-0ACA-0850-2AB4-EE009F26C567}"/>
              </a:ext>
            </a:extLst>
          </p:cNvPr>
          <p:cNvGrpSpPr/>
          <p:nvPr/>
        </p:nvGrpSpPr>
        <p:grpSpPr>
          <a:xfrm>
            <a:off x="1892873" y="2061332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FD8907C6-A8B7-5786-A214-9844FE73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1B713B3-4FE6-2A97-D982-BA88B1BAE020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037D90A2-F292-AB3A-3C87-72B7B7BCC685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5DA84A94-9B9C-29CB-FE51-E9E5D8CEBB70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6FF0F9D2-0E6D-E43C-7E17-6965C3130B4D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D5F33881-58EA-689C-30DB-682DB24DD2ED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8B40DBBB-F068-0F8B-B5FC-6A7DDCD020F2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67E8C8-25AF-BAFF-7C83-BDC7590D2A7D}"/>
              </a:ext>
            </a:extLst>
          </p:cNvPr>
          <p:cNvGrpSpPr/>
          <p:nvPr/>
        </p:nvGrpSpPr>
        <p:grpSpPr>
          <a:xfrm>
            <a:off x="3283959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68A451D2-0C67-E2E6-DC40-AFC3887C2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6A1F1A-F679-E058-F05E-AD953D77FDA5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3E5D07A-8429-5825-8EE1-83EFE1697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pic>
        <p:nvPicPr>
          <p:cNvPr id="32" name="Picture 31" descr="A screen shot of a graph&#10;&#10;Description automatically generated">
            <a:extLst>
              <a:ext uri="{FF2B5EF4-FFF2-40B4-BE49-F238E27FC236}">
                <a16:creationId xmlns:a16="http://schemas.microsoft.com/office/drawing/2014/main" id="{4CDDCD7F-A27F-8FC1-D971-40869568EC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" t="-41" r="1591" b="41"/>
          <a:stretch/>
        </p:blipFill>
        <p:spPr>
          <a:xfrm>
            <a:off x="4988460" y="339214"/>
            <a:ext cx="1802004" cy="4461386"/>
          </a:xfrm>
          <a:prstGeom prst="round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93DCB43D-05C1-0B74-C499-C71BC104CF95}"/>
              </a:ext>
            </a:extLst>
          </p:cNvPr>
          <p:cNvGrpSpPr/>
          <p:nvPr/>
        </p:nvGrpSpPr>
        <p:grpSpPr>
          <a:xfrm>
            <a:off x="746595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28E245D4-6626-DEEC-F212-E10407057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2938C9E-0B94-6672-89D5-F149A94CDBAA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4DBB88DC-CF8D-67B8-FCF8-90E8CC897710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76240C80-A7D3-E9F2-85FE-B4F3899775C0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9FDF5732-D7CC-96E3-DB27-4A2C0550A96F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3327881D-BF9B-AC15-436F-96D37F65BD4E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427CE229-4753-ED93-BB88-DD22EC6CC8CB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9C4C2FE6-EC2D-9BB2-5CBC-9A60847E7772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44AFFA85-DAD8-DEEB-59E3-53B9C4754843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8666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D7AC-6CA2-B731-8769-899E5935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3A822C5E-5BC5-2B5C-D3A5-E72226FEB577}"/>
              </a:ext>
            </a:extLst>
          </p:cNvPr>
          <p:cNvGrpSpPr/>
          <p:nvPr/>
        </p:nvGrpSpPr>
        <p:grpSpPr>
          <a:xfrm>
            <a:off x="569426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B59AB22D-B67C-4B84-49E0-5ADDABB2B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CF42E5B-7AFF-20AD-5942-84C167A0817E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5C692D6A-CC6F-F898-4BBA-6CC33468CD22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19E9C63F-AE28-262B-9525-78A721B1113C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D50C38B6-A1F0-9285-9655-0C10F4A8492C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48B180A8-D87C-57A8-3FC7-8F915B4D1E0D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9937D934-B90E-4B65-56C7-EE5556D49BA1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77C94AFD-7749-6B2E-F3F9-C86A844F2553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BAE0309A-04A6-1924-9A3A-1379BD7F600A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3A7F6523-6354-9E1C-51A5-A382B6E443BC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98257F24-ABC3-4C02-04E8-A748F8E75600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545D4174-5339-98B2-B25F-7DE23F388173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20A3F329-34A1-F2A6-2ADC-89541A7E76DF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74247FB-05B5-A192-B8B8-42669C798347}"/>
              </a:ext>
            </a:extLst>
          </p:cNvPr>
          <p:cNvGrpSpPr/>
          <p:nvPr/>
        </p:nvGrpSpPr>
        <p:grpSpPr>
          <a:xfrm>
            <a:off x="2290084" y="2057388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67FF3C37-BDFF-9CCF-D3B9-78EACD087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0C11D75-1050-1CF6-A0BD-0E950ED0505E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64F852A3-D32E-A417-226E-575AD0D0A6F9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E2C2C962-1B7D-7E9A-D808-D59002D5CE2A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1CEB9C65-0488-712D-57E3-C8DEF2A00FE1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147148D3-B896-579C-A878-AB3490AADC58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43D5B76D-47C3-CED9-F971-35A04E5EAD33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C55A84E-7C63-A92D-BBFD-B5C20884032F}"/>
              </a:ext>
            </a:extLst>
          </p:cNvPr>
          <p:cNvGrpSpPr/>
          <p:nvPr/>
        </p:nvGrpSpPr>
        <p:grpSpPr>
          <a:xfrm>
            <a:off x="3999254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B58B9A12-4D2F-EFBE-46C3-F6902EEF2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60EE36A-5922-200E-9320-31CFFCF893AD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FA24E3B-00F0-123D-5A28-FAFCB5F13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98FB614-39E8-D246-B39C-C6477A3C94D3}"/>
              </a:ext>
            </a:extLst>
          </p:cNvPr>
          <p:cNvGrpSpPr/>
          <p:nvPr/>
        </p:nvGrpSpPr>
        <p:grpSpPr>
          <a:xfrm>
            <a:off x="5714168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7B63A447-FBC6-3305-AD98-5EA28A3F9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0979622-65F3-2E01-A2B3-E2D7F64C7262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3091A06-F376-6303-69BF-B3C34997B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FA8277C-BAED-B5A3-E811-D8CCF5BF7046}"/>
              </a:ext>
            </a:extLst>
          </p:cNvPr>
          <p:cNvGrpSpPr/>
          <p:nvPr/>
        </p:nvGrpSpPr>
        <p:grpSpPr>
          <a:xfrm>
            <a:off x="742908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084758C6-4F80-13F1-2284-36924650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335BEE0-30F0-4490-91F0-42CA37054540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5AEDA6B0-F643-DC05-F03A-662EAFFFDEC8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737CB6A7-2BAF-D4C5-7D9B-3BF5E76D3CF9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37C6F10B-645F-9E3A-7C04-AB9DC20FFA70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651EBAF7-8130-1BBB-EA9F-CA9ABEB151B4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82E5F057-7772-6D84-1A8B-17C97ECE4AB4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D920A15F-352E-3C52-20A5-50FA41856AB4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6516894C-B5A9-F6AE-711D-2315062D7B71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4845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39F0-2101-D090-09AE-5AD64646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05CEC81A-DBA8-D90E-3936-BEB814A00A41}"/>
              </a:ext>
            </a:extLst>
          </p:cNvPr>
          <p:cNvGrpSpPr/>
          <p:nvPr/>
        </p:nvGrpSpPr>
        <p:grpSpPr>
          <a:xfrm>
            <a:off x="763260" y="317395"/>
            <a:ext cx="1806128" cy="4503987"/>
            <a:chOff x="358092" y="317395"/>
            <a:chExt cx="1806128" cy="4503987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E1B01E10-FB8E-256E-6891-68AAA513F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555" t="-532" r="240" b="-422"/>
            <a:stretch/>
          </p:blipFill>
          <p:spPr>
            <a:xfrm>
              <a:off x="358092" y="317395"/>
              <a:ext cx="1806128" cy="4503987"/>
            </a:xfrm>
            <a:prstGeom prst="roundRect">
              <a:avLst/>
            </a:prstGeom>
          </p:spPr>
        </p:pic>
        <p:grpSp>
          <p:nvGrpSpPr>
            <p:cNvPr id="61" name="Google Shape;762;p50" hidden="1">
              <a:extLst>
                <a:ext uri="{FF2B5EF4-FFF2-40B4-BE49-F238E27FC236}">
                  <a16:creationId xmlns:a16="http://schemas.microsoft.com/office/drawing/2014/main" id="{3402E8C7-76A5-9514-25B2-E3CC03389CF4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72C753CD-89D9-2FA2-4CFF-EADA6806C436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3D6A975C-39E8-C24D-F129-00E98363A9C6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5969A3E0-8C2B-FD06-C503-2DA1339618D7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9FB6A454-46DA-FC78-7234-EDC006014F82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DFAC9197-DE3C-0807-0CBC-245C7013E366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B96572CC-4CFD-E800-281D-C48ACFC197B7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6278BD45-ADDE-A41D-9560-704E2079924C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C63F4EE1-CD97-E124-A38B-26FA3ECF5066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F18877A8-3AA0-9992-57DF-CA57609127E5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C2F3E119-CD2C-5663-143E-AE6A2E61B85F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8AA4898-52DF-037D-C561-8D072C430D75}"/>
              </a:ext>
            </a:extLst>
          </p:cNvPr>
          <p:cNvGrpSpPr/>
          <p:nvPr/>
        </p:nvGrpSpPr>
        <p:grpSpPr>
          <a:xfrm>
            <a:off x="3073379" y="2004747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17E6DC7B-1B5A-53EC-3B0C-252391019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BF8B498-2883-4B90-815C-B2A6E949B975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5E3E87B6-56CE-0FC1-D14D-628D33BA8E92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FCFCB570-2925-5929-C9BD-807F52D2B06A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3A96B042-4D12-B9F3-656F-FE071DAC05A2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2CC69198-DFD5-440C-DB62-1397FF01399B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D1090494-B9EA-D270-C4C5-61718E56DB89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5CB86E1-C39F-CE05-8D41-C07F6116F4B8}"/>
              </a:ext>
            </a:extLst>
          </p:cNvPr>
          <p:cNvGrpSpPr/>
          <p:nvPr/>
        </p:nvGrpSpPr>
        <p:grpSpPr>
          <a:xfrm>
            <a:off x="4581814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562E343F-0EEE-1EA0-2620-1C394D1CE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6D64366-245A-DFC5-8AFF-9A928513ED3F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4EC3FDF-6588-CFB1-1A07-BE7EEB10E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62F4D14-A52E-16B5-FD64-997DAF2F2103}"/>
              </a:ext>
            </a:extLst>
          </p:cNvPr>
          <p:cNvGrpSpPr/>
          <p:nvPr/>
        </p:nvGrpSpPr>
        <p:grpSpPr>
          <a:xfrm>
            <a:off x="6097626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55D5DA1A-AF2E-4F36-12AF-BF3BD2939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81B043E-6085-1716-E108-372E4902B612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DA2C738-2C22-2FD4-CC2A-6BFEE5D12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F4C1C3E-EBED-A163-0C46-128685BAAA13}"/>
              </a:ext>
            </a:extLst>
          </p:cNvPr>
          <p:cNvGrpSpPr/>
          <p:nvPr/>
        </p:nvGrpSpPr>
        <p:grpSpPr>
          <a:xfrm>
            <a:off x="750282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9DC6C36D-AD0B-7DE3-9D45-FA623AABF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310FDB4D-2DE6-21C2-7053-8839C9E4B3F8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BBFFA291-CC98-DD98-B341-31B1AD8CBA10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02760EAF-6C0D-14BD-1CFF-2BF4955A0950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0DBAEDC2-E562-2F64-D670-B8FCE678A221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D77C439A-FAFC-0AB1-CA97-C5A878AAC64C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DB903CBD-25AF-93AE-AE45-38A840827E3D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6C8CE05E-3D10-3DEF-75DE-5A6F95CAA6CD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C97ADACA-4504-4069-8386-F5A37F5E559B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6559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AD799-533A-EFB8-8869-47B3716A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2887BDE2-C763-EC7B-0B3A-B69A0D070A0A}"/>
              </a:ext>
            </a:extLst>
          </p:cNvPr>
          <p:cNvGrpSpPr/>
          <p:nvPr/>
        </p:nvGrpSpPr>
        <p:grpSpPr>
          <a:xfrm>
            <a:off x="569426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516B5C64-DEB9-6B84-066E-9FE8260BC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23363D2-E3CA-ECAB-52E7-3659CBD7A397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8769BF21-6F41-194A-8085-DC51EB5BABA8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128987B1-7F22-D2F5-AB95-46F93326780F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8600F368-81C9-C051-D955-A6EB44D209B8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B1F35701-4EC9-9FB4-B5D7-9A30EBEF6EAF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06519BDA-78CA-1E02-BDB3-CEEAF7181E8B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D58E1DEC-F58F-808E-C6BD-4A4119D9B83D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473267A1-0BF0-204B-FFD4-BB866065D98A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A46E20DE-DDD0-988B-3C51-20F2AEADDCDF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AD12F8B6-A590-010B-CA6A-C4F6C1249572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AEF04C6D-2780-143C-BCF9-69F56F5B539F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7E90E065-519F-F2CC-469B-FA29DB373D7B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72B4337-5977-FDC9-3A87-00EDC9597710}"/>
              </a:ext>
            </a:extLst>
          </p:cNvPr>
          <p:cNvGrpSpPr/>
          <p:nvPr/>
        </p:nvGrpSpPr>
        <p:grpSpPr>
          <a:xfrm>
            <a:off x="2284340" y="2004747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0403BE3A-2FB8-BC37-CF78-717F4A757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948B11B-F9E0-5A32-23FC-3C902C3B4C11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CA298891-8DE9-E633-BA83-0F2CA427CDCA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34F441B3-50FD-99D0-C533-3090C1196AE7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FA94EB76-0EA5-0093-A18F-390C443636D3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68EAC5B8-57C1-6DE7-DD4C-FF3BB544C85A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7D2D9463-7FAB-3BF2-935C-AE3C222DA57F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8640726-09A7-BB94-90DF-BA12B1B915F5}"/>
              </a:ext>
            </a:extLst>
          </p:cNvPr>
          <p:cNvGrpSpPr/>
          <p:nvPr/>
        </p:nvGrpSpPr>
        <p:grpSpPr>
          <a:xfrm>
            <a:off x="3999254" y="2057391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F2594F27-D512-AF9F-3E88-2B1A85BC9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DCC6FEA-DD0B-4B03-026B-AEC75967D383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24E7B12-1D63-D44D-A206-4BACFCD8A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819D153-FAD8-0329-848F-23A677DF4AE1}"/>
              </a:ext>
            </a:extLst>
          </p:cNvPr>
          <p:cNvGrpSpPr/>
          <p:nvPr/>
        </p:nvGrpSpPr>
        <p:grpSpPr>
          <a:xfrm>
            <a:off x="5714168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49D668E1-0009-C268-4383-3B0486B1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6A811E0-2E7D-F4CB-D99A-6EF1A5BA7C4E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C815392-21BF-F932-4ACA-0B8F1E7C6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DF05FAF-98AD-2F46-691A-40845F45F1C5}"/>
              </a:ext>
            </a:extLst>
          </p:cNvPr>
          <p:cNvGrpSpPr/>
          <p:nvPr/>
        </p:nvGrpSpPr>
        <p:grpSpPr>
          <a:xfrm>
            <a:off x="7429083" y="2057392"/>
            <a:ext cx="1145490" cy="1134001"/>
            <a:chOff x="7327498" y="2057392"/>
            <a:chExt cx="1145490" cy="1134001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F829225E-2706-1207-093D-B7B3DA53A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090" t="38471" r="19796" b="36111"/>
            <a:stretch/>
          </p:blipFill>
          <p:spPr>
            <a:xfrm>
              <a:off x="7327500" y="2057392"/>
              <a:ext cx="1145488" cy="1134001"/>
            </a:xfrm>
            <a:prstGeom prst="roundRect">
              <a:avLst/>
            </a:prstGeom>
          </p:spPr>
        </p:pic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3B6B399-824A-2629-94B6-FAFDD687C8F9}"/>
                </a:ext>
              </a:extLst>
            </p:cNvPr>
            <p:cNvSpPr/>
            <p:nvPr/>
          </p:nvSpPr>
          <p:spPr>
            <a:xfrm>
              <a:off x="7327498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7E7FA"/>
                </a:solidFill>
              </a:endParaRPr>
            </a:p>
          </p:txBody>
        </p:sp>
        <p:grpSp>
          <p:nvGrpSpPr>
            <p:cNvPr id="80" name="Google Shape;616;p50">
              <a:extLst>
                <a:ext uri="{FF2B5EF4-FFF2-40B4-BE49-F238E27FC236}">
                  <a16:creationId xmlns:a16="http://schemas.microsoft.com/office/drawing/2014/main" id="{D75794F1-1ADF-45BF-E2D8-2155ED66B1A8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578B369C-4546-1D22-5FA3-7C7E8F8CEC92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DF1E594A-6C03-9A59-93B1-21A512A27EFA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A522FA97-C21D-37A1-CEC2-6D009E63B894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EC94922A-D6FF-7BDA-2CCD-64D7E474C7EF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61CB0319-5918-0A15-55EA-9E82F4AF109B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E14AD78F-3AA6-6F0C-3CF5-2DDB5D3EDE72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3013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203D8-6B86-750E-8C34-2FBF1E2A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775C3316-3C2D-190F-639B-CD46F2121EEF}"/>
              </a:ext>
            </a:extLst>
          </p:cNvPr>
          <p:cNvGrpSpPr/>
          <p:nvPr/>
        </p:nvGrpSpPr>
        <p:grpSpPr>
          <a:xfrm>
            <a:off x="539930" y="2057391"/>
            <a:ext cx="1145488" cy="1134001"/>
            <a:chOff x="671004" y="2057391"/>
            <a:chExt cx="1145488" cy="1134001"/>
          </a:xfrm>
        </p:grpSpPr>
        <p:pic>
          <p:nvPicPr>
            <p:cNvPr id="28" name="Picture 27" descr="Screens screenshot of a phone&#10;&#10;Description automatically generated">
              <a:extLst>
                <a:ext uri="{FF2B5EF4-FFF2-40B4-BE49-F238E27FC236}">
                  <a16:creationId xmlns:a16="http://schemas.microsoft.com/office/drawing/2014/main" id="{0806CCE1-DDD1-A909-AD4B-4B52422E9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25" t="38471" r="19553" b="36111"/>
            <a:stretch/>
          </p:blipFill>
          <p:spPr>
            <a:xfrm>
              <a:off x="671004" y="2057391"/>
              <a:ext cx="1145488" cy="1134001"/>
            </a:xfrm>
            <a:prstGeom prst="round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5296D80-A1B6-5C6D-1D33-6788703379C3}"/>
                </a:ext>
              </a:extLst>
            </p:cNvPr>
            <p:cNvSpPr/>
            <p:nvPr/>
          </p:nvSpPr>
          <p:spPr>
            <a:xfrm>
              <a:off x="680003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oogle Shape;762;p50">
              <a:extLst>
                <a:ext uri="{FF2B5EF4-FFF2-40B4-BE49-F238E27FC236}">
                  <a16:creationId xmlns:a16="http://schemas.microsoft.com/office/drawing/2014/main" id="{CD16435B-3F77-6908-2E3A-469618B38644}"/>
                </a:ext>
              </a:extLst>
            </p:cNvPr>
            <p:cNvGrpSpPr/>
            <p:nvPr/>
          </p:nvGrpSpPr>
          <p:grpSpPr>
            <a:xfrm>
              <a:off x="1009748" y="2372391"/>
              <a:ext cx="504000" cy="504000"/>
              <a:chOff x="3226774" y="2605534"/>
              <a:chExt cx="347589" cy="374170"/>
            </a:xfrm>
          </p:grpSpPr>
          <p:sp>
            <p:nvSpPr>
              <p:cNvPr id="62" name="Google Shape;763;p50">
                <a:extLst>
                  <a:ext uri="{FF2B5EF4-FFF2-40B4-BE49-F238E27FC236}">
                    <a16:creationId xmlns:a16="http://schemas.microsoft.com/office/drawing/2014/main" id="{2AF71F34-68BE-4FDD-639E-F6A27225BC69}"/>
                  </a:ext>
                </a:extLst>
              </p:cNvPr>
              <p:cNvSpPr/>
              <p:nvPr/>
            </p:nvSpPr>
            <p:spPr>
              <a:xfrm>
                <a:off x="3302588" y="2694787"/>
                <a:ext cx="14706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86" extrusionOk="0">
                    <a:moveTo>
                      <a:pt x="348" y="0"/>
                    </a:moveTo>
                    <a:cubicBezTo>
                      <a:pt x="260" y="0"/>
                      <a:pt x="170" y="31"/>
                      <a:pt x="110" y="100"/>
                    </a:cubicBezTo>
                    <a:cubicBezTo>
                      <a:pt x="41" y="160"/>
                      <a:pt x="1" y="248"/>
                      <a:pt x="1" y="348"/>
                    </a:cubicBezTo>
                    <a:cubicBezTo>
                      <a:pt x="1" y="438"/>
                      <a:pt x="41" y="526"/>
                      <a:pt x="110" y="585"/>
                    </a:cubicBezTo>
                    <a:cubicBezTo>
                      <a:pt x="170" y="654"/>
                      <a:pt x="260" y="685"/>
                      <a:pt x="348" y="685"/>
                    </a:cubicBezTo>
                    <a:cubicBezTo>
                      <a:pt x="439" y="685"/>
                      <a:pt x="527" y="654"/>
                      <a:pt x="596" y="585"/>
                    </a:cubicBezTo>
                    <a:cubicBezTo>
                      <a:pt x="655" y="526"/>
                      <a:pt x="696" y="438"/>
                      <a:pt x="696" y="348"/>
                    </a:cubicBezTo>
                    <a:cubicBezTo>
                      <a:pt x="696" y="248"/>
                      <a:pt x="655" y="160"/>
                      <a:pt x="596" y="100"/>
                    </a:cubicBezTo>
                    <a:cubicBezTo>
                      <a:pt x="527" y="31"/>
                      <a:pt x="439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64;p50">
                <a:extLst>
                  <a:ext uri="{FF2B5EF4-FFF2-40B4-BE49-F238E27FC236}">
                    <a16:creationId xmlns:a16="http://schemas.microsoft.com/office/drawing/2014/main" id="{0B1E1246-3AB0-8B54-19FC-623D0E36B027}"/>
                  </a:ext>
                </a:extLst>
              </p:cNvPr>
              <p:cNvSpPr/>
              <p:nvPr/>
            </p:nvSpPr>
            <p:spPr>
              <a:xfrm>
                <a:off x="3226774" y="2605534"/>
                <a:ext cx="347589" cy="374170"/>
              </a:xfrm>
              <a:custGeom>
                <a:avLst/>
                <a:gdLst/>
                <a:ahLst/>
                <a:cxnLst/>
                <a:rect l="l" t="t" r="r" b="b"/>
                <a:pathLst>
                  <a:path w="16450" h="17708" extrusionOk="0">
                    <a:moveTo>
                      <a:pt x="7884" y="6256"/>
                    </a:moveTo>
                    <a:lnTo>
                      <a:pt x="7884" y="7505"/>
                    </a:lnTo>
                    <a:lnTo>
                      <a:pt x="1657" y="7505"/>
                    </a:lnTo>
                    <a:lnTo>
                      <a:pt x="1657" y="6256"/>
                    </a:lnTo>
                    <a:close/>
                    <a:moveTo>
                      <a:pt x="7536" y="8200"/>
                    </a:moveTo>
                    <a:lnTo>
                      <a:pt x="7536" y="8338"/>
                    </a:lnTo>
                    <a:cubicBezTo>
                      <a:pt x="7536" y="8457"/>
                      <a:pt x="7596" y="8566"/>
                      <a:pt x="7684" y="8626"/>
                    </a:cubicBezTo>
                    <a:lnTo>
                      <a:pt x="8348" y="9073"/>
                    </a:lnTo>
                    <a:cubicBezTo>
                      <a:pt x="8657" y="9280"/>
                      <a:pt x="8845" y="9637"/>
                      <a:pt x="8845" y="10015"/>
                    </a:cubicBezTo>
                    <a:lnTo>
                      <a:pt x="8845" y="16666"/>
                    </a:lnTo>
                    <a:cubicBezTo>
                      <a:pt x="8845" y="16856"/>
                      <a:pt x="8695" y="17013"/>
                      <a:pt x="8497" y="17013"/>
                    </a:cubicBezTo>
                    <a:lnTo>
                      <a:pt x="1031" y="17013"/>
                    </a:lnTo>
                    <a:cubicBezTo>
                      <a:pt x="843" y="17013"/>
                      <a:pt x="686" y="16856"/>
                      <a:pt x="686" y="16666"/>
                    </a:cubicBezTo>
                    <a:lnTo>
                      <a:pt x="686" y="10015"/>
                    </a:lnTo>
                    <a:cubicBezTo>
                      <a:pt x="686" y="9637"/>
                      <a:pt x="874" y="9280"/>
                      <a:pt x="1191" y="9073"/>
                    </a:cubicBezTo>
                    <a:lnTo>
                      <a:pt x="1854" y="8626"/>
                    </a:lnTo>
                    <a:cubicBezTo>
                      <a:pt x="1945" y="8566"/>
                      <a:pt x="2004" y="8457"/>
                      <a:pt x="2004" y="8338"/>
                    </a:cubicBezTo>
                    <a:lnTo>
                      <a:pt x="2004" y="8200"/>
                    </a:lnTo>
                    <a:close/>
                    <a:moveTo>
                      <a:pt x="4631" y="1"/>
                    </a:moveTo>
                    <a:cubicBezTo>
                      <a:pt x="4055" y="1"/>
                      <a:pt x="3589" y="467"/>
                      <a:pt x="3589" y="1043"/>
                    </a:cubicBezTo>
                    <a:lnTo>
                      <a:pt x="3589" y="3203"/>
                    </a:lnTo>
                    <a:cubicBezTo>
                      <a:pt x="3589" y="3391"/>
                      <a:pt x="3748" y="3551"/>
                      <a:pt x="3936" y="3551"/>
                    </a:cubicBezTo>
                    <a:cubicBezTo>
                      <a:pt x="4136" y="3551"/>
                      <a:pt x="4284" y="3391"/>
                      <a:pt x="4284" y="3203"/>
                    </a:cubicBezTo>
                    <a:lnTo>
                      <a:pt x="4284" y="1043"/>
                    </a:lnTo>
                    <a:cubicBezTo>
                      <a:pt x="4284" y="855"/>
                      <a:pt x="4443" y="696"/>
                      <a:pt x="4631" y="696"/>
                    </a:cubicBezTo>
                    <a:lnTo>
                      <a:pt x="15417" y="696"/>
                    </a:lnTo>
                    <a:cubicBezTo>
                      <a:pt x="15605" y="696"/>
                      <a:pt x="15764" y="855"/>
                      <a:pt x="15764" y="1043"/>
                    </a:cubicBezTo>
                    <a:lnTo>
                      <a:pt x="15764" y="16666"/>
                    </a:lnTo>
                    <a:cubicBezTo>
                      <a:pt x="15764" y="16856"/>
                      <a:pt x="15605" y="17013"/>
                      <a:pt x="15417" y="17013"/>
                    </a:cubicBezTo>
                    <a:lnTo>
                      <a:pt x="9478" y="17013"/>
                    </a:lnTo>
                    <a:cubicBezTo>
                      <a:pt x="9518" y="16904"/>
                      <a:pt x="9537" y="16785"/>
                      <a:pt x="9537" y="16666"/>
                    </a:cubicBezTo>
                    <a:lnTo>
                      <a:pt x="9537" y="10015"/>
                    </a:lnTo>
                    <a:cubicBezTo>
                      <a:pt x="9537" y="9399"/>
                      <a:pt x="9240" y="8835"/>
                      <a:pt x="8726" y="8497"/>
                    </a:cubicBezTo>
                    <a:lnTo>
                      <a:pt x="8229" y="8160"/>
                    </a:lnTo>
                    <a:lnTo>
                      <a:pt x="8229" y="8100"/>
                    </a:lnTo>
                    <a:cubicBezTo>
                      <a:pt x="8428" y="7981"/>
                      <a:pt x="8566" y="7765"/>
                      <a:pt x="8566" y="7505"/>
                    </a:cubicBezTo>
                    <a:lnTo>
                      <a:pt x="8566" y="6256"/>
                    </a:lnTo>
                    <a:cubicBezTo>
                      <a:pt x="8566" y="5880"/>
                      <a:pt x="8260" y="5573"/>
                      <a:pt x="7884" y="5573"/>
                    </a:cubicBezTo>
                    <a:lnTo>
                      <a:pt x="1657" y="5573"/>
                    </a:lnTo>
                    <a:cubicBezTo>
                      <a:pt x="1281" y="5573"/>
                      <a:pt x="962" y="5880"/>
                      <a:pt x="962" y="6256"/>
                    </a:cubicBezTo>
                    <a:lnTo>
                      <a:pt x="962" y="7505"/>
                    </a:lnTo>
                    <a:cubicBezTo>
                      <a:pt x="962" y="7765"/>
                      <a:pt x="1103" y="7981"/>
                      <a:pt x="1310" y="8100"/>
                    </a:cubicBezTo>
                    <a:lnTo>
                      <a:pt x="1310" y="8160"/>
                    </a:lnTo>
                    <a:lnTo>
                      <a:pt x="805" y="8497"/>
                    </a:lnTo>
                    <a:cubicBezTo>
                      <a:pt x="298" y="8835"/>
                      <a:pt x="1" y="9399"/>
                      <a:pt x="1" y="10015"/>
                    </a:cubicBezTo>
                    <a:lnTo>
                      <a:pt x="1" y="16666"/>
                    </a:lnTo>
                    <a:cubicBezTo>
                      <a:pt x="1" y="17241"/>
                      <a:pt x="467" y="17708"/>
                      <a:pt x="1031" y="17708"/>
                    </a:cubicBezTo>
                    <a:lnTo>
                      <a:pt x="15417" y="17708"/>
                    </a:lnTo>
                    <a:cubicBezTo>
                      <a:pt x="15992" y="17708"/>
                      <a:pt x="16449" y="17241"/>
                      <a:pt x="16449" y="16666"/>
                    </a:cubicBezTo>
                    <a:lnTo>
                      <a:pt x="16449" y="1043"/>
                    </a:lnTo>
                    <a:cubicBezTo>
                      <a:pt x="16449" y="467"/>
                      <a:pt x="15992" y="1"/>
                      <a:pt x="15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765;p50">
                <a:extLst>
                  <a:ext uri="{FF2B5EF4-FFF2-40B4-BE49-F238E27FC236}">
                    <a16:creationId xmlns:a16="http://schemas.microsoft.com/office/drawing/2014/main" id="{B9172110-B3C8-1E99-7AF2-DB0219A3E73F}"/>
                  </a:ext>
                </a:extLst>
              </p:cNvPr>
              <p:cNvSpPr/>
              <p:nvPr/>
            </p:nvSpPr>
            <p:spPr>
              <a:xfrm>
                <a:off x="3461613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83"/>
                    </a:moveTo>
                    <a:cubicBezTo>
                      <a:pt x="1864" y="683"/>
                      <a:pt x="2211" y="1031"/>
                      <a:pt x="2211" y="1447"/>
                    </a:cubicBezTo>
                    <a:cubicBezTo>
                      <a:pt x="2211" y="1863"/>
                      <a:pt x="1864" y="2211"/>
                      <a:pt x="1447" y="2211"/>
                    </a:cubicBezTo>
                    <a:cubicBezTo>
                      <a:pt x="1031" y="2211"/>
                      <a:pt x="684" y="1863"/>
                      <a:pt x="684" y="1447"/>
                    </a:cubicBezTo>
                    <a:cubicBezTo>
                      <a:pt x="684" y="1031"/>
                      <a:pt x="1031" y="683"/>
                      <a:pt x="1447" y="683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43"/>
                      <a:pt x="1" y="1447"/>
                    </a:cubicBezTo>
                    <a:cubicBezTo>
                      <a:pt x="1" y="2249"/>
                      <a:pt x="646" y="2903"/>
                      <a:pt x="1447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66;p50">
                <a:extLst>
                  <a:ext uri="{FF2B5EF4-FFF2-40B4-BE49-F238E27FC236}">
                    <a16:creationId xmlns:a16="http://schemas.microsoft.com/office/drawing/2014/main" id="{7287C568-7F0D-B898-918C-D5596CB452F5}"/>
                  </a:ext>
                </a:extLst>
              </p:cNvPr>
              <p:cNvSpPr/>
              <p:nvPr/>
            </p:nvSpPr>
            <p:spPr>
              <a:xfrm>
                <a:off x="3354124" y="2634905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59" y="683"/>
                    </a:moveTo>
                    <a:cubicBezTo>
                      <a:pt x="1876" y="683"/>
                      <a:pt x="2214" y="1031"/>
                      <a:pt x="2214" y="1447"/>
                    </a:cubicBezTo>
                    <a:cubicBezTo>
                      <a:pt x="2214" y="1863"/>
                      <a:pt x="1876" y="2211"/>
                      <a:pt x="1459" y="2211"/>
                    </a:cubicBezTo>
                    <a:cubicBezTo>
                      <a:pt x="1033" y="2211"/>
                      <a:pt x="695" y="1863"/>
                      <a:pt x="695" y="1447"/>
                    </a:cubicBezTo>
                    <a:cubicBezTo>
                      <a:pt x="695" y="1031"/>
                      <a:pt x="1033" y="683"/>
                      <a:pt x="1459" y="683"/>
                    </a:cubicBezTo>
                    <a:close/>
                    <a:moveTo>
                      <a:pt x="1459" y="0"/>
                    </a:moveTo>
                    <a:cubicBezTo>
                      <a:pt x="655" y="0"/>
                      <a:pt x="1" y="643"/>
                      <a:pt x="1" y="1447"/>
                    </a:cubicBezTo>
                    <a:cubicBezTo>
                      <a:pt x="1" y="2249"/>
                      <a:pt x="655" y="2903"/>
                      <a:pt x="1459" y="2903"/>
                    </a:cubicBezTo>
                    <a:cubicBezTo>
                      <a:pt x="2252" y="2903"/>
                      <a:pt x="2906" y="2249"/>
                      <a:pt x="2906" y="1447"/>
                    </a:cubicBezTo>
                    <a:cubicBezTo>
                      <a:pt x="2906" y="643"/>
                      <a:pt x="2252" y="0"/>
                      <a:pt x="1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67;p50">
                <a:extLst>
                  <a:ext uri="{FF2B5EF4-FFF2-40B4-BE49-F238E27FC236}">
                    <a16:creationId xmlns:a16="http://schemas.microsoft.com/office/drawing/2014/main" id="{45D4E71A-407E-A680-172D-553810C77763}"/>
                  </a:ext>
                </a:extLst>
              </p:cNvPr>
              <p:cNvSpPr/>
              <p:nvPr/>
            </p:nvSpPr>
            <p:spPr>
              <a:xfrm>
                <a:off x="3461613" y="2719510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6"/>
                    </a:moveTo>
                    <a:cubicBezTo>
                      <a:pt x="1864" y="696"/>
                      <a:pt x="2211" y="1031"/>
                      <a:pt x="2211" y="1447"/>
                    </a:cubicBezTo>
                    <a:cubicBezTo>
                      <a:pt x="2211" y="1873"/>
                      <a:pt x="1864" y="2211"/>
                      <a:pt x="1447" y="2211"/>
                    </a:cubicBezTo>
                    <a:cubicBezTo>
                      <a:pt x="1031" y="2211"/>
                      <a:pt x="684" y="1873"/>
                      <a:pt x="684" y="1447"/>
                    </a:cubicBezTo>
                    <a:cubicBezTo>
                      <a:pt x="684" y="1031"/>
                      <a:pt x="1031" y="696"/>
                      <a:pt x="1447" y="696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47"/>
                    </a:cubicBezTo>
                    <a:cubicBezTo>
                      <a:pt x="1" y="2252"/>
                      <a:pt x="646" y="2906"/>
                      <a:pt x="1447" y="2906"/>
                    </a:cubicBezTo>
                    <a:cubicBezTo>
                      <a:pt x="2252" y="2906"/>
                      <a:pt x="2906" y="2252"/>
                      <a:pt x="2906" y="144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68;p50">
                <a:extLst>
                  <a:ext uri="{FF2B5EF4-FFF2-40B4-BE49-F238E27FC236}">
                    <a16:creationId xmlns:a16="http://schemas.microsoft.com/office/drawing/2014/main" id="{2C1C0BE0-7A06-0DEE-41CE-168A10200C6C}"/>
                  </a:ext>
                </a:extLst>
              </p:cNvPr>
              <p:cNvSpPr/>
              <p:nvPr/>
            </p:nvSpPr>
            <p:spPr>
              <a:xfrm>
                <a:off x="3461613" y="2804135"/>
                <a:ext cx="61404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6" extrusionOk="0">
                    <a:moveTo>
                      <a:pt x="1447" y="695"/>
                    </a:moveTo>
                    <a:cubicBezTo>
                      <a:pt x="1864" y="695"/>
                      <a:pt x="2211" y="1033"/>
                      <a:pt x="2211" y="1459"/>
                    </a:cubicBezTo>
                    <a:cubicBezTo>
                      <a:pt x="2211" y="1875"/>
                      <a:pt x="1864" y="2211"/>
                      <a:pt x="1447" y="2211"/>
                    </a:cubicBezTo>
                    <a:cubicBezTo>
                      <a:pt x="1031" y="2211"/>
                      <a:pt x="684" y="1875"/>
                      <a:pt x="684" y="1459"/>
                    </a:cubicBezTo>
                    <a:cubicBezTo>
                      <a:pt x="684" y="1033"/>
                      <a:pt x="1031" y="695"/>
                      <a:pt x="1447" y="695"/>
                    </a:cubicBezTo>
                    <a:close/>
                    <a:moveTo>
                      <a:pt x="1447" y="0"/>
                    </a:moveTo>
                    <a:cubicBezTo>
                      <a:pt x="646" y="0"/>
                      <a:pt x="1" y="654"/>
                      <a:pt x="1" y="1459"/>
                    </a:cubicBezTo>
                    <a:cubicBezTo>
                      <a:pt x="1" y="2251"/>
                      <a:pt x="646" y="2905"/>
                      <a:pt x="1447" y="2905"/>
                    </a:cubicBezTo>
                    <a:cubicBezTo>
                      <a:pt x="2252" y="2905"/>
                      <a:pt x="2906" y="2251"/>
                      <a:pt x="2906" y="1459"/>
                    </a:cubicBezTo>
                    <a:cubicBezTo>
                      <a:pt x="2906" y="654"/>
                      <a:pt x="2252" y="0"/>
                      <a:pt x="1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69;p50">
                <a:extLst>
                  <a:ext uri="{FF2B5EF4-FFF2-40B4-BE49-F238E27FC236}">
                    <a16:creationId xmlns:a16="http://schemas.microsoft.com/office/drawing/2014/main" id="{3854ED42-FA33-F610-D3FC-F9BE3303994A}"/>
                  </a:ext>
                </a:extLst>
              </p:cNvPr>
              <p:cNvSpPr/>
              <p:nvPr/>
            </p:nvSpPr>
            <p:spPr>
              <a:xfrm>
                <a:off x="3461613" y="2888782"/>
                <a:ext cx="61404" cy="61362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904" extrusionOk="0">
                    <a:moveTo>
                      <a:pt x="1447" y="693"/>
                    </a:moveTo>
                    <a:cubicBezTo>
                      <a:pt x="1864" y="693"/>
                      <a:pt x="2211" y="1041"/>
                      <a:pt x="2211" y="1457"/>
                    </a:cubicBezTo>
                    <a:cubicBezTo>
                      <a:pt x="2211" y="1873"/>
                      <a:pt x="1864" y="2221"/>
                      <a:pt x="1447" y="2221"/>
                    </a:cubicBezTo>
                    <a:cubicBezTo>
                      <a:pt x="1031" y="2221"/>
                      <a:pt x="684" y="1873"/>
                      <a:pt x="684" y="1457"/>
                    </a:cubicBezTo>
                    <a:cubicBezTo>
                      <a:pt x="684" y="1041"/>
                      <a:pt x="1031" y="693"/>
                      <a:pt x="1447" y="693"/>
                    </a:cubicBezTo>
                    <a:close/>
                    <a:moveTo>
                      <a:pt x="1447" y="1"/>
                    </a:moveTo>
                    <a:cubicBezTo>
                      <a:pt x="646" y="1"/>
                      <a:pt x="1" y="655"/>
                      <a:pt x="1" y="1457"/>
                    </a:cubicBezTo>
                    <a:cubicBezTo>
                      <a:pt x="1" y="2261"/>
                      <a:pt x="646" y="2904"/>
                      <a:pt x="1447" y="2904"/>
                    </a:cubicBezTo>
                    <a:cubicBezTo>
                      <a:pt x="2252" y="2904"/>
                      <a:pt x="2906" y="2261"/>
                      <a:pt x="2906" y="1457"/>
                    </a:cubicBezTo>
                    <a:cubicBezTo>
                      <a:pt x="2906" y="655"/>
                      <a:pt x="2252" y="1"/>
                      <a:pt x="14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70;p50">
                <a:extLst>
                  <a:ext uri="{FF2B5EF4-FFF2-40B4-BE49-F238E27FC236}">
                    <a16:creationId xmlns:a16="http://schemas.microsoft.com/office/drawing/2014/main" id="{149D2891-8274-1E19-8749-1223CB000F36}"/>
                  </a:ext>
                </a:extLst>
              </p:cNvPr>
              <p:cNvSpPr/>
              <p:nvPr/>
            </p:nvSpPr>
            <p:spPr>
              <a:xfrm>
                <a:off x="3276450" y="2818144"/>
                <a:ext cx="102227" cy="102290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41" extrusionOk="0">
                    <a:moveTo>
                      <a:pt x="2418" y="696"/>
                    </a:moveTo>
                    <a:cubicBezTo>
                      <a:pt x="2606" y="696"/>
                      <a:pt x="2765" y="846"/>
                      <a:pt x="2765" y="1043"/>
                    </a:cubicBezTo>
                    <a:lnTo>
                      <a:pt x="2765" y="1726"/>
                    </a:lnTo>
                    <a:cubicBezTo>
                      <a:pt x="2765" y="1926"/>
                      <a:pt x="2915" y="2073"/>
                      <a:pt x="3113" y="2073"/>
                    </a:cubicBezTo>
                    <a:lnTo>
                      <a:pt x="3796" y="2073"/>
                    </a:lnTo>
                    <a:cubicBezTo>
                      <a:pt x="3996" y="2073"/>
                      <a:pt x="4143" y="2233"/>
                      <a:pt x="4143" y="2421"/>
                    </a:cubicBezTo>
                    <a:cubicBezTo>
                      <a:pt x="4143" y="2609"/>
                      <a:pt x="3996" y="2768"/>
                      <a:pt x="3796" y="2768"/>
                    </a:cubicBezTo>
                    <a:lnTo>
                      <a:pt x="3113" y="2768"/>
                    </a:lnTo>
                    <a:cubicBezTo>
                      <a:pt x="2915" y="2768"/>
                      <a:pt x="2765" y="2916"/>
                      <a:pt x="2765" y="3115"/>
                    </a:cubicBezTo>
                    <a:lnTo>
                      <a:pt x="2765" y="3798"/>
                    </a:lnTo>
                    <a:cubicBezTo>
                      <a:pt x="2765" y="3998"/>
                      <a:pt x="2606" y="4146"/>
                      <a:pt x="2418" y="4146"/>
                    </a:cubicBezTo>
                    <a:cubicBezTo>
                      <a:pt x="2230" y="4146"/>
                      <a:pt x="2071" y="3998"/>
                      <a:pt x="2071" y="3798"/>
                    </a:cubicBezTo>
                    <a:lnTo>
                      <a:pt x="2071" y="3115"/>
                    </a:lnTo>
                    <a:cubicBezTo>
                      <a:pt x="2071" y="2916"/>
                      <a:pt x="1914" y="2768"/>
                      <a:pt x="1726" y="2768"/>
                    </a:cubicBezTo>
                    <a:lnTo>
                      <a:pt x="1031" y="2768"/>
                    </a:lnTo>
                    <a:cubicBezTo>
                      <a:pt x="843" y="2768"/>
                      <a:pt x="693" y="2609"/>
                      <a:pt x="693" y="2421"/>
                    </a:cubicBezTo>
                    <a:cubicBezTo>
                      <a:pt x="693" y="2233"/>
                      <a:pt x="843" y="2073"/>
                      <a:pt x="1031" y="2073"/>
                    </a:cubicBezTo>
                    <a:lnTo>
                      <a:pt x="1726" y="2073"/>
                    </a:lnTo>
                    <a:cubicBezTo>
                      <a:pt x="1914" y="2073"/>
                      <a:pt x="2071" y="1926"/>
                      <a:pt x="2071" y="1726"/>
                    </a:cubicBezTo>
                    <a:lnTo>
                      <a:pt x="2071" y="1043"/>
                    </a:lnTo>
                    <a:cubicBezTo>
                      <a:pt x="2071" y="846"/>
                      <a:pt x="2230" y="696"/>
                      <a:pt x="2418" y="696"/>
                    </a:cubicBezTo>
                    <a:close/>
                    <a:moveTo>
                      <a:pt x="2418" y="1"/>
                    </a:moveTo>
                    <a:cubicBezTo>
                      <a:pt x="1845" y="1"/>
                      <a:pt x="1378" y="467"/>
                      <a:pt x="1378" y="1043"/>
                    </a:cubicBezTo>
                    <a:lnTo>
                      <a:pt x="1378" y="1381"/>
                    </a:lnTo>
                    <a:lnTo>
                      <a:pt x="1031" y="1381"/>
                    </a:lnTo>
                    <a:cubicBezTo>
                      <a:pt x="465" y="1381"/>
                      <a:pt x="1" y="1845"/>
                      <a:pt x="1" y="2421"/>
                    </a:cubicBezTo>
                    <a:cubicBezTo>
                      <a:pt x="1" y="2997"/>
                      <a:pt x="465" y="3463"/>
                      <a:pt x="1031" y="3463"/>
                    </a:cubicBezTo>
                    <a:lnTo>
                      <a:pt x="1378" y="3463"/>
                    </a:lnTo>
                    <a:lnTo>
                      <a:pt x="1378" y="3798"/>
                    </a:lnTo>
                    <a:cubicBezTo>
                      <a:pt x="1378" y="4374"/>
                      <a:pt x="1845" y="4841"/>
                      <a:pt x="2418" y="4841"/>
                    </a:cubicBezTo>
                    <a:cubicBezTo>
                      <a:pt x="2994" y="4841"/>
                      <a:pt x="3460" y="4374"/>
                      <a:pt x="3460" y="3798"/>
                    </a:cubicBezTo>
                    <a:lnTo>
                      <a:pt x="3460" y="3463"/>
                    </a:lnTo>
                    <a:lnTo>
                      <a:pt x="3796" y="3463"/>
                    </a:lnTo>
                    <a:cubicBezTo>
                      <a:pt x="4371" y="3463"/>
                      <a:pt x="4838" y="2997"/>
                      <a:pt x="4838" y="2421"/>
                    </a:cubicBezTo>
                    <a:cubicBezTo>
                      <a:pt x="4838" y="1845"/>
                      <a:pt x="4371" y="1381"/>
                      <a:pt x="3796" y="1381"/>
                    </a:cubicBezTo>
                    <a:lnTo>
                      <a:pt x="3460" y="1381"/>
                    </a:lnTo>
                    <a:lnTo>
                      <a:pt x="3460" y="1043"/>
                    </a:lnTo>
                    <a:cubicBezTo>
                      <a:pt x="3460" y="467"/>
                      <a:pt x="2994" y="1"/>
                      <a:pt x="2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71;p50">
                <a:extLst>
                  <a:ext uri="{FF2B5EF4-FFF2-40B4-BE49-F238E27FC236}">
                    <a16:creationId xmlns:a16="http://schemas.microsoft.com/office/drawing/2014/main" id="{F43EDD0B-06CB-F124-1B14-D01D861E09BE}"/>
                  </a:ext>
                </a:extLst>
              </p:cNvPr>
              <p:cNvSpPr/>
              <p:nvPr/>
            </p:nvSpPr>
            <p:spPr>
              <a:xfrm>
                <a:off x="3431249" y="2658127"/>
                <a:ext cx="14643" cy="107509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088" extrusionOk="0">
                    <a:moveTo>
                      <a:pt x="348" y="1"/>
                    </a:moveTo>
                    <a:cubicBezTo>
                      <a:pt x="158" y="1"/>
                      <a:pt x="1" y="160"/>
                      <a:pt x="1" y="348"/>
                    </a:cubicBezTo>
                    <a:lnTo>
                      <a:pt x="1" y="4740"/>
                    </a:lnTo>
                    <a:cubicBezTo>
                      <a:pt x="1" y="4928"/>
                      <a:pt x="158" y="5088"/>
                      <a:pt x="348" y="5088"/>
                    </a:cubicBezTo>
                    <a:cubicBezTo>
                      <a:pt x="536" y="5088"/>
                      <a:pt x="693" y="4928"/>
                      <a:pt x="693" y="4740"/>
                    </a:cubicBezTo>
                    <a:lnTo>
                      <a:pt x="693" y="348"/>
                    </a:lnTo>
                    <a:cubicBezTo>
                      <a:pt x="693" y="160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72;p50">
                <a:extLst>
                  <a:ext uri="{FF2B5EF4-FFF2-40B4-BE49-F238E27FC236}">
                    <a16:creationId xmlns:a16="http://schemas.microsoft.com/office/drawing/2014/main" id="{AE5B45E4-5E94-D2B0-E3BA-92CE9C3D5D95}"/>
                  </a:ext>
                </a:extLst>
              </p:cNvPr>
              <p:cNvSpPr/>
              <p:nvPr/>
            </p:nvSpPr>
            <p:spPr>
              <a:xfrm>
                <a:off x="3431249" y="2777934"/>
                <a:ext cx="14643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6" extrusionOk="0">
                    <a:moveTo>
                      <a:pt x="348" y="1"/>
                    </a:moveTo>
                    <a:cubicBezTo>
                      <a:pt x="258" y="1"/>
                      <a:pt x="170" y="41"/>
                      <a:pt x="98" y="100"/>
                    </a:cubicBezTo>
                    <a:cubicBezTo>
                      <a:pt x="39" y="169"/>
                      <a:pt x="1" y="260"/>
                      <a:pt x="1" y="348"/>
                    </a:cubicBezTo>
                    <a:cubicBezTo>
                      <a:pt x="1" y="438"/>
                      <a:pt x="39" y="526"/>
                      <a:pt x="98" y="595"/>
                    </a:cubicBezTo>
                    <a:cubicBezTo>
                      <a:pt x="170" y="655"/>
                      <a:pt x="258" y="695"/>
                      <a:pt x="348" y="695"/>
                    </a:cubicBezTo>
                    <a:cubicBezTo>
                      <a:pt x="436" y="695"/>
                      <a:pt x="526" y="655"/>
                      <a:pt x="595" y="595"/>
                    </a:cubicBezTo>
                    <a:cubicBezTo>
                      <a:pt x="655" y="526"/>
                      <a:pt x="693" y="438"/>
                      <a:pt x="693" y="348"/>
                    </a:cubicBezTo>
                    <a:cubicBezTo>
                      <a:pt x="693" y="260"/>
                      <a:pt x="655" y="169"/>
                      <a:pt x="595" y="100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50C20B6-BF74-895F-8CFF-4942AA876549}"/>
              </a:ext>
            </a:extLst>
          </p:cNvPr>
          <p:cNvGrpSpPr/>
          <p:nvPr/>
        </p:nvGrpSpPr>
        <p:grpSpPr>
          <a:xfrm>
            <a:off x="1974095" y="2037609"/>
            <a:ext cx="1145488" cy="1134003"/>
            <a:chOff x="2335128" y="2004747"/>
            <a:chExt cx="1145488" cy="1134003"/>
          </a:xfrm>
        </p:grpSpPr>
        <p:pic>
          <p:nvPicPr>
            <p:cNvPr id="26" name="Picture 2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C39C1C66-A0B5-5135-E892-41125A83D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399" t="38471" r="18399" b="36111"/>
            <a:stretch/>
          </p:blipFill>
          <p:spPr>
            <a:xfrm>
              <a:off x="2335128" y="2004747"/>
              <a:ext cx="1145488" cy="1134003"/>
            </a:xfrm>
            <a:prstGeom prst="round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74E8F833-0618-17EC-D736-28A361A79D9A}"/>
                </a:ext>
              </a:extLst>
            </p:cNvPr>
            <p:cNvSpPr/>
            <p:nvPr/>
          </p:nvSpPr>
          <p:spPr>
            <a:xfrm>
              <a:off x="2340872" y="2004747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oogle Shape;596;p50">
              <a:extLst>
                <a:ext uri="{FF2B5EF4-FFF2-40B4-BE49-F238E27FC236}">
                  <a16:creationId xmlns:a16="http://schemas.microsoft.com/office/drawing/2014/main" id="{ABA936BF-A2EA-DD33-BFC6-BCD9B0F4175F}"/>
                </a:ext>
              </a:extLst>
            </p:cNvPr>
            <p:cNvGrpSpPr/>
            <p:nvPr/>
          </p:nvGrpSpPr>
          <p:grpSpPr>
            <a:xfrm>
              <a:off x="2655872" y="2315270"/>
              <a:ext cx="504000" cy="504000"/>
              <a:chOff x="5125727" y="3201950"/>
              <a:chExt cx="377086" cy="373916"/>
            </a:xfrm>
          </p:grpSpPr>
          <p:sp>
            <p:nvSpPr>
              <p:cNvPr id="74" name="Google Shape;597;p50">
                <a:extLst>
                  <a:ext uri="{FF2B5EF4-FFF2-40B4-BE49-F238E27FC236}">
                    <a16:creationId xmlns:a16="http://schemas.microsoft.com/office/drawing/2014/main" id="{EA8CE30B-F5B4-D8F2-2BC9-8A0606D50FEB}"/>
                  </a:ext>
                </a:extLst>
              </p:cNvPr>
              <p:cNvSpPr/>
              <p:nvPr/>
            </p:nvSpPr>
            <p:spPr>
              <a:xfrm>
                <a:off x="5125727" y="3201950"/>
                <a:ext cx="377086" cy="373916"/>
              </a:xfrm>
              <a:custGeom>
                <a:avLst/>
                <a:gdLst/>
                <a:ahLst/>
                <a:cxnLst/>
                <a:rect l="l" t="t" r="r" b="b"/>
                <a:pathLst>
                  <a:path w="17846" h="17696" extrusionOk="0">
                    <a:moveTo>
                      <a:pt x="13691" y="3163"/>
                    </a:moveTo>
                    <a:lnTo>
                      <a:pt x="14574" y="4046"/>
                    </a:lnTo>
                    <a:lnTo>
                      <a:pt x="13215" y="5392"/>
                    </a:lnTo>
                    <a:lnTo>
                      <a:pt x="12332" y="4521"/>
                    </a:lnTo>
                    <a:lnTo>
                      <a:pt x="13691" y="3163"/>
                    </a:lnTo>
                    <a:close/>
                    <a:moveTo>
                      <a:pt x="10776" y="3927"/>
                    </a:moveTo>
                    <a:lnTo>
                      <a:pt x="13801" y="6960"/>
                    </a:lnTo>
                    <a:lnTo>
                      <a:pt x="12818" y="7950"/>
                    </a:lnTo>
                    <a:lnTo>
                      <a:pt x="12145" y="7267"/>
                    </a:lnTo>
                    <a:cubicBezTo>
                      <a:pt x="12076" y="7203"/>
                      <a:pt x="11986" y="7171"/>
                      <a:pt x="11897" y="7171"/>
                    </a:cubicBezTo>
                    <a:cubicBezTo>
                      <a:pt x="11808" y="7171"/>
                      <a:pt x="11719" y="7203"/>
                      <a:pt x="11650" y="7267"/>
                    </a:cubicBezTo>
                    <a:cubicBezTo>
                      <a:pt x="11521" y="7405"/>
                      <a:pt x="11521" y="7624"/>
                      <a:pt x="11650" y="7762"/>
                    </a:cubicBezTo>
                    <a:lnTo>
                      <a:pt x="12332" y="8438"/>
                    </a:lnTo>
                    <a:lnTo>
                      <a:pt x="11193" y="9577"/>
                    </a:lnTo>
                    <a:lnTo>
                      <a:pt x="10510" y="8902"/>
                    </a:lnTo>
                    <a:cubicBezTo>
                      <a:pt x="10444" y="8833"/>
                      <a:pt x="10358" y="8798"/>
                      <a:pt x="10270" y="8798"/>
                    </a:cubicBezTo>
                    <a:cubicBezTo>
                      <a:pt x="10182" y="8798"/>
                      <a:pt x="10092" y="8833"/>
                      <a:pt x="10022" y="8902"/>
                    </a:cubicBezTo>
                    <a:cubicBezTo>
                      <a:pt x="9884" y="9042"/>
                      <a:pt x="9884" y="9259"/>
                      <a:pt x="10022" y="9389"/>
                    </a:cubicBezTo>
                    <a:lnTo>
                      <a:pt x="10698" y="10063"/>
                    </a:lnTo>
                    <a:lnTo>
                      <a:pt x="9558" y="11212"/>
                    </a:lnTo>
                    <a:lnTo>
                      <a:pt x="8882" y="10529"/>
                    </a:lnTo>
                    <a:cubicBezTo>
                      <a:pt x="8813" y="10465"/>
                      <a:pt x="8724" y="10433"/>
                      <a:pt x="8636" y="10433"/>
                    </a:cubicBezTo>
                    <a:cubicBezTo>
                      <a:pt x="8548" y="10433"/>
                      <a:pt x="8461" y="10465"/>
                      <a:pt x="8397" y="10529"/>
                    </a:cubicBezTo>
                    <a:cubicBezTo>
                      <a:pt x="8259" y="10667"/>
                      <a:pt x="8259" y="10886"/>
                      <a:pt x="8397" y="11024"/>
                    </a:cubicBezTo>
                    <a:lnTo>
                      <a:pt x="9070" y="11697"/>
                    </a:lnTo>
                    <a:lnTo>
                      <a:pt x="8000" y="12768"/>
                    </a:lnTo>
                    <a:cubicBezTo>
                      <a:pt x="7981" y="12790"/>
                      <a:pt x="7952" y="12809"/>
                      <a:pt x="7931" y="12839"/>
                    </a:cubicBezTo>
                    <a:lnTo>
                      <a:pt x="7248" y="12164"/>
                    </a:lnTo>
                    <a:cubicBezTo>
                      <a:pt x="7184" y="12095"/>
                      <a:pt x="7097" y="12060"/>
                      <a:pt x="7009" y="12060"/>
                    </a:cubicBezTo>
                    <a:cubicBezTo>
                      <a:pt x="6921" y="12060"/>
                      <a:pt x="6831" y="12095"/>
                      <a:pt x="6762" y="12164"/>
                    </a:cubicBezTo>
                    <a:cubicBezTo>
                      <a:pt x="6632" y="12292"/>
                      <a:pt x="6632" y="12511"/>
                      <a:pt x="6762" y="12649"/>
                    </a:cubicBezTo>
                    <a:lnTo>
                      <a:pt x="7326" y="13215"/>
                    </a:lnTo>
                    <a:cubicBezTo>
                      <a:pt x="7058" y="13333"/>
                      <a:pt x="6770" y="13391"/>
                      <a:pt x="6481" y="13391"/>
                    </a:cubicBezTo>
                    <a:cubicBezTo>
                      <a:pt x="5936" y="13391"/>
                      <a:pt x="5387" y="13183"/>
                      <a:pt x="4966" y="12768"/>
                    </a:cubicBezTo>
                    <a:cubicBezTo>
                      <a:pt x="4133" y="11926"/>
                      <a:pt x="4133" y="10567"/>
                      <a:pt x="4966" y="9734"/>
                    </a:cubicBezTo>
                    <a:lnTo>
                      <a:pt x="10776" y="3927"/>
                    </a:lnTo>
                    <a:close/>
                    <a:moveTo>
                      <a:pt x="4205" y="12937"/>
                    </a:moveTo>
                    <a:cubicBezTo>
                      <a:pt x="4293" y="13046"/>
                      <a:pt x="4383" y="13156"/>
                      <a:pt x="4481" y="13256"/>
                    </a:cubicBezTo>
                    <a:cubicBezTo>
                      <a:pt x="4581" y="13353"/>
                      <a:pt x="4690" y="13444"/>
                      <a:pt x="4800" y="13522"/>
                    </a:cubicBezTo>
                    <a:lnTo>
                      <a:pt x="3588" y="14731"/>
                    </a:lnTo>
                    <a:cubicBezTo>
                      <a:pt x="3510" y="14812"/>
                      <a:pt x="3401" y="14862"/>
                      <a:pt x="3291" y="14862"/>
                    </a:cubicBezTo>
                    <a:cubicBezTo>
                      <a:pt x="3182" y="14862"/>
                      <a:pt x="3075" y="14812"/>
                      <a:pt x="2994" y="14731"/>
                    </a:cubicBezTo>
                    <a:cubicBezTo>
                      <a:pt x="2837" y="14574"/>
                      <a:pt x="2837" y="14315"/>
                      <a:pt x="2994" y="14148"/>
                    </a:cubicBezTo>
                    <a:lnTo>
                      <a:pt x="4205" y="12937"/>
                    </a:lnTo>
                    <a:close/>
                    <a:moveTo>
                      <a:pt x="13202" y="0"/>
                    </a:moveTo>
                    <a:cubicBezTo>
                      <a:pt x="12918" y="0"/>
                      <a:pt x="12636" y="109"/>
                      <a:pt x="12423" y="327"/>
                    </a:cubicBezTo>
                    <a:cubicBezTo>
                      <a:pt x="11985" y="753"/>
                      <a:pt x="11985" y="1457"/>
                      <a:pt x="12423" y="1895"/>
                    </a:cubicBezTo>
                    <a:lnTo>
                      <a:pt x="13206" y="2677"/>
                    </a:lnTo>
                    <a:lnTo>
                      <a:pt x="11847" y="4024"/>
                    </a:lnTo>
                    <a:lnTo>
                      <a:pt x="10617" y="2806"/>
                    </a:lnTo>
                    <a:cubicBezTo>
                      <a:pt x="10553" y="2737"/>
                      <a:pt x="10467" y="2702"/>
                      <a:pt x="10379" y="2702"/>
                    </a:cubicBezTo>
                    <a:cubicBezTo>
                      <a:pt x="10291" y="2702"/>
                      <a:pt x="10202" y="2737"/>
                      <a:pt x="10132" y="2806"/>
                    </a:cubicBezTo>
                    <a:cubicBezTo>
                      <a:pt x="9994" y="2934"/>
                      <a:pt x="9994" y="3153"/>
                      <a:pt x="10132" y="3291"/>
                    </a:cubicBezTo>
                    <a:lnTo>
                      <a:pt x="10282" y="3441"/>
                    </a:lnTo>
                    <a:lnTo>
                      <a:pt x="4481" y="9249"/>
                    </a:lnTo>
                    <a:cubicBezTo>
                      <a:pt x="3648" y="10072"/>
                      <a:pt x="3441" y="11293"/>
                      <a:pt x="3857" y="12314"/>
                    </a:cubicBezTo>
                    <a:lnTo>
                      <a:pt x="2508" y="13660"/>
                    </a:lnTo>
                    <a:cubicBezTo>
                      <a:pt x="2301" y="13870"/>
                      <a:pt x="2182" y="14148"/>
                      <a:pt x="2182" y="14446"/>
                    </a:cubicBezTo>
                    <a:cubicBezTo>
                      <a:pt x="2182" y="14624"/>
                      <a:pt x="2230" y="14791"/>
                      <a:pt x="2301" y="14940"/>
                    </a:cubicBezTo>
                    <a:lnTo>
                      <a:pt x="138" y="17110"/>
                    </a:lnTo>
                    <a:cubicBezTo>
                      <a:pt x="0" y="17251"/>
                      <a:pt x="0" y="17467"/>
                      <a:pt x="138" y="17598"/>
                    </a:cubicBezTo>
                    <a:cubicBezTo>
                      <a:pt x="198" y="17667"/>
                      <a:pt x="288" y="17696"/>
                      <a:pt x="376" y="17696"/>
                    </a:cubicBezTo>
                    <a:cubicBezTo>
                      <a:pt x="467" y="17696"/>
                      <a:pt x="555" y="17667"/>
                      <a:pt x="624" y="17598"/>
                    </a:cubicBezTo>
                    <a:lnTo>
                      <a:pt x="2796" y="15435"/>
                    </a:lnTo>
                    <a:cubicBezTo>
                      <a:pt x="2944" y="15504"/>
                      <a:pt x="3113" y="15545"/>
                      <a:pt x="3291" y="15545"/>
                    </a:cubicBezTo>
                    <a:cubicBezTo>
                      <a:pt x="3588" y="15545"/>
                      <a:pt x="3867" y="15435"/>
                      <a:pt x="4074" y="15228"/>
                    </a:cubicBezTo>
                    <a:lnTo>
                      <a:pt x="5423" y="13879"/>
                    </a:lnTo>
                    <a:cubicBezTo>
                      <a:pt x="5761" y="14017"/>
                      <a:pt x="6127" y="14089"/>
                      <a:pt x="6484" y="14089"/>
                    </a:cubicBezTo>
                    <a:cubicBezTo>
                      <a:pt x="7207" y="14089"/>
                      <a:pt x="7940" y="13810"/>
                      <a:pt x="8488" y="13256"/>
                    </a:cubicBezTo>
                    <a:lnTo>
                      <a:pt x="14295" y="7455"/>
                    </a:lnTo>
                    <a:lnTo>
                      <a:pt x="14445" y="7605"/>
                    </a:lnTo>
                    <a:cubicBezTo>
                      <a:pt x="14514" y="7674"/>
                      <a:pt x="14602" y="7703"/>
                      <a:pt x="14693" y="7703"/>
                    </a:cubicBezTo>
                    <a:cubicBezTo>
                      <a:pt x="14781" y="7703"/>
                      <a:pt x="14862" y="7674"/>
                      <a:pt x="14931" y="7605"/>
                    </a:cubicBezTo>
                    <a:cubicBezTo>
                      <a:pt x="15069" y="7465"/>
                      <a:pt x="15069" y="7248"/>
                      <a:pt x="14931" y="7108"/>
                    </a:cubicBezTo>
                    <a:lnTo>
                      <a:pt x="14533" y="6722"/>
                    </a:lnTo>
                    <a:lnTo>
                      <a:pt x="13710" y="5889"/>
                    </a:lnTo>
                    <a:lnTo>
                      <a:pt x="15059" y="4531"/>
                    </a:lnTo>
                    <a:lnTo>
                      <a:pt x="15842" y="5314"/>
                    </a:lnTo>
                    <a:cubicBezTo>
                      <a:pt x="16051" y="5523"/>
                      <a:pt x="16327" y="5642"/>
                      <a:pt x="16625" y="5642"/>
                    </a:cubicBezTo>
                    <a:cubicBezTo>
                      <a:pt x="16922" y="5642"/>
                      <a:pt x="17201" y="5523"/>
                      <a:pt x="17410" y="5314"/>
                    </a:cubicBezTo>
                    <a:cubicBezTo>
                      <a:pt x="17845" y="4878"/>
                      <a:pt x="17845" y="4184"/>
                      <a:pt x="17410" y="3748"/>
                    </a:cubicBezTo>
                    <a:lnTo>
                      <a:pt x="16556" y="2894"/>
                    </a:lnTo>
                    <a:cubicBezTo>
                      <a:pt x="16487" y="2825"/>
                      <a:pt x="16398" y="2790"/>
                      <a:pt x="16310" y="2790"/>
                    </a:cubicBezTo>
                    <a:cubicBezTo>
                      <a:pt x="16222" y="2790"/>
                      <a:pt x="16135" y="2825"/>
                      <a:pt x="16070" y="2894"/>
                    </a:cubicBezTo>
                    <a:cubicBezTo>
                      <a:pt x="15932" y="3034"/>
                      <a:pt x="15932" y="3251"/>
                      <a:pt x="16070" y="3382"/>
                    </a:cubicBezTo>
                    <a:lnTo>
                      <a:pt x="16922" y="4233"/>
                    </a:lnTo>
                    <a:cubicBezTo>
                      <a:pt x="17082" y="4402"/>
                      <a:pt x="17082" y="4659"/>
                      <a:pt x="16922" y="4828"/>
                    </a:cubicBezTo>
                    <a:cubicBezTo>
                      <a:pt x="16839" y="4908"/>
                      <a:pt x="16732" y="4948"/>
                      <a:pt x="16627" y="4948"/>
                    </a:cubicBezTo>
                    <a:cubicBezTo>
                      <a:pt x="16522" y="4948"/>
                      <a:pt x="16418" y="4908"/>
                      <a:pt x="16339" y="4828"/>
                    </a:cubicBezTo>
                    <a:lnTo>
                      <a:pt x="15307" y="3798"/>
                    </a:lnTo>
                    <a:lnTo>
                      <a:pt x="13939" y="2430"/>
                    </a:lnTo>
                    <a:lnTo>
                      <a:pt x="12908" y="1397"/>
                    </a:lnTo>
                    <a:cubicBezTo>
                      <a:pt x="12749" y="1240"/>
                      <a:pt x="12749" y="971"/>
                      <a:pt x="12908" y="812"/>
                    </a:cubicBezTo>
                    <a:cubicBezTo>
                      <a:pt x="12993" y="734"/>
                      <a:pt x="13099" y="694"/>
                      <a:pt x="13205" y="694"/>
                    </a:cubicBezTo>
                    <a:cubicBezTo>
                      <a:pt x="13310" y="694"/>
                      <a:pt x="13414" y="734"/>
                      <a:pt x="13494" y="812"/>
                    </a:cubicBezTo>
                    <a:lnTo>
                      <a:pt x="14198" y="1507"/>
                    </a:lnTo>
                    <a:cubicBezTo>
                      <a:pt x="14262" y="1576"/>
                      <a:pt x="14348" y="1610"/>
                      <a:pt x="14436" y="1610"/>
                    </a:cubicBezTo>
                    <a:cubicBezTo>
                      <a:pt x="14524" y="1610"/>
                      <a:pt x="14613" y="1576"/>
                      <a:pt x="14683" y="1507"/>
                    </a:cubicBezTo>
                    <a:cubicBezTo>
                      <a:pt x="14821" y="1378"/>
                      <a:pt x="14821" y="1159"/>
                      <a:pt x="14683" y="1021"/>
                    </a:cubicBezTo>
                    <a:lnTo>
                      <a:pt x="13989" y="327"/>
                    </a:lnTo>
                    <a:cubicBezTo>
                      <a:pt x="13771" y="109"/>
                      <a:pt x="13486" y="0"/>
                      <a:pt x="13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" name="Google Shape;598;p50">
                <a:extLst>
                  <a:ext uri="{FF2B5EF4-FFF2-40B4-BE49-F238E27FC236}">
                    <a16:creationId xmlns:a16="http://schemas.microsoft.com/office/drawing/2014/main" id="{C35CA19D-E5A4-1BEC-F594-A4A82C0AECEC}"/>
                  </a:ext>
                </a:extLst>
              </p:cNvPr>
              <p:cNvSpPr/>
              <p:nvPr/>
            </p:nvSpPr>
            <p:spPr>
              <a:xfrm>
                <a:off x="5444980" y="3242773"/>
                <a:ext cx="1468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6" extrusionOk="0">
                    <a:moveTo>
                      <a:pt x="348" y="1"/>
                    </a:moveTo>
                    <a:cubicBezTo>
                      <a:pt x="257" y="1"/>
                      <a:pt x="169" y="41"/>
                      <a:pt x="100" y="101"/>
                    </a:cubicBezTo>
                    <a:cubicBezTo>
                      <a:pt x="41" y="170"/>
                      <a:pt x="0" y="260"/>
                      <a:pt x="0" y="348"/>
                    </a:cubicBezTo>
                    <a:cubicBezTo>
                      <a:pt x="0" y="438"/>
                      <a:pt x="41" y="527"/>
                      <a:pt x="100" y="596"/>
                    </a:cubicBezTo>
                    <a:cubicBezTo>
                      <a:pt x="169" y="655"/>
                      <a:pt x="257" y="695"/>
                      <a:pt x="348" y="695"/>
                    </a:cubicBezTo>
                    <a:cubicBezTo>
                      <a:pt x="436" y="695"/>
                      <a:pt x="526" y="655"/>
                      <a:pt x="585" y="596"/>
                    </a:cubicBezTo>
                    <a:cubicBezTo>
                      <a:pt x="654" y="527"/>
                      <a:pt x="695" y="438"/>
                      <a:pt x="695" y="348"/>
                    </a:cubicBezTo>
                    <a:cubicBezTo>
                      <a:pt x="695" y="260"/>
                      <a:pt x="654" y="170"/>
                      <a:pt x="585" y="101"/>
                    </a:cubicBezTo>
                    <a:cubicBezTo>
                      <a:pt x="526" y="41"/>
                      <a:pt x="43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99;p50">
                <a:extLst>
                  <a:ext uri="{FF2B5EF4-FFF2-40B4-BE49-F238E27FC236}">
                    <a16:creationId xmlns:a16="http://schemas.microsoft.com/office/drawing/2014/main" id="{AEA3A355-50E6-3211-3B7E-6595B9D537F8}"/>
                  </a:ext>
                </a:extLst>
              </p:cNvPr>
              <p:cNvSpPr/>
              <p:nvPr/>
            </p:nvSpPr>
            <p:spPr>
              <a:xfrm>
                <a:off x="5247837" y="3352247"/>
                <a:ext cx="72328" cy="70933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357" extrusionOk="0">
                    <a:moveTo>
                      <a:pt x="3045" y="1"/>
                    </a:moveTo>
                    <a:cubicBezTo>
                      <a:pt x="2957" y="1"/>
                      <a:pt x="2870" y="35"/>
                      <a:pt x="2806" y="104"/>
                    </a:cubicBezTo>
                    <a:lnTo>
                      <a:pt x="129" y="2771"/>
                    </a:lnTo>
                    <a:cubicBezTo>
                      <a:pt x="1" y="2909"/>
                      <a:pt x="1" y="3128"/>
                      <a:pt x="129" y="3257"/>
                    </a:cubicBezTo>
                    <a:cubicBezTo>
                      <a:pt x="198" y="3326"/>
                      <a:pt x="289" y="3357"/>
                      <a:pt x="377" y="3357"/>
                    </a:cubicBezTo>
                    <a:cubicBezTo>
                      <a:pt x="467" y="3357"/>
                      <a:pt x="555" y="3326"/>
                      <a:pt x="615" y="3257"/>
                    </a:cubicBezTo>
                    <a:lnTo>
                      <a:pt x="3291" y="590"/>
                    </a:lnTo>
                    <a:cubicBezTo>
                      <a:pt x="3422" y="452"/>
                      <a:pt x="3422" y="233"/>
                      <a:pt x="3291" y="104"/>
                    </a:cubicBezTo>
                    <a:cubicBezTo>
                      <a:pt x="3222" y="35"/>
                      <a:pt x="3133" y="1"/>
                      <a:pt x="30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600;p50">
                <a:extLst>
                  <a:ext uri="{FF2B5EF4-FFF2-40B4-BE49-F238E27FC236}">
                    <a16:creationId xmlns:a16="http://schemas.microsoft.com/office/drawing/2014/main" id="{482B2C04-0AD3-0D70-F85F-B30536888C30}"/>
                  </a:ext>
                </a:extLst>
              </p:cNvPr>
              <p:cNvSpPr/>
              <p:nvPr/>
            </p:nvSpPr>
            <p:spPr>
              <a:xfrm>
                <a:off x="5323060" y="3333928"/>
                <a:ext cx="14706" cy="1464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3" extrusionOk="0">
                    <a:moveTo>
                      <a:pt x="348" y="0"/>
                    </a:moveTo>
                    <a:cubicBezTo>
                      <a:pt x="257" y="0"/>
                      <a:pt x="169" y="38"/>
                      <a:pt x="100" y="110"/>
                    </a:cubicBezTo>
                    <a:cubicBezTo>
                      <a:pt x="41" y="169"/>
                      <a:pt x="0" y="257"/>
                      <a:pt x="0" y="348"/>
                    </a:cubicBezTo>
                    <a:cubicBezTo>
                      <a:pt x="0" y="445"/>
                      <a:pt x="41" y="536"/>
                      <a:pt x="100" y="595"/>
                    </a:cubicBezTo>
                    <a:cubicBezTo>
                      <a:pt x="169" y="664"/>
                      <a:pt x="257" y="693"/>
                      <a:pt x="348" y="693"/>
                    </a:cubicBezTo>
                    <a:cubicBezTo>
                      <a:pt x="436" y="693"/>
                      <a:pt x="526" y="664"/>
                      <a:pt x="595" y="595"/>
                    </a:cubicBezTo>
                    <a:cubicBezTo>
                      <a:pt x="655" y="536"/>
                      <a:pt x="695" y="445"/>
                      <a:pt x="695" y="348"/>
                    </a:cubicBezTo>
                    <a:cubicBezTo>
                      <a:pt x="695" y="257"/>
                      <a:pt x="655" y="169"/>
                      <a:pt x="595" y="110"/>
                    </a:cubicBezTo>
                    <a:cubicBezTo>
                      <a:pt x="526" y="38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11430CA-939D-7FD5-7207-00A1588A428C}"/>
              </a:ext>
            </a:extLst>
          </p:cNvPr>
          <p:cNvGrpSpPr/>
          <p:nvPr/>
        </p:nvGrpSpPr>
        <p:grpSpPr>
          <a:xfrm>
            <a:off x="3407281" y="2047514"/>
            <a:ext cx="1145488" cy="1134001"/>
            <a:chOff x="3999251" y="2057391"/>
            <a:chExt cx="1145488" cy="1134001"/>
          </a:xfrm>
        </p:grpSpPr>
        <p:pic>
          <p:nvPicPr>
            <p:cNvPr id="24" name="Picture 23" descr="A screenshot of a smart phone&#10;&#10;Description automatically generated">
              <a:extLst>
                <a:ext uri="{FF2B5EF4-FFF2-40B4-BE49-F238E27FC236}">
                  <a16:creationId xmlns:a16="http://schemas.microsoft.com/office/drawing/2014/main" id="{F281E42F-52A6-901B-8947-9E13BB5F2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032" t="38470" r="20475" b="36406"/>
            <a:stretch/>
          </p:blipFill>
          <p:spPr>
            <a:xfrm>
              <a:off x="3999251" y="2057392"/>
              <a:ext cx="1145488" cy="1134000"/>
            </a:xfrm>
            <a:prstGeom prst="round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BB576C0-D347-95C8-E031-6FFE2D2E17F6}"/>
                </a:ext>
              </a:extLst>
            </p:cNvPr>
            <p:cNvSpPr/>
            <p:nvPr/>
          </p:nvSpPr>
          <p:spPr>
            <a:xfrm>
              <a:off x="3999251" y="2057391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F36DB93F-B610-7B9B-F265-C5FD760EB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14251" y="2352611"/>
              <a:ext cx="504000" cy="5040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5EF14E6-B4B8-2915-414B-D38B83254934}"/>
              </a:ext>
            </a:extLst>
          </p:cNvPr>
          <p:cNvGrpSpPr/>
          <p:nvPr/>
        </p:nvGrpSpPr>
        <p:grpSpPr>
          <a:xfrm>
            <a:off x="4821889" y="2057392"/>
            <a:ext cx="1145489" cy="1134001"/>
            <a:chOff x="5663375" y="2057392"/>
            <a:chExt cx="1145489" cy="1134001"/>
          </a:xfrm>
        </p:grpSpPr>
        <p:pic>
          <p:nvPicPr>
            <p:cNvPr id="32" name="Picture 31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B43E833A-4BAB-4FB5-6CAE-595D27283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12" t="38471" r="20000" b="36111"/>
            <a:stretch/>
          </p:blipFill>
          <p:spPr>
            <a:xfrm>
              <a:off x="5663375" y="2057392"/>
              <a:ext cx="1145489" cy="1134001"/>
            </a:xfrm>
            <a:prstGeom prst="round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9AC9156-5289-C5B8-5C21-9AE5326A124D}"/>
                </a:ext>
              </a:extLst>
            </p:cNvPr>
            <p:cNvSpPr/>
            <p:nvPr/>
          </p:nvSpPr>
          <p:spPr>
            <a:xfrm>
              <a:off x="5669119" y="2057392"/>
              <a:ext cx="1134000" cy="1134000"/>
            </a:xfrm>
            <a:prstGeom prst="roundRect">
              <a:avLst/>
            </a:prstGeom>
            <a:solidFill>
              <a:srgbClr val="D7E7FA"/>
            </a:solidFill>
            <a:ln>
              <a:solidFill>
                <a:srgbClr val="D7E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FE7BD70-DC01-1D42-67B5-46BD88257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0374" y="2296574"/>
              <a:ext cx="540000" cy="540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697ABE5-16A9-9742-0D8D-F705F7F99723}"/>
              </a:ext>
            </a:extLst>
          </p:cNvPr>
          <p:cNvGrpSpPr/>
          <p:nvPr/>
        </p:nvGrpSpPr>
        <p:grpSpPr>
          <a:xfrm>
            <a:off x="6459789" y="324465"/>
            <a:ext cx="1783109" cy="4483509"/>
            <a:chOff x="7051383" y="324465"/>
            <a:chExt cx="1783109" cy="4498257"/>
          </a:xfrm>
        </p:grpSpPr>
        <p:pic>
          <p:nvPicPr>
            <p:cNvPr id="30" name="Picture 2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7AEBB1BB-82ED-8C13-6F4E-D3A9E13AB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064" t="-371" r="690" b="-456"/>
            <a:stretch/>
          </p:blipFill>
          <p:spPr>
            <a:xfrm>
              <a:off x="7051383" y="324465"/>
              <a:ext cx="1783109" cy="4498257"/>
            </a:xfrm>
            <a:prstGeom prst="roundRect">
              <a:avLst/>
            </a:prstGeom>
          </p:spPr>
        </p:pic>
        <p:grpSp>
          <p:nvGrpSpPr>
            <p:cNvPr id="80" name="Google Shape;616;p50" hidden="1">
              <a:extLst>
                <a:ext uri="{FF2B5EF4-FFF2-40B4-BE49-F238E27FC236}">
                  <a16:creationId xmlns:a16="http://schemas.microsoft.com/office/drawing/2014/main" id="{36764AB3-2AC8-49B4-4A84-D07E17903990}"/>
                </a:ext>
              </a:extLst>
            </p:cNvPr>
            <p:cNvGrpSpPr/>
            <p:nvPr/>
          </p:nvGrpSpPr>
          <p:grpSpPr>
            <a:xfrm>
              <a:off x="7642498" y="2315270"/>
              <a:ext cx="504000" cy="504000"/>
              <a:chOff x="2621167" y="3810282"/>
              <a:chExt cx="373959" cy="373916"/>
            </a:xfrm>
          </p:grpSpPr>
          <p:sp>
            <p:nvSpPr>
              <p:cNvPr id="81" name="Google Shape;617;p50">
                <a:extLst>
                  <a:ext uri="{FF2B5EF4-FFF2-40B4-BE49-F238E27FC236}">
                    <a16:creationId xmlns:a16="http://schemas.microsoft.com/office/drawing/2014/main" id="{58D485C0-2802-1E15-876D-BB4FDBEBC11B}"/>
                  </a:ext>
                </a:extLst>
              </p:cNvPr>
              <p:cNvSpPr/>
              <p:nvPr/>
            </p:nvSpPr>
            <p:spPr>
              <a:xfrm>
                <a:off x="2810745" y="3810282"/>
                <a:ext cx="184380" cy="344799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16318" extrusionOk="0">
                    <a:moveTo>
                      <a:pt x="3025" y="693"/>
                    </a:moveTo>
                    <a:cubicBezTo>
                      <a:pt x="3254" y="693"/>
                      <a:pt x="3441" y="883"/>
                      <a:pt x="3441" y="1109"/>
                    </a:cubicBezTo>
                    <a:cubicBezTo>
                      <a:pt x="3441" y="1338"/>
                      <a:pt x="3254" y="1516"/>
                      <a:pt x="3025" y="1516"/>
                    </a:cubicBezTo>
                    <a:cubicBezTo>
                      <a:pt x="2797" y="1516"/>
                      <a:pt x="2618" y="1338"/>
                      <a:pt x="2618" y="1109"/>
                    </a:cubicBezTo>
                    <a:cubicBezTo>
                      <a:pt x="2618" y="883"/>
                      <a:pt x="2797" y="693"/>
                      <a:pt x="3025" y="693"/>
                    </a:cubicBezTo>
                    <a:close/>
                    <a:moveTo>
                      <a:pt x="6822" y="693"/>
                    </a:moveTo>
                    <a:cubicBezTo>
                      <a:pt x="7051" y="693"/>
                      <a:pt x="7239" y="883"/>
                      <a:pt x="7239" y="1109"/>
                    </a:cubicBezTo>
                    <a:cubicBezTo>
                      <a:pt x="7239" y="1338"/>
                      <a:pt x="7051" y="1516"/>
                      <a:pt x="6822" y="1516"/>
                    </a:cubicBezTo>
                    <a:cubicBezTo>
                      <a:pt x="6594" y="1516"/>
                      <a:pt x="6406" y="1338"/>
                      <a:pt x="6406" y="1109"/>
                    </a:cubicBezTo>
                    <a:cubicBezTo>
                      <a:pt x="6406" y="883"/>
                      <a:pt x="6594" y="693"/>
                      <a:pt x="6822" y="693"/>
                    </a:cubicBezTo>
                    <a:close/>
                    <a:moveTo>
                      <a:pt x="1726" y="13553"/>
                    </a:moveTo>
                    <a:cubicBezTo>
                      <a:pt x="2302" y="13553"/>
                      <a:pt x="2768" y="14017"/>
                      <a:pt x="2768" y="14583"/>
                    </a:cubicBezTo>
                    <a:cubicBezTo>
                      <a:pt x="2768" y="15159"/>
                      <a:pt x="2302" y="15623"/>
                      <a:pt x="1726" y="15623"/>
                    </a:cubicBezTo>
                    <a:cubicBezTo>
                      <a:pt x="1162" y="15623"/>
                      <a:pt x="696" y="15159"/>
                      <a:pt x="696" y="14583"/>
                    </a:cubicBezTo>
                    <a:cubicBezTo>
                      <a:pt x="696" y="14017"/>
                      <a:pt x="1162" y="13553"/>
                      <a:pt x="1726" y="13553"/>
                    </a:cubicBezTo>
                    <a:close/>
                    <a:moveTo>
                      <a:pt x="3025" y="0"/>
                    </a:moveTo>
                    <a:cubicBezTo>
                      <a:pt x="2518" y="0"/>
                      <a:pt x="2102" y="336"/>
                      <a:pt x="1964" y="802"/>
                    </a:cubicBezTo>
                    <a:cubicBezTo>
                      <a:pt x="1479" y="931"/>
                      <a:pt x="1122" y="1378"/>
                      <a:pt x="1122" y="1904"/>
                    </a:cubicBezTo>
                    <a:lnTo>
                      <a:pt x="1122" y="2815"/>
                    </a:lnTo>
                    <a:cubicBezTo>
                      <a:pt x="1122" y="3945"/>
                      <a:pt x="1479" y="5026"/>
                      <a:pt x="2152" y="5949"/>
                    </a:cubicBezTo>
                    <a:cubicBezTo>
                      <a:pt x="2768" y="6791"/>
                      <a:pt x="3620" y="7426"/>
                      <a:pt x="4600" y="7793"/>
                    </a:cubicBezTo>
                    <a:lnTo>
                      <a:pt x="4600" y="11500"/>
                    </a:lnTo>
                    <a:cubicBezTo>
                      <a:pt x="4600" y="11757"/>
                      <a:pt x="4393" y="11957"/>
                      <a:pt x="4146" y="11957"/>
                    </a:cubicBezTo>
                    <a:cubicBezTo>
                      <a:pt x="3886" y="11957"/>
                      <a:pt x="3679" y="11757"/>
                      <a:pt x="3679" y="11500"/>
                    </a:cubicBezTo>
                    <a:lnTo>
                      <a:pt x="3679" y="9656"/>
                    </a:lnTo>
                    <a:cubicBezTo>
                      <a:pt x="3679" y="9020"/>
                      <a:pt x="3163" y="8506"/>
                      <a:pt x="2530" y="8506"/>
                    </a:cubicBezTo>
                    <a:cubicBezTo>
                      <a:pt x="1904" y="8506"/>
                      <a:pt x="1388" y="9020"/>
                      <a:pt x="1388" y="9656"/>
                    </a:cubicBezTo>
                    <a:lnTo>
                      <a:pt x="1388" y="12887"/>
                    </a:lnTo>
                    <a:cubicBezTo>
                      <a:pt x="596" y="13056"/>
                      <a:pt x="1" y="13751"/>
                      <a:pt x="1" y="14583"/>
                    </a:cubicBezTo>
                    <a:cubicBezTo>
                      <a:pt x="1" y="15535"/>
                      <a:pt x="774" y="16318"/>
                      <a:pt x="1726" y="16318"/>
                    </a:cubicBezTo>
                    <a:cubicBezTo>
                      <a:pt x="2687" y="16318"/>
                      <a:pt x="3461" y="15535"/>
                      <a:pt x="3461" y="14583"/>
                    </a:cubicBezTo>
                    <a:cubicBezTo>
                      <a:pt x="3461" y="13751"/>
                      <a:pt x="2866" y="13056"/>
                      <a:pt x="2073" y="12887"/>
                    </a:cubicBezTo>
                    <a:lnTo>
                      <a:pt x="2073" y="9656"/>
                    </a:lnTo>
                    <a:cubicBezTo>
                      <a:pt x="2073" y="9399"/>
                      <a:pt x="2280" y="9199"/>
                      <a:pt x="2530" y="9199"/>
                    </a:cubicBezTo>
                    <a:cubicBezTo>
                      <a:pt x="2787" y="9199"/>
                      <a:pt x="2994" y="9399"/>
                      <a:pt x="2994" y="9656"/>
                    </a:cubicBezTo>
                    <a:lnTo>
                      <a:pt x="2994" y="11500"/>
                    </a:lnTo>
                    <a:cubicBezTo>
                      <a:pt x="2994" y="12135"/>
                      <a:pt x="3510" y="12649"/>
                      <a:pt x="4146" y="12649"/>
                    </a:cubicBezTo>
                    <a:cubicBezTo>
                      <a:pt x="4779" y="12649"/>
                      <a:pt x="5295" y="12135"/>
                      <a:pt x="5295" y="11500"/>
                    </a:cubicBezTo>
                    <a:lnTo>
                      <a:pt x="5295" y="7771"/>
                    </a:lnTo>
                    <a:cubicBezTo>
                      <a:pt x="6256" y="7414"/>
                      <a:pt x="7089" y="6781"/>
                      <a:pt x="7705" y="5949"/>
                    </a:cubicBezTo>
                    <a:cubicBezTo>
                      <a:pt x="8379" y="5026"/>
                      <a:pt x="8726" y="3945"/>
                      <a:pt x="8726" y="2815"/>
                    </a:cubicBezTo>
                    <a:lnTo>
                      <a:pt x="8726" y="1904"/>
                    </a:lnTo>
                    <a:cubicBezTo>
                      <a:pt x="8726" y="1378"/>
                      <a:pt x="8369" y="931"/>
                      <a:pt x="7884" y="802"/>
                    </a:cubicBezTo>
                    <a:cubicBezTo>
                      <a:pt x="7753" y="336"/>
                      <a:pt x="7327" y="0"/>
                      <a:pt x="6822" y="0"/>
                    </a:cubicBezTo>
                    <a:cubicBezTo>
                      <a:pt x="6218" y="0"/>
                      <a:pt x="5711" y="495"/>
                      <a:pt x="5711" y="1109"/>
                    </a:cubicBezTo>
                    <a:cubicBezTo>
                      <a:pt x="5711" y="1716"/>
                      <a:pt x="6218" y="2211"/>
                      <a:pt x="6822" y="2211"/>
                    </a:cubicBezTo>
                    <a:cubicBezTo>
                      <a:pt x="7277" y="2211"/>
                      <a:pt x="7674" y="1932"/>
                      <a:pt x="7843" y="1537"/>
                    </a:cubicBezTo>
                    <a:cubicBezTo>
                      <a:pt x="7962" y="1616"/>
                      <a:pt x="8041" y="1744"/>
                      <a:pt x="8041" y="1904"/>
                    </a:cubicBezTo>
                    <a:lnTo>
                      <a:pt x="8041" y="2815"/>
                    </a:lnTo>
                    <a:cubicBezTo>
                      <a:pt x="8041" y="4797"/>
                      <a:pt x="6792" y="6534"/>
                      <a:pt x="4929" y="7167"/>
                    </a:cubicBezTo>
                    <a:cubicBezTo>
                      <a:pt x="3066" y="6534"/>
                      <a:pt x="1816" y="4797"/>
                      <a:pt x="1816" y="2815"/>
                    </a:cubicBezTo>
                    <a:lnTo>
                      <a:pt x="1816" y="1904"/>
                    </a:lnTo>
                    <a:cubicBezTo>
                      <a:pt x="1816" y="1754"/>
                      <a:pt x="1895" y="1616"/>
                      <a:pt x="2004" y="1537"/>
                    </a:cubicBezTo>
                    <a:cubicBezTo>
                      <a:pt x="2173" y="1932"/>
                      <a:pt x="2568" y="2211"/>
                      <a:pt x="3025" y="2211"/>
                    </a:cubicBezTo>
                    <a:cubicBezTo>
                      <a:pt x="3639" y="2211"/>
                      <a:pt x="4136" y="1716"/>
                      <a:pt x="4136" y="1109"/>
                    </a:cubicBezTo>
                    <a:cubicBezTo>
                      <a:pt x="4136" y="495"/>
                      <a:pt x="3639" y="0"/>
                      <a:pt x="3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18;p50">
                <a:extLst>
                  <a:ext uri="{FF2B5EF4-FFF2-40B4-BE49-F238E27FC236}">
                    <a16:creationId xmlns:a16="http://schemas.microsoft.com/office/drawing/2014/main" id="{9E406687-051A-F13B-F9C6-11057A6EC25F}"/>
                  </a:ext>
                </a:extLst>
              </p:cNvPr>
              <p:cNvSpPr/>
              <p:nvPr/>
            </p:nvSpPr>
            <p:spPr>
              <a:xfrm>
                <a:off x="2907542" y="4104792"/>
                <a:ext cx="14685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86" extrusionOk="0">
                    <a:moveTo>
                      <a:pt x="348" y="0"/>
                    </a:moveTo>
                    <a:cubicBezTo>
                      <a:pt x="257" y="0"/>
                      <a:pt x="169" y="31"/>
                      <a:pt x="100" y="100"/>
                    </a:cubicBezTo>
                    <a:cubicBezTo>
                      <a:pt x="41" y="160"/>
                      <a:pt x="0" y="248"/>
                      <a:pt x="0" y="338"/>
                    </a:cubicBezTo>
                    <a:cubicBezTo>
                      <a:pt x="0" y="436"/>
                      <a:pt x="41" y="526"/>
                      <a:pt x="100" y="586"/>
                    </a:cubicBezTo>
                    <a:cubicBezTo>
                      <a:pt x="169" y="655"/>
                      <a:pt x="257" y="686"/>
                      <a:pt x="348" y="686"/>
                    </a:cubicBezTo>
                    <a:cubicBezTo>
                      <a:pt x="436" y="686"/>
                      <a:pt x="526" y="655"/>
                      <a:pt x="595" y="586"/>
                    </a:cubicBezTo>
                    <a:cubicBezTo>
                      <a:pt x="654" y="526"/>
                      <a:pt x="695" y="436"/>
                      <a:pt x="695" y="338"/>
                    </a:cubicBezTo>
                    <a:cubicBezTo>
                      <a:pt x="695" y="248"/>
                      <a:pt x="654" y="160"/>
                      <a:pt x="595" y="100"/>
                    </a:cubicBezTo>
                    <a:cubicBezTo>
                      <a:pt x="526" y="31"/>
                      <a:pt x="436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19;p50">
                <a:extLst>
                  <a:ext uri="{FF2B5EF4-FFF2-40B4-BE49-F238E27FC236}">
                    <a16:creationId xmlns:a16="http://schemas.microsoft.com/office/drawing/2014/main" id="{0780A243-AEA0-1921-8A54-49CC010FAE81}"/>
                  </a:ext>
                </a:extLst>
              </p:cNvPr>
              <p:cNvSpPr/>
              <p:nvPr/>
            </p:nvSpPr>
            <p:spPr>
              <a:xfrm>
                <a:off x="2621167" y="3935964"/>
                <a:ext cx="334551" cy="248235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1748" extrusionOk="0">
                    <a:moveTo>
                      <a:pt x="1043" y="1"/>
                    </a:moveTo>
                    <a:cubicBezTo>
                      <a:pt x="467" y="1"/>
                      <a:pt x="1" y="467"/>
                      <a:pt x="1" y="1031"/>
                    </a:cubicBezTo>
                    <a:lnTo>
                      <a:pt x="1" y="10717"/>
                    </a:lnTo>
                    <a:cubicBezTo>
                      <a:pt x="1" y="11281"/>
                      <a:pt x="467" y="11747"/>
                      <a:pt x="1043" y="11747"/>
                    </a:cubicBezTo>
                    <a:lnTo>
                      <a:pt x="14802" y="11747"/>
                    </a:lnTo>
                    <a:cubicBezTo>
                      <a:pt x="15369" y="11747"/>
                      <a:pt x="15833" y="11281"/>
                      <a:pt x="15833" y="10717"/>
                    </a:cubicBezTo>
                    <a:lnTo>
                      <a:pt x="15833" y="2280"/>
                    </a:lnTo>
                    <a:cubicBezTo>
                      <a:pt x="15833" y="2092"/>
                      <a:pt x="15685" y="1933"/>
                      <a:pt x="15488" y="1933"/>
                    </a:cubicBezTo>
                    <a:cubicBezTo>
                      <a:pt x="15297" y="1933"/>
                      <a:pt x="15140" y="2092"/>
                      <a:pt x="15140" y="2280"/>
                    </a:cubicBezTo>
                    <a:lnTo>
                      <a:pt x="15140" y="10717"/>
                    </a:lnTo>
                    <a:cubicBezTo>
                      <a:pt x="15140" y="10905"/>
                      <a:pt x="14990" y="11065"/>
                      <a:pt x="14802" y="11065"/>
                    </a:cubicBezTo>
                    <a:lnTo>
                      <a:pt x="14248" y="11065"/>
                    </a:lnTo>
                    <a:lnTo>
                      <a:pt x="14248" y="9478"/>
                    </a:lnTo>
                    <a:cubicBezTo>
                      <a:pt x="14248" y="9280"/>
                      <a:pt x="14089" y="9130"/>
                      <a:pt x="13901" y="9130"/>
                    </a:cubicBezTo>
                    <a:cubicBezTo>
                      <a:pt x="13713" y="9130"/>
                      <a:pt x="13553" y="9280"/>
                      <a:pt x="13553" y="9478"/>
                    </a:cubicBezTo>
                    <a:lnTo>
                      <a:pt x="13553" y="11065"/>
                    </a:lnTo>
                    <a:lnTo>
                      <a:pt x="1043" y="11065"/>
                    </a:lnTo>
                    <a:cubicBezTo>
                      <a:pt x="855" y="11065"/>
                      <a:pt x="695" y="10905"/>
                      <a:pt x="695" y="10717"/>
                    </a:cubicBezTo>
                    <a:lnTo>
                      <a:pt x="695" y="1031"/>
                    </a:lnTo>
                    <a:cubicBezTo>
                      <a:pt x="695" y="843"/>
                      <a:pt x="855" y="693"/>
                      <a:pt x="1043" y="693"/>
                    </a:cubicBezTo>
                    <a:lnTo>
                      <a:pt x="8219" y="693"/>
                    </a:lnTo>
                    <a:cubicBezTo>
                      <a:pt x="8409" y="693"/>
                      <a:pt x="8566" y="536"/>
                      <a:pt x="8566" y="348"/>
                    </a:cubicBezTo>
                    <a:cubicBezTo>
                      <a:pt x="8566" y="148"/>
                      <a:pt x="8409" y="1"/>
                      <a:pt x="8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20;p50">
                <a:extLst>
                  <a:ext uri="{FF2B5EF4-FFF2-40B4-BE49-F238E27FC236}">
                    <a16:creationId xmlns:a16="http://schemas.microsoft.com/office/drawing/2014/main" id="{ECAAF331-8A8D-1458-B359-F21FCC6613F1}"/>
                  </a:ext>
                </a:extLst>
              </p:cNvPr>
              <p:cNvSpPr/>
              <p:nvPr/>
            </p:nvSpPr>
            <p:spPr>
              <a:xfrm>
                <a:off x="2820211" y="3935964"/>
                <a:ext cx="14643" cy="14664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94" extrusionOk="0">
                    <a:moveTo>
                      <a:pt x="345" y="1"/>
                    </a:moveTo>
                    <a:cubicBezTo>
                      <a:pt x="248" y="1"/>
                      <a:pt x="157" y="39"/>
                      <a:pt x="98" y="98"/>
                    </a:cubicBezTo>
                    <a:cubicBezTo>
                      <a:pt x="38" y="158"/>
                      <a:pt x="0" y="248"/>
                      <a:pt x="0" y="348"/>
                    </a:cubicBezTo>
                    <a:cubicBezTo>
                      <a:pt x="0" y="436"/>
                      <a:pt x="38" y="527"/>
                      <a:pt x="98" y="586"/>
                    </a:cubicBezTo>
                    <a:cubicBezTo>
                      <a:pt x="157" y="655"/>
                      <a:pt x="248" y="693"/>
                      <a:pt x="345" y="693"/>
                    </a:cubicBezTo>
                    <a:cubicBezTo>
                      <a:pt x="436" y="693"/>
                      <a:pt x="524" y="655"/>
                      <a:pt x="583" y="586"/>
                    </a:cubicBezTo>
                    <a:cubicBezTo>
                      <a:pt x="655" y="527"/>
                      <a:pt x="693" y="436"/>
                      <a:pt x="693" y="348"/>
                    </a:cubicBezTo>
                    <a:cubicBezTo>
                      <a:pt x="693" y="248"/>
                      <a:pt x="655" y="158"/>
                      <a:pt x="583" y="98"/>
                    </a:cubicBezTo>
                    <a:cubicBezTo>
                      <a:pt x="524" y="39"/>
                      <a:pt x="436" y="1"/>
                      <a:pt x="3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21;p50">
                <a:extLst>
                  <a:ext uri="{FF2B5EF4-FFF2-40B4-BE49-F238E27FC236}">
                    <a16:creationId xmlns:a16="http://schemas.microsoft.com/office/drawing/2014/main" id="{77AA09CC-405F-7ACD-DE80-F836D9F1CD0D}"/>
                  </a:ext>
                </a:extLst>
              </p:cNvPr>
              <p:cNvSpPr/>
              <p:nvPr/>
            </p:nvSpPr>
            <p:spPr>
              <a:xfrm>
                <a:off x="2643797" y="3999206"/>
                <a:ext cx="171808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6942" extrusionOk="0">
                    <a:moveTo>
                      <a:pt x="5801" y="696"/>
                    </a:moveTo>
                    <a:cubicBezTo>
                      <a:pt x="6703" y="696"/>
                      <a:pt x="7436" y="1459"/>
                      <a:pt x="7436" y="2390"/>
                    </a:cubicBezTo>
                    <a:cubicBezTo>
                      <a:pt x="7436" y="2697"/>
                      <a:pt x="7229" y="3441"/>
                      <a:pt x="5830" y="4829"/>
                    </a:cubicBezTo>
                    <a:cubicBezTo>
                      <a:pt x="5244" y="5414"/>
                      <a:pt x="4661" y="5909"/>
                      <a:pt x="4352" y="6147"/>
                    </a:cubicBezTo>
                    <a:cubicBezTo>
                      <a:pt x="4045" y="5909"/>
                      <a:pt x="3460" y="5414"/>
                      <a:pt x="2877" y="4838"/>
                    </a:cubicBezTo>
                    <a:cubicBezTo>
                      <a:pt x="2410" y="4362"/>
                      <a:pt x="2073" y="3977"/>
                      <a:pt x="1825" y="3639"/>
                    </a:cubicBezTo>
                    <a:lnTo>
                      <a:pt x="2449" y="3639"/>
                    </a:lnTo>
                    <a:cubicBezTo>
                      <a:pt x="2589" y="3639"/>
                      <a:pt x="2708" y="3560"/>
                      <a:pt x="2767" y="3432"/>
                    </a:cubicBezTo>
                    <a:lnTo>
                      <a:pt x="3065" y="2697"/>
                    </a:lnTo>
                    <a:lnTo>
                      <a:pt x="3917" y="4710"/>
                    </a:lnTo>
                    <a:cubicBezTo>
                      <a:pt x="3967" y="4829"/>
                      <a:pt x="4076" y="4909"/>
                      <a:pt x="4204" y="4919"/>
                    </a:cubicBezTo>
                    <a:lnTo>
                      <a:pt x="4233" y="4919"/>
                    </a:lnTo>
                    <a:cubicBezTo>
                      <a:pt x="4352" y="4919"/>
                      <a:pt x="4461" y="4859"/>
                      <a:pt x="4521" y="4760"/>
                    </a:cubicBezTo>
                    <a:lnTo>
                      <a:pt x="5235" y="3639"/>
                    </a:lnTo>
                    <a:lnTo>
                      <a:pt x="5830" y="3639"/>
                    </a:lnTo>
                    <a:cubicBezTo>
                      <a:pt x="6018" y="3639"/>
                      <a:pt x="6177" y="3491"/>
                      <a:pt x="6177" y="3303"/>
                    </a:cubicBezTo>
                    <a:cubicBezTo>
                      <a:pt x="6177" y="3104"/>
                      <a:pt x="6018" y="2956"/>
                      <a:pt x="5830" y="2956"/>
                    </a:cubicBezTo>
                    <a:lnTo>
                      <a:pt x="5047" y="2956"/>
                    </a:lnTo>
                    <a:cubicBezTo>
                      <a:pt x="4928" y="2956"/>
                      <a:pt x="4809" y="3016"/>
                      <a:pt x="4749" y="3113"/>
                    </a:cubicBezTo>
                    <a:lnTo>
                      <a:pt x="4293" y="3839"/>
                    </a:lnTo>
                    <a:lnTo>
                      <a:pt x="3372" y="1666"/>
                    </a:lnTo>
                    <a:cubicBezTo>
                      <a:pt x="3312" y="1538"/>
                      <a:pt x="3193" y="1459"/>
                      <a:pt x="3055" y="1459"/>
                    </a:cubicBezTo>
                    <a:cubicBezTo>
                      <a:pt x="2905" y="1459"/>
                      <a:pt x="2786" y="1538"/>
                      <a:pt x="2736" y="1666"/>
                    </a:cubicBezTo>
                    <a:lnTo>
                      <a:pt x="2211" y="2956"/>
                    </a:lnTo>
                    <a:lnTo>
                      <a:pt x="1409" y="2956"/>
                    </a:lnTo>
                    <a:cubicBezTo>
                      <a:pt x="1290" y="2697"/>
                      <a:pt x="1259" y="2509"/>
                      <a:pt x="1259" y="2390"/>
                    </a:cubicBezTo>
                    <a:cubicBezTo>
                      <a:pt x="1259" y="1459"/>
                      <a:pt x="2004" y="696"/>
                      <a:pt x="2905" y="696"/>
                    </a:cubicBezTo>
                    <a:cubicBezTo>
                      <a:pt x="3362" y="696"/>
                      <a:pt x="3788" y="884"/>
                      <a:pt x="4095" y="1222"/>
                    </a:cubicBezTo>
                    <a:cubicBezTo>
                      <a:pt x="4164" y="1291"/>
                      <a:pt x="4254" y="1329"/>
                      <a:pt x="4352" y="1329"/>
                    </a:cubicBezTo>
                    <a:cubicBezTo>
                      <a:pt x="4452" y="1329"/>
                      <a:pt x="4542" y="1291"/>
                      <a:pt x="4602" y="1222"/>
                    </a:cubicBezTo>
                    <a:cubicBezTo>
                      <a:pt x="4918" y="884"/>
                      <a:pt x="5344" y="696"/>
                      <a:pt x="5801" y="696"/>
                    </a:cubicBezTo>
                    <a:close/>
                    <a:moveTo>
                      <a:pt x="2905" y="1"/>
                    </a:moveTo>
                    <a:cubicBezTo>
                      <a:pt x="1616" y="1"/>
                      <a:pt x="576" y="1072"/>
                      <a:pt x="576" y="2390"/>
                    </a:cubicBezTo>
                    <a:cubicBezTo>
                      <a:pt x="576" y="2559"/>
                      <a:pt x="605" y="2747"/>
                      <a:pt x="676" y="2956"/>
                    </a:cubicBezTo>
                    <a:lnTo>
                      <a:pt x="348" y="2956"/>
                    </a:lnTo>
                    <a:cubicBezTo>
                      <a:pt x="160" y="2956"/>
                      <a:pt x="0" y="3104"/>
                      <a:pt x="0" y="3303"/>
                    </a:cubicBezTo>
                    <a:cubicBezTo>
                      <a:pt x="0" y="3491"/>
                      <a:pt x="160" y="3639"/>
                      <a:pt x="348" y="3639"/>
                    </a:cubicBezTo>
                    <a:lnTo>
                      <a:pt x="1002" y="3639"/>
                    </a:lnTo>
                    <a:cubicBezTo>
                      <a:pt x="1299" y="4146"/>
                      <a:pt x="1766" y="4710"/>
                      <a:pt x="2389" y="5326"/>
                    </a:cubicBezTo>
                    <a:cubicBezTo>
                      <a:pt x="3253" y="6187"/>
                      <a:pt x="4105" y="6841"/>
                      <a:pt x="4145" y="6872"/>
                    </a:cubicBezTo>
                    <a:cubicBezTo>
                      <a:pt x="4204" y="6910"/>
                      <a:pt x="4273" y="6941"/>
                      <a:pt x="4352" y="6941"/>
                    </a:cubicBezTo>
                    <a:cubicBezTo>
                      <a:pt x="4423" y="6941"/>
                      <a:pt x="4502" y="6910"/>
                      <a:pt x="4561" y="6872"/>
                    </a:cubicBezTo>
                    <a:cubicBezTo>
                      <a:pt x="4602" y="6841"/>
                      <a:pt x="5444" y="6187"/>
                      <a:pt x="6315" y="5326"/>
                    </a:cubicBezTo>
                    <a:cubicBezTo>
                      <a:pt x="7517" y="4124"/>
                      <a:pt x="8130" y="3134"/>
                      <a:pt x="8130" y="2390"/>
                    </a:cubicBezTo>
                    <a:cubicBezTo>
                      <a:pt x="8130" y="1072"/>
                      <a:pt x="7079" y="1"/>
                      <a:pt x="5801" y="1"/>
                    </a:cubicBezTo>
                    <a:cubicBezTo>
                      <a:pt x="5275" y="1"/>
                      <a:pt x="4759" y="189"/>
                      <a:pt x="4352" y="517"/>
                    </a:cubicBezTo>
                    <a:cubicBezTo>
                      <a:pt x="3948" y="189"/>
                      <a:pt x="3431" y="1"/>
                      <a:pt x="29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22;p50">
                <a:extLst>
                  <a:ext uri="{FF2B5EF4-FFF2-40B4-BE49-F238E27FC236}">
                    <a16:creationId xmlns:a16="http://schemas.microsoft.com/office/drawing/2014/main" id="{5A199CA3-3C5A-26D3-96E6-9F2D83CC33A3}"/>
                  </a:ext>
                </a:extLst>
              </p:cNvPr>
              <p:cNvSpPr/>
              <p:nvPr/>
            </p:nvSpPr>
            <p:spPr>
              <a:xfrm>
                <a:off x="2840074" y="4111068"/>
                <a:ext cx="14495" cy="14706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96" extrusionOk="0">
                    <a:moveTo>
                      <a:pt x="338" y="1"/>
                    </a:moveTo>
                    <a:cubicBezTo>
                      <a:pt x="250" y="1"/>
                      <a:pt x="160" y="41"/>
                      <a:pt x="100" y="110"/>
                    </a:cubicBezTo>
                    <a:cubicBezTo>
                      <a:pt x="31" y="170"/>
                      <a:pt x="0" y="258"/>
                      <a:pt x="0" y="348"/>
                    </a:cubicBezTo>
                    <a:cubicBezTo>
                      <a:pt x="0" y="436"/>
                      <a:pt x="31" y="527"/>
                      <a:pt x="100" y="596"/>
                    </a:cubicBezTo>
                    <a:cubicBezTo>
                      <a:pt x="160" y="655"/>
                      <a:pt x="250" y="696"/>
                      <a:pt x="338" y="696"/>
                    </a:cubicBezTo>
                    <a:cubicBezTo>
                      <a:pt x="438" y="696"/>
                      <a:pt x="526" y="655"/>
                      <a:pt x="585" y="596"/>
                    </a:cubicBezTo>
                    <a:cubicBezTo>
                      <a:pt x="654" y="527"/>
                      <a:pt x="685" y="436"/>
                      <a:pt x="685" y="348"/>
                    </a:cubicBezTo>
                    <a:cubicBezTo>
                      <a:pt x="685" y="258"/>
                      <a:pt x="654" y="170"/>
                      <a:pt x="585" y="110"/>
                    </a:cubicBezTo>
                    <a:cubicBezTo>
                      <a:pt x="526" y="41"/>
                      <a:pt x="438" y="1"/>
                      <a:pt x="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452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93C91-4A92-4A72-F5DE-2A1109B6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29780A3-4E10-41A2-2577-5D025118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Model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1C807CD-0865-6561-F0E2-EDFA50849CB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pic>
        <p:nvPicPr>
          <p:cNvPr id="12" name="Picture Placeholder 11" descr="A computer screen with colorful text&#10;&#10;Description automatically generated">
            <a:extLst>
              <a:ext uri="{FF2B5EF4-FFF2-40B4-BE49-F238E27FC236}">
                <a16:creationId xmlns:a16="http://schemas.microsoft.com/office/drawing/2014/main" id="{BBE72358-1298-9DC8-6F5F-1942D013B789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11244" b="112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9123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82D37-F1E0-F4A8-3781-4E96A81D8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417" y="1274454"/>
            <a:ext cx="4101045" cy="539400"/>
          </a:xfrm>
        </p:spPr>
        <p:txBody>
          <a:bodyPr/>
          <a:lstStyle/>
          <a:p>
            <a:r>
              <a:rPr lang="en-US" sz="3200" dirty="0">
                <a:solidFill>
                  <a:srgbClr val="759CC7"/>
                </a:solidFill>
              </a:rPr>
              <a:t>We have 4 AI models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209C2BD-B974-61EB-1511-6FE1EB9D7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417" y="1879891"/>
            <a:ext cx="2734400" cy="2027801"/>
          </a:xfrm>
        </p:spPr>
        <p:txBody>
          <a:bodyPr/>
          <a:lstStyle/>
          <a:p>
            <a:pPr marL="152400" indent="0">
              <a:lnSpc>
                <a:spcPct val="150000"/>
              </a:lnSpc>
            </a:pPr>
            <a:r>
              <a:rPr lang="en-US" sz="1600" b="0" i="0" dirty="0">
                <a:solidFill>
                  <a:srgbClr val="384049"/>
                </a:solidFill>
                <a:effectLst/>
                <a:latin typeface="Lora" pitchFamily="2" charset="0"/>
              </a:rPr>
              <a:t>1. Asthma prediction </a:t>
            </a:r>
          </a:p>
          <a:p>
            <a:pPr marL="152400" indent="0">
              <a:lnSpc>
                <a:spcPct val="150000"/>
              </a:lnSpc>
            </a:pPr>
            <a:r>
              <a:rPr lang="en-US" sz="1600" b="0" i="0" dirty="0">
                <a:solidFill>
                  <a:srgbClr val="384049"/>
                </a:solidFill>
                <a:effectLst/>
                <a:latin typeface="Lora" pitchFamily="2" charset="0"/>
              </a:rPr>
              <a:t>2. Diabetes prediction</a:t>
            </a:r>
            <a:endParaRPr lang="en-US" sz="1600" dirty="0">
              <a:solidFill>
                <a:srgbClr val="384049"/>
              </a:solidFill>
              <a:latin typeface="Lora" pitchFamily="2" charset="0"/>
            </a:endParaRPr>
          </a:p>
          <a:p>
            <a:pPr marL="152400" indent="0">
              <a:lnSpc>
                <a:spcPct val="150000"/>
              </a:lnSpc>
            </a:pPr>
            <a:r>
              <a:rPr lang="en-US" sz="1600" b="0" i="0" dirty="0">
                <a:solidFill>
                  <a:srgbClr val="384049"/>
                </a:solidFill>
                <a:effectLst/>
                <a:latin typeface="Lora" pitchFamily="2" charset="0"/>
              </a:rPr>
              <a:t>3. Autism prediction</a:t>
            </a:r>
          </a:p>
          <a:p>
            <a:pPr marL="152400" indent="0">
              <a:lnSpc>
                <a:spcPct val="150000"/>
              </a:lnSpc>
            </a:pPr>
            <a:r>
              <a:rPr lang="en-US" sz="1600" b="0" i="0" dirty="0">
                <a:solidFill>
                  <a:srgbClr val="384049"/>
                </a:solidFill>
                <a:effectLst/>
                <a:latin typeface="Lora" pitchFamily="2" charset="0"/>
              </a:rPr>
              <a:t>4. Stroke prediction</a:t>
            </a:r>
            <a:endParaRPr lang="en-US" sz="1600" dirty="0">
              <a:solidFill>
                <a:srgbClr val="384049"/>
              </a:solidFill>
              <a:latin typeface="Lora" pitchFamily="2" charset="0"/>
            </a:endParaRPr>
          </a:p>
        </p:txBody>
      </p:sp>
      <p:pic>
        <p:nvPicPr>
          <p:cNvPr id="34" name="Picture 33" descr="A child with a device on her arm&#10;&#10;Description automatically generated">
            <a:extLst>
              <a:ext uri="{FF2B5EF4-FFF2-40B4-BE49-F238E27FC236}">
                <a16:creationId xmlns:a16="http://schemas.microsoft.com/office/drawing/2014/main" id="{27566895-108A-82FE-E8ED-D0D3275D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15" y="2831751"/>
            <a:ext cx="2990676" cy="1684544"/>
          </a:xfrm>
          <a:prstGeom prst="roundRect">
            <a:avLst/>
          </a:prstGeom>
        </p:spPr>
      </p:pic>
      <p:pic>
        <p:nvPicPr>
          <p:cNvPr id="36" name="Picture 35" descr="A child with an inhaler&#10;&#10;Description automatically generated">
            <a:extLst>
              <a:ext uri="{FF2B5EF4-FFF2-40B4-BE49-F238E27FC236}">
                <a16:creationId xmlns:a16="http://schemas.microsoft.com/office/drawing/2014/main" id="{9798D26C-F32D-7BE0-A0E8-F6E10558B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15" y="622008"/>
            <a:ext cx="2927488" cy="1949741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AF8FB-9C83-42C2-780A-41277EF0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19" y="1053861"/>
            <a:ext cx="3994327" cy="1076400"/>
          </a:xfrm>
        </p:spPr>
        <p:txBody>
          <a:bodyPr/>
          <a:lstStyle/>
          <a:p>
            <a:r>
              <a:rPr lang="en-US" sz="3000" b="1" i="0" dirty="0">
                <a:solidFill>
                  <a:srgbClr val="759CC7"/>
                </a:solidFill>
                <a:effectLst/>
              </a:rPr>
              <a:t>WORK WE HAVE COMPLETED</a:t>
            </a:r>
            <a:endParaRPr lang="en-US" sz="3000" dirty="0">
              <a:solidFill>
                <a:srgbClr val="759CC7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4FB2C-A509-D803-F5A2-A4BD0EF6E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19" y="2360980"/>
            <a:ext cx="2822700" cy="12966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Lora" pitchFamily="2" charset="0"/>
              </a:rPr>
              <a:t>1. Data Validation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Lora" pitchFamily="2" charset="0"/>
              </a:rPr>
              <a:t>2. Data Exploration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Lora" pitchFamily="2" charset="0"/>
              </a:rPr>
              <a:t>3. Data Preparation</a:t>
            </a:r>
          </a:p>
          <a:p>
            <a:endParaRPr lang="en-US" sz="1600" dirty="0">
              <a:latin typeface="Lora" pitchFamily="2" charset="0"/>
            </a:endParaRPr>
          </a:p>
        </p:txBody>
      </p:sp>
      <p:pic>
        <p:nvPicPr>
          <p:cNvPr id="7" name="Picture Placeholder 6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5D84BC57-4DE3-C0B8-9567-4F2CCC06455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3377" b="3377"/>
          <a:stretch>
            <a:fillRect/>
          </a:stretch>
        </p:blipFill>
        <p:spPr>
          <a:xfrm>
            <a:off x="5427663" y="938213"/>
            <a:ext cx="3182937" cy="3398837"/>
          </a:xfrm>
        </p:spPr>
      </p:pic>
    </p:spTree>
    <p:extLst>
      <p:ext uri="{BB962C8B-B14F-4D97-AF65-F5344CB8AC3E}">
        <p14:creationId xmlns:p14="http://schemas.microsoft.com/office/powerpoint/2010/main" val="93171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sitting on a computer&#10;&#10;Description automatically generated">
            <a:extLst>
              <a:ext uri="{FF2B5EF4-FFF2-40B4-BE49-F238E27FC236}">
                <a16:creationId xmlns:a16="http://schemas.microsoft.com/office/drawing/2014/main" id="{06DF3936-552B-AE5A-CF08-DB5A5E0E096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776" t="199" r="5349" b="-199"/>
          <a:stretch/>
        </p:blipFill>
        <p:spPr>
          <a:xfrm>
            <a:off x="715099" y="723950"/>
            <a:ext cx="2754931" cy="3710400"/>
          </a:xfrm>
        </p:spPr>
      </p:pic>
      <p:sp>
        <p:nvSpPr>
          <p:cNvPr id="5" name="Title 8">
            <a:extLst>
              <a:ext uri="{FF2B5EF4-FFF2-40B4-BE49-F238E27FC236}">
                <a16:creationId xmlns:a16="http://schemas.microsoft.com/office/drawing/2014/main" id="{8B86C155-550C-5939-F051-34E2BDF6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025" y="2571750"/>
            <a:ext cx="3943500" cy="754942"/>
          </a:xfrm>
        </p:spPr>
        <p:txBody>
          <a:bodyPr/>
          <a:lstStyle/>
          <a:p>
            <a:r>
              <a:rPr lang="en-US" dirty="0"/>
              <a:t>Back-End</a:t>
            </a:r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A5534069-F976-1FE1-67D1-9080758C84A2}"/>
              </a:ext>
            </a:extLst>
          </p:cNvPr>
          <p:cNvSpPr txBox="1">
            <a:spLocks/>
          </p:cNvSpPr>
          <p:nvPr/>
        </p:nvSpPr>
        <p:spPr>
          <a:xfrm>
            <a:off x="4371025" y="1402250"/>
            <a:ext cx="1117500" cy="93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buFontTx/>
            </a:pPr>
            <a:r>
              <a:rPr lang="en-US" sz="5000" dirty="0">
                <a:solidFill>
                  <a:srgbClr val="759CC7"/>
                </a:solidFill>
                <a:latin typeface="Lora" pitchFamily="2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8863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6CAAE-BDFF-C589-3909-8BC3BDA7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BD27763-631A-1201-D4D7-52AE230E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65" y="1432537"/>
            <a:ext cx="760332" cy="7603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B62836A-ACFD-00B3-7C63-6DA0BA87E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039" y="1432537"/>
            <a:ext cx="759600" cy="75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2DFEB8-D967-2FA6-4570-DFE41BA9C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549" y="1420219"/>
            <a:ext cx="759600" cy="759600"/>
          </a:xfrm>
          <a:prstGeom prst="rect">
            <a:avLst/>
          </a:prstGeom>
        </p:spPr>
      </p:pic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Section Zoom 8">
                <a:extLst>
                  <a:ext uri="{FF2B5EF4-FFF2-40B4-BE49-F238E27FC236}">
                    <a16:creationId xmlns:a16="http://schemas.microsoft.com/office/drawing/2014/main" id="{0CD464BD-52C5-825F-722D-589B29F006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5346278"/>
                  </p:ext>
                </p:extLst>
              </p:nvPr>
            </p:nvGraphicFramePr>
            <p:xfrm>
              <a:off x="1023244" y="2353346"/>
              <a:ext cx="2043774" cy="1149623"/>
            </p:xfrm>
            <a:graphic>
              <a:graphicData uri="http://schemas.microsoft.com/office/powerpoint/2016/sectionzoom">
                <psez:sectionZm>
                  <psez:sectionZmObj sectionId="{BBEDE7C0-788C-4754-B309-3BB66FFDEADA}">
                    <psez:zmPr id="{8346B89E-CDEA-4148-BB84-BDCB65908904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43774" cy="114962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Section Zoom 8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0CD464BD-52C5-825F-722D-589B29F006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3244" y="2353346"/>
                <a:ext cx="2043774" cy="1149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7" name="Section Zoom 16">
                <a:extLst>
                  <a:ext uri="{FF2B5EF4-FFF2-40B4-BE49-F238E27FC236}">
                    <a16:creationId xmlns:a16="http://schemas.microsoft.com/office/drawing/2014/main" id="{909CBEFA-EF58-AF51-8CA2-1BFC874738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0039967"/>
                  </p:ext>
                </p:extLst>
              </p:nvPr>
            </p:nvGraphicFramePr>
            <p:xfrm>
              <a:off x="3571209" y="2326584"/>
              <a:ext cx="2143790" cy="1205882"/>
            </p:xfrm>
            <a:graphic>
              <a:graphicData uri="http://schemas.microsoft.com/office/powerpoint/2016/sectionzoom">
                <psez:sectionZm>
                  <psez:sectionZmObj sectionId="{7750A7C4-04F4-485F-95E1-6B9FFB49480A}">
                    <psez:zmPr id="{46821D11-E8FE-46C4-B0E2-85603F130419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43790" cy="120588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7" name="Section Zoom 16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909CBEFA-EF58-AF51-8CA2-1BFC874738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71209" y="2326584"/>
                <a:ext cx="2143790" cy="1205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9" name="Section Zoom 18">
                <a:extLst>
                  <a:ext uri="{FF2B5EF4-FFF2-40B4-BE49-F238E27FC236}">
                    <a16:creationId xmlns:a16="http://schemas.microsoft.com/office/drawing/2014/main" id="{5C0F178F-5612-A030-7FC6-F036B6611C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5793710"/>
                  </p:ext>
                </p:extLst>
              </p:nvPr>
            </p:nvGraphicFramePr>
            <p:xfrm>
              <a:off x="6236193" y="2336838"/>
              <a:ext cx="2143790" cy="1205882"/>
            </p:xfrm>
            <a:graphic>
              <a:graphicData uri="http://schemas.microsoft.com/office/powerpoint/2016/sectionzoom">
                <psez:sectionZm>
                  <psez:sectionZmObj sectionId="{D9A6A9C3-636E-4DC0-99C3-34AB9E8EDD0E}">
                    <psez:zmPr id="{B6DB17DB-3FC3-423E-9F66-0B6129B58846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43790" cy="120588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9" name="Section Zoom 18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5C0F178F-5612-A030-7FC6-F036B6611C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36193" y="2336838"/>
                <a:ext cx="2143790" cy="12058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966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A333-5C16-E5F5-4FD6-B4A72B72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A0D2-E3B6-CF3F-28D3-B5E6B698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30" y="2052995"/>
            <a:ext cx="7207339" cy="1037510"/>
          </a:xfrm>
        </p:spPr>
        <p:txBody>
          <a:bodyPr/>
          <a:lstStyle/>
          <a:p>
            <a:pPr algn="ctr"/>
            <a:r>
              <a:rPr lang="en-US" sz="9600" dirty="0">
                <a:solidFill>
                  <a:srgbClr val="759CC7"/>
                </a:solidFill>
              </a:rPr>
              <a:t>DATABASE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F2C11A5-700D-CAD5-DBA7-EF762329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580" y="5895982"/>
            <a:ext cx="2354580" cy="483190"/>
          </a:xfrm>
        </p:spPr>
        <p:txBody>
          <a:bodyPr/>
          <a:lstStyle/>
          <a:p>
            <a:pPr>
              <a:buClr>
                <a:srgbClr val="759CC7"/>
              </a:buClr>
            </a:pPr>
            <a:r>
              <a:rPr lang="en-US" sz="1600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 </a:t>
            </a:r>
            <a:r>
              <a:rPr lang="en-US" sz="1600" b="0" strike="noStrike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Why </a:t>
            </a:r>
            <a:r>
              <a:rPr lang="en-US" sz="1600" b="0" strike="noStrike" spc="-1" dirty="0" err="1">
                <a:solidFill>
                  <a:srgbClr val="231F20"/>
                </a:solidFill>
                <a:latin typeface="Lora" pitchFamily="2" charset="0"/>
                <a:ea typeface="DM Sans"/>
              </a:rPr>
              <a:t>Mongodb</a:t>
            </a:r>
            <a:r>
              <a:rPr lang="en-US" sz="1600" b="0" strike="noStrike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?</a:t>
            </a:r>
            <a:endParaRPr lang="en-US" sz="1600" b="0" strike="noStrike" spc="-1" dirty="0">
              <a:latin typeface="Lora" pitchFamily="2" charset="0"/>
            </a:endParaRP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16" name="Picture Placeholder 10" descr="A black background with brown letters&#10;&#10;Description automatically generated">
            <a:extLst>
              <a:ext uri="{FF2B5EF4-FFF2-40B4-BE49-F238E27FC236}">
                <a16:creationId xmlns:a16="http://schemas.microsoft.com/office/drawing/2014/main" id="{571120F3-7C98-26FA-94FB-7868A9C056C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-204" r="-902"/>
          <a:stretch/>
        </p:blipFill>
        <p:spPr>
          <a:xfrm>
            <a:off x="3826716" y="5175332"/>
            <a:ext cx="4671060" cy="1336736"/>
          </a:xfrm>
        </p:spPr>
      </p:pic>
    </p:spTree>
    <p:extLst>
      <p:ext uri="{BB962C8B-B14F-4D97-AF65-F5344CB8AC3E}">
        <p14:creationId xmlns:p14="http://schemas.microsoft.com/office/powerpoint/2010/main" val="38666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C556-46D6-C21D-B727-4BC54B28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C158-1EA7-A453-05D4-A01F1F616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184" y="1794181"/>
            <a:ext cx="2597976" cy="539400"/>
          </a:xfrm>
        </p:spPr>
        <p:txBody>
          <a:bodyPr/>
          <a:lstStyle/>
          <a:p>
            <a:r>
              <a:rPr lang="en-US" dirty="0">
                <a:solidFill>
                  <a:srgbClr val="759CC7"/>
                </a:solidFill>
              </a:rPr>
              <a:t>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B7EAD-E011-87E6-A936-F02894B40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580" y="2437481"/>
            <a:ext cx="2354580" cy="483190"/>
          </a:xfrm>
        </p:spPr>
        <p:txBody>
          <a:bodyPr/>
          <a:lstStyle/>
          <a:p>
            <a:pPr>
              <a:buClr>
                <a:srgbClr val="759CC7"/>
              </a:buClr>
            </a:pPr>
            <a:r>
              <a:rPr lang="en-US" sz="1600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 </a:t>
            </a:r>
            <a:r>
              <a:rPr lang="en-US" sz="1600" b="0" strike="noStrike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Why </a:t>
            </a:r>
            <a:r>
              <a:rPr lang="en-US" sz="1600" b="0" strike="noStrike" spc="-1" dirty="0" err="1">
                <a:solidFill>
                  <a:srgbClr val="231F20"/>
                </a:solidFill>
                <a:latin typeface="Lora" pitchFamily="2" charset="0"/>
                <a:ea typeface="DM Sans"/>
              </a:rPr>
              <a:t>Mongodb</a:t>
            </a:r>
            <a:r>
              <a:rPr lang="en-US" sz="1600" b="0" strike="noStrike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?</a:t>
            </a:r>
            <a:endParaRPr lang="en-US" sz="1600" b="0" strike="noStrike" spc="-1" dirty="0">
              <a:latin typeface="Lora" pitchFamily="2" charset="0"/>
            </a:endParaRP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11" name="Picture Placeholder 10" descr="A black background with brown letters&#10;&#10;Description automatically generated">
            <a:extLst>
              <a:ext uri="{FF2B5EF4-FFF2-40B4-BE49-F238E27FC236}">
                <a16:creationId xmlns:a16="http://schemas.microsoft.com/office/drawing/2014/main" id="{38B14BD0-012A-B96D-76A6-36C9EAC07E0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-204" r="-902"/>
          <a:stretch/>
        </p:blipFill>
        <p:spPr>
          <a:xfrm>
            <a:off x="3826716" y="1716831"/>
            <a:ext cx="4671060" cy="1336736"/>
          </a:xfrm>
        </p:spPr>
      </p:pic>
    </p:spTree>
    <p:extLst>
      <p:ext uri="{BB962C8B-B14F-4D97-AF65-F5344CB8AC3E}">
        <p14:creationId xmlns:p14="http://schemas.microsoft.com/office/powerpoint/2010/main" val="1301814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FEAA-CB13-84D3-9F6B-D79A7953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D651-6304-1841-6B51-B165CFD9B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42" y="2052995"/>
            <a:ext cx="7430876" cy="1037510"/>
          </a:xfrm>
        </p:spPr>
        <p:txBody>
          <a:bodyPr/>
          <a:lstStyle/>
          <a:p>
            <a:pPr algn="ctr"/>
            <a:r>
              <a:rPr lang="en-US" sz="9600" dirty="0">
                <a:solidFill>
                  <a:srgbClr val="759CC7"/>
                </a:solidFill>
              </a:rPr>
              <a:t>FRAMWORK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6804521-D946-D076-1355-7E8F13998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184" y="6109834"/>
            <a:ext cx="2597976" cy="483190"/>
          </a:xfrm>
        </p:spPr>
        <p:txBody>
          <a:bodyPr/>
          <a:lstStyle/>
          <a:p>
            <a:pPr algn="ctr">
              <a:buClr>
                <a:srgbClr val="759CC7"/>
              </a:buClr>
              <a:buFontTx/>
            </a:pPr>
            <a:r>
              <a:rPr lang="en-US" sz="1600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Nodejs (</a:t>
            </a:r>
            <a:r>
              <a:rPr lang="en-US" sz="1600" spc="-1" dirty="0">
                <a:solidFill>
                  <a:srgbClr val="384049"/>
                </a:solidFill>
                <a:latin typeface="Lora" pitchFamily="2" charset="0"/>
                <a:ea typeface="DM Sans"/>
              </a:rPr>
              <a:t>express</a:t>
            </a:r>
            <a:r>
              <a:rPr lang="en-US" sz="1600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)</a:t>
            </a:r>
            <a:endParaRPr lang="en-US" sz="1600" spc="-1" dirty="0">
              <a:solidFill>
                <a:sysClr val="windowText" lastClr="000000"/>
              </a:solidFill>
              <a:latin typeface="Lora" pitchFamily="2" charset="0"/>
            </a:endParaRPr>
          </a:p>
        </p:txBody>
      </p:sp>
      <p:pic>
        <p:nvPicPr>
          <p:cNvPr id="13" name="Picture Placeholder 17" descr="A logo of a company&#10;&#10;Description automatically generated">
            <a:extLst>
              <a:ext uri="{FF2B5EF4-FFF2-40B4-BE49-F238E27FC236}">
                <a16:creationId xmlns:a16="http://schemas.microsoft.com/office/drawing/2014/main" id="{010F81C8-E4A8-7F54-5C8C-7BA2AAA7635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5260" r="5260"/>
          <a:stretch>
            <a:fillRect/>
          </a:stretch>
        </p:blipFill>
        <p:spPr>
          <a:xfrm>
            <a:off x="5094099" y="5177492"/>
            <a:ext cx="3347516" cy="2133221"/>
          </a:xfrm>
        </p:spPr>
      </p:pic>
    </p:spTree>
    <p:extLst>
      <p:ext uri="{BB962C8B-B14F-4D97-AF65-F5344CB8AC3E}">
        <p14:creationId xmlns:p14="http://schemas.microsoft.com/office/powerpoint/2010/main" val="394087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B0892-CDE6-9442-3B76-FBC63C771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184" y="2437481"/>
            <a:ext cx="2597976" cy="483190"/>
          </a:xfrm>
        </p:spPr>
        <p:txBody>
          <a:bodyPr/>
          <a:lstStyle/>
          <a:p>
            <a:pPr algn="ctr">
              <a:buClr>
                <a:srgbClr val="759CC7"/>
              </a:buClr>
              <a:buFontTx/>
            </a:pPr>
            <a:r>
              <a:rPr lang="en-US" sz="1600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Nodejs (</a:t>
            </a:r>
            <a:r>
              <a:rPr lang="en-US" sz="1600" spc="-1" dirty="0">
                <a:solidFill>
                  <a:srgbClr val="384049"/>
                </a:solidFill>
                <a:latin typeface="Lora" pitchFamily="2" charset="0"/>
                <a:ea typeface="DM Sans"/>
              </a:rPr>
              <a:t>express</a:t>
            </a:r>
            <a:r>
              <a:rPr lang="en-US" sz="1600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)</a:t>
            </a:r>
            <a:endParaRPr lang="en-US" sz="1600" spc="-1" dirty="0">
              <a:solidFill>
                <a:sysClr val="windowText" lastClr="000000"/>
              </a:solidFill>
              <a:latin typeface="Lora" pitchFamily="2" charset="0"/>
            </a:endParaRPr>
          </a:p>
        </p:txBody>
      </p:sp>
      <p:pic>
        <p:nvPicPr>
          <p:cNvPr id="18" name="Picture Placeholder 17" descr="A logo of a company&#10;&#10;Description automatically generated">
            <a:extLst>
              <a:ext uri="{FF2B5EF4-FFF2-40B4-BE49-F238E27FC236}">
                <a16:creationId xmlns:a16="http://schemas.microsoft.com/office/drawing/2014/main" id="{C1079A5D-8BD0-7A30-C57A-FC040CD14BB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5260" r="5260"/>
          <a:stretch>
            <a:fillRect/>
          </a:stretch>
        </p:blipFill>
        <p:spPr>
          <a:xfrm>
            <a:off x="5094099" y="1505139"/>
            <a:ext cx="3347516" cy="2133221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78CC70-6354-ED84-6E69-D6A26BD4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184" y="1949095"/>
            <a:ext cx="2597976" cy="384486"/>
          </a:xfrm>
        </p:spPr>
        <p:txBody>
          <a:bodyPr/>
          <a:lstStyle/>
          <a:p>
            <a:r>
              <a:rPr lang="en-US" dirty="0">
                <a:solidFill>
                  <a:srgbClr val="759CC7"/>
                </a:solidFill>
              </a:rPr>
              <a:t>FRAMWORK</a:t>
            </a:r>
          </a:p>
        </p:txBody>
      </p:sp>
    </p:spTree>
    <p:extLst>
      <p:ext uri="{BB962C8B-B14F-4D97-AF65-F5344CB8AC3E}">
        <p14:creationId xmlns:p14="http://schemas.microsoft.com/office/powerpoint/2010/main" val="3931800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2668-54E4-09AE-6756-E9E91AEA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2075-3C7B-A60B-159A-000E65E2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42" y="2052995"/>
            <a:ext cx="7430876" cy="1037510"/>
          </a:xfrm>
        </p:spPr>
        <p:txBody>
          <a:bodyPr/>
          <a:lstStyle/>
          <a:p>
            <a:pPr algn="ctr"/>
            <a:r>
              <a:rPr lang="en-US" sz="9600" dirty="0">
                <a:solidFill>
                  <a:srgbClr val="759CC7"/>
                </a:solidFill>
              </a:rPr>
              <a:t>SREVER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A8DB4C0-7080-DA15-150B-2CCF6CC38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184" y="6087713"/>
            <a:ext cx="2864676" cy="483190"/>
          </a:xfrm>
        </p:spPr>
        <p:txBody>
          <a:bodyPr/>
          <a:lstStyle/>
          <a:p>
            <a:r>
              <a:rPr lang="en-US" sz="1600" b="0" strike="noStrike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Amazon Web Services</a:t>
            </a:r>
            <a:endParaRPr lang="en-US" sz="1600" b="0" strike="noStrike" spc="-1" dirty="0">
              <a:latin typeface="Lora" pitchFamily="2" charset="0"/>
            </a:endParaRPr>
          </a:p>
        </p:txBody>
      </p:sp>
      <p:pic>
        <p:nvPicPr>
          <p:cNvPr id="12" name="Picture Placeholder 6" descr="A logo of a cloud with a smile&#10;&#10;Description automatically generated">
            <a:extLst>
              <a:ext uri="{FF2B5EF4-FFF2-40B4-BE49-F238E27FC236}">
                <a16:creationId xmlns:a16="http://schemas.microsoft.com/office/drawing/2014/main" id="{D712B66B-EAE3-4355-C645-4B9592A1B1E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18130" b="18130"/>
          <a:stretch>
            <a:fillRect/>
          </a:stretch>
        </p:blipFill>
        <p:spPr>
          <a:xfrm>
            <a:off x="5094199" y="5207982"/>
            <a:ext cx="3182400" cy="2028000"/>
          </a:xfrm>
        </p:spPr>
      </p:pic>
    </p:spTree>
    <p:extLst>
      <p:ext uri="{BB962C8B-B14F-4D97-AF65-F5344CB8AC3E}">
        <p14:creationId xmlns:p14="http://schemas.microsoft.com/office/powerpoint/2010/main" val="364778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794D-1662-4299-A6B6-10EB2D3DE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A0E0E-A164-88BB-E480-150C0A0BA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184" y="2437481"/>
            <a:ext cx="2864676" cy="483190"/>
          </a:xfrm>
        </p:spPr>
        <p:txBody>
          <a:bodyPr/>
          <a:lstStyle/>
          <a:p>
            <a:r>
              <a:rPr lang="en-US" sz="1600" b="0" strike="noStrike" spc="-1" dirty="0">
                <a:solidFill>
                  <a:srgbClr val="231F20"/>
                </a:solidFill>
                <a:latin typeface="Lora" pitchFamily="2" charset="0"/>
                <a:ea typeface="DM Sans"/>
              </a:rPr>
              <a:t>Amazon Web Services</a:t>
            </a:r>
            <a:endParaRPr lang="en-US" sz="1600" b="0" strike="noStrike" spc="-1" dirty="0">
              <a:latin typeface="Lora" pitchFamily="2" charset="0"/>
            </a:endParaRPr>
          </a:p>
        </p:txBody>
      </p:sp>
      <p:pic>
        <p:nvPicPr>
          <p:cNvPr id="7" name="Picture Placeholder 6" descr="A logo of a cloud with a smile&#10;&#10;Description automatically generated">
            <a:extLst>
              <a:ext uri="{FF2B5EF4-FFF2-40B4-BE49-F238E27FC236}">
                <a16:creationId xmlns:a16="http://schemas.microsoft.com/office/drawing/2014/main" id="{BD37D3FF-861C-1851-595B-0F0DCAFACEC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18130" b="18130"/>
          <a:stretch>
            <a:fillRect/>
          </a:stretch>
        </p:blipFill>
        <p:spPr>
          <a:xfrm>
            <a:off x="5094199" y="1557750"/>
            <a:ext cx="3182400" cy="2028000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249298F-50CE-8AD5-FD50-4E1393D2B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184" y="1931097"/>
            <a:ext cx="2078368" cy="38448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759CC7"/>
                </a:solidFill>
              </a:rPr>
              <a:t>SREVER</a:t>
            </a:r>
          </a:p>
        </p:txBody>
      </p:sp>
    </p:spTree>
    <p:extLst>
      <p:ext uri="{BB962C8B-B14F-4D97-AF65-F5344CB8AC3E}">
        <p14:creationId xmlns:p14="http://schemas.microsoft.com/office/powerpoint/2010/main" val="285809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9D61-658E-C474-E952-DF51644B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7C497C6A-AD10-A176-BCA6-07C3D51BA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025" y="2571750"/>
            <a:ext cx="3943500" cy="754942"/>
          </a:xfrm>
        </p:spPr>
        <p:txBody>
          <a:bodyPr/>
          <a:lstStyle/>
          <a:p>
            <a:r>
              <a:rPr lang="en-US" dirty="0"/>
              <a:t>Next Step</a:t>
            </a:r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94E737B7-36A9-A30F-992D-97BFFB8C7A12}"/>
              </a:ext>
            </a:extLst>
          </p:cNvPr>
          <p:cNvSpPr txBox="1">
            <a:spLocks/>
          </p:cNvSpPr>
          <p:nvPr/>
        </p:nvSpPr>
        <p:spPr>
          <a:xfrm>
            <a:off x="4371025" y="1402250"/>
            <a:ext cx="1117500" cy="93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buFontTx/>
            </a:pPr>
            <a:r>
              <a:rPr lang="en-US" sz="5000" dirty="0">
                <a:solidFill>
                  <a:srgbClr val="759CC7"/>
                </a:solidFill>
                <a:latin typeface="Lora" pitchFamily="2" charset="0"/>
              </a:rPr>
              <a:t>06</a:t>
            </a:r>
          </a:p>
        </p:txBody>
      </p:sp>
      <p:pic>
        <p:nvPicPr>
          <p:cNvPr id="22" name="Picture Placeholder 21" descr="A light bulb with drawings on it&#10;&#10;Description automatically generated">
            <a:extLst>
              <a:ext uri="{FF2B5EF4-FFF2-40B4-BE49-F238E27FC236}">
                <a16:creationId xmlns:a16="http://schemas.microsoft.com/office/drawing/2014/main" id="{D4C50B84-37C2-B589-8921-DA096A1FA3C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5589" r="155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8440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4031B956-8F04-4F27-0602-1DB86B5C8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484" y="623341"/>
            <a:ext cx="7330257" cy="740884"/>
          </a:xfrm>
        </p:spPr>
        <p:txBody>
          <a:bodyPr/>
          <a:lstStyle/>
          <a:p>
            <a:r>
              <a:rPr lang="en-US" sz="1600" b="1" dirty="0">
                <a:solidFill>
                  <a:srgbClr val="6B9BCF"/>
                </a:solidFill>
                <a:latin typeface="Lora" pitchFamily="2" charset="0"/>
              </a:rPr>
              <a:t>Smart Bracelet Development:</a:t>
            </a:r>
          </a:p>
          <a:p>
            <a:endParaRPr lang="en-US" sz="600" b="1" dirty="0">
              <a:solidFill>
                <a:srgbClr val="6B9BCF"/>
              </a:solidFill>
              <a:latin typeface="Lora" pitchFamily="2" charset="0"/>
            </a:endParaRPr>
          </a:p>
          <a:p>
            <a:r>
              <a:rPr lang="en-US" b="1" dirty="0">
                <a:latin typeface="Lora" pitchFamily="2" charset="0"/>
              </a:rPr>
              <a:t> </a:t>
            </a:r>
            <a:r>
              <a:rPr lang="en-US" dirty="0">
                <a:latin typeface="Lora" pitchFamily="2" charset="0"/>
              </a:rPr>
              <a:t>Designing and creating innovative wearable technology tailored for child needs.</a:t>
            </a:r>
          </a:p>
        </p:txBody>
      </p:sp>
      <p:sp>
        <p:nvSpPr>
          <p:cNvPr id="10" name="Subtitle 8">
            <a:extLst>
              <a:ext uri="{FF2B5EF4-FFF2-40B4-BE49-F238E27FC236}">
                <a16:creationId xmlns:a16="http://schemas.microsoft.com/office/drawing/2014/main" id="{5E6FED38-E17E-0343-9A72-EE9EA17F06FF}"/>
              </a:ext>
            </a:extLst>
          </p:cNvPr>
          <p:cNvSpPr txBox="1">
            <a:spLocks/>
          </p:cNvSpPr>
          <p:nvPr/>
        </p:nvSpPr>
        <p:spPr>
          <a:xfrm>
            <a:off x="744484" y="1749749"/>
            <a:ext cx="7713715" cy="8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rgbClr val="6B9BCF"/>
                </a:solidFill>
                <a:latin typeface="Lora" pitchFamily="2" charset="0"/>
              </a:rPr>
              <a:t>Mobile App Development: </a:t>
            </a:r>
          </a:p>
          <a:p>
            <a:endParaRPr lang="en-US" sz="600" b="1" dirty="0">
              <a:solidFill>
                <a:srgbClr val="6B9BCF"/>
              </a:solidFill>
              <a:latin typeface="Lora" pitchFamily="2" charset="0"/>
            </a:endParaRPr>
          </a:p>
          <a:p>
            <a:r>
              <a:rPr lang="en-US" dirty="0">
                <a:solidFill>
                  <a:srgbClr val="384049"/>
                </a:solidFill>
                <a:latin typeface="Lora" pitchFamily="2" charset="0"/>
              </a:rPr>
              <a:t>Building a user-friendly and interactive application to complement the smart </a:t>
            </a:r>
          </a:p>
          <a:p>
            <a:r>
              <a:rPr lang="en-US" dirty="0">
                <a:solidFill>
                  <a:srgbClr val="384049"/>
                </a:solidFill>
                <a:latin typeface="Lora" pitchFamily="2" charset="0"/>
              </a:rPr>
              <a:t>bracelet’s functionalities</a:t>
            </a:r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72B02AD5-FB15-64BC-980C-D0E44C6ACA8A}"/>
              </a:ext>
            </a:extLst>
          </p:cNvPr>
          <p:cNvSpPr txBox="1">
            <a:spLocks/>
          </p:cNvSpPr>
          <p:nvPr/>
        </p:nvSpPr>
        <p:spPr>
          <a:xfrm>
            <a:off x="744485" y="3010736"/>
            <a:ext cx="7330256" cy="149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rgbClr val="6B9BCF"/>
                </a:solidFill>
                <a:latin typeface="Lora" pitchFamily="2" charset="0"/>
              </a:rPr>
              <a:t>AI Models:</a:t>
            </a:r>
          </a:p>
          <a:p>
            <a:endParaRPr lang="en-US" sz="600" b="1" dirty="0">
              <a:solidFill>
                <a:srgbClr val="6B9BCF"/>
              </a:solidFill>
              <a:latin typeface="Lora" pitchFamily="2" charset="0"/>
            </a:endParaRPr>
          </a:p>
          <a:p>
            <a:r>
              <a:rPr lang="en-US" b="0" i="0" dirty="0">
                <a:solidFill>
                  <a:srgbClr val="384049"/>
                </a:solidFill>
                <a:effectLst/>
                <a:latin typeface="Lora" pitchFamily="2" charset="0"/>
              </a:rPr>
              <a:t>Model Results: Finalize models, extract accuracy, and evaluate performance using</a:t>
            </a:r>
          </a:p>
          <a:p>
            <a:r>
              <a:rPr lang="en-US" b="0" i="0" dirty="0">
                <a:solidFill>
                  <a:srgbClr val="384049"/>
                </a:solidFill>
                <a:effectLst/>
                <a:latin typeface="Lora" pitchFamily="2" charset="0"/>
              </a:rPr>
              <a:t>relevant AI statistical measures.</a:t>
            </a:r>
          </a:p>
          <a:p>
            <a:endParaRPr lang="en-US" b="0" i="0" dirty="0">
              <a:solidFill>
                <a:srgbClr val="384049"/>
              </a:solidFill>
              <a:effectLst/>
              <a:latin typeface="Lora" pitchFamily="2" charset="0"/>
            </a:endParaRPr>
          </a:p>
          <a:p>
            <a:r>
              <a:rPr lang="en-US" b="0" i="0" dirty="0">
                <a:solidFill>
                  <a:srgbClr val="041222"/>
                </a:solidFill>
                <a:effectLst/>
                <a:latin typeface="Lora" pitchFamily="2" charset="0"/>
              </a:rPr>
              <a:t>Flutter Integration: Integrate the models with a Flutter application for seamless</a:t>
            </a:r>
          </a:p>
          <a:p>
            <a:r>
              <a:rPr lang="en-US" b="0" i="0" dirty="0">
                <a:solidFill>
                  <a:srgbClr val="041222"/>
                </a:solidFill>
                <a:effectLst/>
                <a:latin typeface="Lora" pitchFamily="2" charset="0"/>
              </a:rPr>
              <a:t>mobile app connectivity.</a:t>
            </a:r>
            <a:endParaRPr lang="en-US" dirty="0">
              <a:solidFill>
                <a:srgbClr val="041222"/>
              </a:solidFill>
              <a:effectLst/>
              <a:latin typeface="Lora" pitchFamily="2" charset="0"/>
            </a:endParaRPr>
          </a:p>
          <a:p>
            <a:endParaRPr lang="en-US" dirty="0">
              <a:solidFill>
                <a:srgbClr val="384049"/>
              </a:solidFill>
              <a:effectLst/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0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95F30-3265-F14E-1600-492ABC0F7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8">
            <a:extLst>
              <a:ext uri="{FF2B5EF4-FFF2-40B4-BE49-F238E27FC236}">
                <a16:creationId xmlns:a16="http://schemas.microsoft.com/office/drawing/2014/main" id="{ED4B8F5E-EE03-DEA8-A702-FFD3A88C4312}"/>
              </a:ext>
            </a:extLst>
          </p:cNvPr>
          <p:cNvSpPr txBox="1">
            <a:spLocks/>
          </p:cNvSpPr>
          <p:nvPr/>
        </p:nvSpPr>
        <p:spPr>
          <a:xfrm>
            <a:off x="773979" y="1570704"/>
            <a:ext cx="7713715" cy="74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rgbClr val="6B9BCF"/>
                </a:solidFill>
                <a:latin typeface="Lora" pitchFamily="2" charset="0"/>
              </a:rPr>
              <a:t>Backend: </a:t>
            </a:r>
          </a:p>
          <a:p>
            <a:endParaRPr lang="en-US" sz="600" b="1" dirty="0">
              <a:solidFill>
                <a:srgbClr val="6B9BCF"/>
              </a:solidFill>
              <a:latin typeface="Lora" pitchFamily="2" charset="0"/>
            </a:endParaRPr>
          </a:p>
          <a:p>
            <a:r>
              <a:rPr lang="en-US" dirty="0">
                <a:solidFill>
                  <a:srgbClr val="384049"/>
                </a:solidFill>
                <a:latin typeface="Lora" pitchFamily="2" charset="0"/>
              </a:rPr>
              <a:t>Implementing a scalable and secure backend infrastructure to manage data and system</a:t>
            </a:r>
          </a:p>
          <a:p>
            <a:r>
              <a:rPr lang="en-US" dirty="0">
                <a:solidFill>
                  <a:srgbClr val="384049"/>
                </a:solidFill>
                <a:latin typeface="Lora" pitchFamily="2" charset="0"/>
              </a:rPr>
              <a:t>operations efficiently.</a:t>
            </a:r>
          </a:p>
        </p:txBody>
      </p:sp>
      <p:sp>
        <p:nvSpPr>
          <p:cNvPr id="12" name="Subtitle 8">
            <a:extLst>
              <a:ext uri="{FF2B5EF4-FFF2-40B4-BE49-F238E27FC236}">
                <a16:creationId xmlns:a16="http://schemas.microsoft.com/office/drawing/2014/main" id="{8B735767-D2F7-27ED-7BDE-0754CB765013}"/>
              </a:ext>
            </a:extLst>
          </p:cNvPr>
          <p:cNvSpPr txBox="1">
            <a:spLocks/>
          </p:cNvSpPr>
          <p:nvPr/>
        </p:nvSpPr>
        <p:spPr>
          <a:xfrm>
            <a:off x="773979" y="2831913"/>
            <a:ext cx="7713715" cy="862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rgbClr val="6B9BCF"/>
                </a:solidFill>
                <a:latin typeface="Lora" pitchFamily="2" charset="0"/>
              </a:rPr>
              <a:t>Testing and Integration:</a:t>
            </a:r>
          </a:p>
          <a:p>
            <a:endParaRPr lang="en-US" sz="600" b="1" dirty="0">
              <a:solidFill>
                <a:srgbClr val="6B9BCF"/>
              </a:solidFill>
              <a:latin typeface="Lora" pitchFamily="2" charset="0"/>
            </a:endParaRPr>
          </a:p>
          <a:p>
            <a:r>
              <a:rPr lang="en-US" dirty="0">
                <a:solidFill>
                  <a:srgbClr val="384049"/>
                </a:solidFill>
                <a:latin typeface="Lora" pitchFamily="2" charset="0"/>
              </a:rPr>
              <a:t> Conducting thorough testing and seamless integration to ensure optimal performance</a:t>
            </a:r>
          </a:p>
          <a:p>
            <a:r>
              <a:rPr lang="en-US" dirty="0">
                <a:solidFill>
                  <a:srgbClr val="384049"/>
                </a:solidFill>
                <a:latin typeface="Lora" pitchFamily="2" charset="0"/>
              </a:rPr>
              <a:t> and reliability.</a:t>
            </a:r>
          </a:p>
        </p:txBody>
      </p:sp>
    </p:spTree>
    <p:extLst>
      <p:ext uri="{BB962C8B-B14F-4D97-AF65-F5344CB8AC3E}">
        <p14:creationId xmlns:p14="http://schemas.microsoft.com/office/powerpoint/2010/main" val="293935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8EFF-AAE0-0771-5F06-177B9B6EC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0" y="1307100"/>
            <a:ext cx="5016900" cy="2529300"/>
          </a:xfrm>
        </p:spPr>
        <p:txBody>
          <a:bodyPr/>
          <a:lstStyle/>
          <a:p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86148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37;p49">
            <a:extLst>
              <a:ext uri="{FF2B5EF4-FFF2-40B4-BE49-F238E27FC236}">
                <a16:creationId xmlns:a16="http://schemas.microsoft.com/office/drawing/2014/main" id="{78F9538D-AA24-5D2B-D855-CCE29B12264E}"/>
              </a:ext>
            </a:extLst>
          </p:cNvPr>
          <p:cNvSpPr txBox="1">
            <a:spLocks/>
          </p:cNvSpPr>
          <p:nvPr/>
        </p:nvSpPr>
        <p:spPr>
          <a:xfrm>
            <a:off x="4493333" y="2066045"/>
            <a:ext cx="35136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algn="ctr"/>
            <a:r>
              <a:rPr lang="en-US" sz="5400" dirty="0">
                <a:solidFill>
                  <a:srgbClr val="6B9BCF"/>
                </a:solidFill>
              </a:rPr>
              <a:t>Thanks</a:t>
            </a:r>
          </a:p>
        </p:txBody>
      </p:sp>
      <p:pic>
        <p:nvPicPr>
          <p:cNvPr id="15" name="Picture Placeholder 14" descr="A baby with paint on her face and hands&#10;&#10;Description automatically generated">
            <a:extLst>
              <a:ext uri="{FF2B5EF4-FFF2-40B4-BE49-F238E27FC236}">
                <a16:creationId xmlns:a16="http://schemas.microsoft.com/office/drawing/2014/main" id="{21BA494E-14CD-7350-13B8-9B608C768CC6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18986" b="18986"/>
          <a:stretch>
            <a:fillRect/>
          </a:stretch>
        </p:blipFill>
        <p:spPr>
          <a:xfrm>
            <a:off x="511987" y="671512"/>
            <a:ext cx="3446463" cy="3800475"/>
          </a:xfrm>
        </p:spPr>
      </p:pic>
    </p:spTree>
    <p:extLst>
      <p:ext uri="{BB962C8B-B14F-4D97-AF65-F5344CB8AC3E}">
        <p14:creationId xmlns:p14="http://schemas.microsoft.com/office/powerpoint/2010/main" val="420205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eonatal ICU Medical Center by Slidesgo">
  <a:themeElements>
    <a:clrScheme name="Simple Light">
      <a:dk1>
        <a:srgbClr val="041222"/>
      </a:dk1>
      <a:lt1>
        <a:srgbClr val="BDC1C6"/>
      </a:lt1>
      <a:dk2>
        <a:srgbClr val="FFFFFF"/>
      </a:dk2>
      <a:lt2>
        <a:srgbClr val="C4DAFA"/>
      </a:lt2>
      <a:accent1>
        <a:srgbClr val="9CC3F3"/>
      </a:accent1>
      <a:accent2>
        <a:srgbClr val="6B9BC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B9BC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316</Words>
  <Application>Microsoft Office PowerPoint</Application>
  <PresentationFormat>On-screen Show (16:9)</PresentationFormat>
  <Paragraphs>91</Paragraphs>
  <Slides>39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Lora</vt:lpstr>
      <vt:lpstr>Bebas Neue</vt:lpstr>
      <vt:lpstr>Roboto</vt:lpstr>
      <vt:lpstr>Times New Roman</vt:lpstr>
      <vt:lpstr>Arial</vt:lpstr>
      <vt:lpstr>Neonatal ICU Medical Center by Slidesgo</vt:lpstr>
      <vt:lpstr> AI-Powered Health Monitoring App &amp; Bracelet &amp; Web Platform</vt:lpstr>
      <vt:lpstr>Table of contents</vt:lpstr>
      <vt:lpstr>Our Problem and the Solution</vt:lpstr>
      <vt:lpstr>Our problem</vt:lpstr>
      <vt:lpstr>The Solution</vt:lpstr>
      <vt:lpstr>Hardware</vt:lpstr>
      <vt:lpstr>PowerPoint Presentation</vt:lpstr>
      <vt:lpstr>PowerPoint Presentation</vt:lpstr>
      <vt:lpstr>Charging</vt:lpstr>
      <vt:lpstr>Sizes</vt:lpstr>
      <vt:lpstr>UI/UX</vt:lpstr>
      <vt:lpstr>Why FLUTTER?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Model</vt:lpstr>
      <vt:lpstr>We have 4 AI models</vt:lpstr>
      <vt:lpstr>WORK WE HAVE COMPLETED</vt:lpstr>
      <vt:lpstr>Back-End</vt:lpstr>
      <vt:lpstr>PowerPoint Presentation</vt:lpstr>
      <vt:lpstr>DATABASE</vt:lpstr>
      <vt:lpstr>DATABASE</vt:lpstr>
      <vt:lpstr>FRAMWORK</vt:lpstr>
      <vt:lpstr>FRAMWORK</vt:lpstr>
      <vt:lpstr>SREVER</vt:lpstr>
      <vt:lpstr>SREVER</vt:lpstr>
      <vt:lpstr>Next Step</vt:lpstr>
      <vt:lpstr>PowerPoint Presentation</vt:lpstr>
      <vt:lpstr>PowerPoint Presentation</vt:lpstr>
      <vt:lpstr>Website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arwa desouki</cp:lastModifiedBy>
  <cp:revision>1</cp:revision>
  <dcterms:modified xsi:type="dcterms:W3CDTF">2024-12-26T10:14:19Z</dcterms:modified>
</cp:coreProperties>
</file>