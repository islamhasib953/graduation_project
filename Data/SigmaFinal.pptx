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1"/>
  </p:notesMasterIdLst>
  <p:sldIdLst>
    <p:sldId id="288" r:id="rId2"/>
    <p:sldId id="257" r:id="rId3"/>
    <p:sldId id="411" r:id="rId4"/>
    <p:sldId id="453" r:id="rId5"/>
    <p:sldId id="454" r:id="rId6"/>
    <p:sldId id="452" r:id="rId7"/>
    <p:sldId id="455" r:id="rId8"/>
    <p:sldId id="410" r:id="rId9"/>
    <p:sldId id="340" r:id="rId10"/>
    <p:sldId id="419" r:id="rId11"/>
    <p:sldId id="420" r:id="rId12"/>
    <p:sldId id="416" r:id="rId13"/>
    <p:sldId id="470" r:id="rId14"/>
    <p:sldId id="460" r:id="rId15"/>
    <p:sldId id="462" r:id="rId16"/>
    <p:sldId id="479" r:id="rId17"/>
    <p:sldId id="487" r:id="rId18"/>
    <p:sldId id="437" r:id="rId19"/>
    <p:sldId id="421" r:id="rId20"/>
    <p:sldId id="422" r:id="rId21"/>
    <p:sldId id="356" r:id="rId22"/>
    <p:sldId id="577" r:id="rId23"/>
    <p:sldId id="472" r:id="rId24"/>
    <p:sldId id="480" r:id="rId25"/>
    <p:sldId id="572" r:id="rId26"/>
    <p:sldId id="575" r:id="rId27"/>
    <p:sldId id="574" r:id="rId28"/>
    <p:sldId id="576" r:id="rId29"/>
    <p:sldId id="578" r:id="rId30"/>
    <p:sldId id="579" r:id="rId31"/>
    <p:sldId id="436" r:id="rId32"/>
    <p:sldId id="423" r:id="rId33"/>
    <p:sldId id="424" r:id="rId34"/>
    <p:sldId id="357" r:id="rId35"/>
    <p:sldId id="379" r:id="rId36"/>
    <p:sldId id="536" r:id="rId37"/>
    <p:sldId id="489" r:id="rId38"/>
    <p:sldId id="515" r:id="rId39"/>
    <p:sldId id="490" r:id="rId40"/>
    <p:sldId id="520" r:id="rId41"/>
    <p:sldId id="516" r:id="rId42"/>
    <p:sldId id="517" r:id="rId43"/>
    <p:sldId id="518" r:id="rId44"/>
    <p:sldId id="492" r:id="rId45"/>
    <p:sldId id="523" r:id="rId46"/>
    <p:sldId id="537" r:id="rId47"/>
    <p:sldId id="499" r:id="rId48"/>
    <p:sldId id="521" r:id="rId49"/>
    <p:sldId id="495" r:id="rId50"/>
    <p:sldId id="525" r:id="rId51"/>
    <p:sldId id="526" r:id="rId52"/>
    <p:sldId id="496" r:id="rId53"/>
    <p:sldId id="582" r:id="rId54"/>
    <p:sldId id="528" r:id="rId55"/>
    <p:sldId id="533" r:id="rId56"/>
    <p:sldId id="497" r:id="rId57"/>
    <p:sldId id="534" r:id="rId58"/>
    <p:sldId id="535" r:id="rId59"/>
    <p:sldId id="539" r:id="rId60"/>
    <p:sldId id="538" r:id="rId61"/>
    <p:sldId id="498" r:id="rId62"/>
    <p:sldId id="448" r:id="rId63"/>
    <p:sldId id="425" r:id="rId64"/>
    <p:sldId id="426" r:id="rId65"/>
    <p:sldId id="358" r:id="rId66"/>
    <p:sldId id="450" r:id="rId67"/>
    <p:sldId id="439" r:id="rId68"/>
    <p:sldId id="406" r:id="rId69"/>
    <p:sldId id="581" r:id="rId70"/>
    <p:sldId id="407" r:id="rId71"/>
    <p:sldId id="408" r:id="rId72"/>
    <p:sldId id="409" r:id="rId73"/>
    <p:sldId id="477" r:id="rId74"/>
    <p:sldId id="396" r:id="rId75"/>
    <p:sldId id="427" r:id="rId76"/>
    <p:sldId id="428" r:id="rId77"/>
    <p:sldId id="359" r:id="rId78"/>
    <p:sldId id="381" r:id="rId79"/>
    <p:sldId id="500" r:id="rId80"/>
    <p:sldId id="501" r:id="rId81"/>
    <p:sldId id="502" r:id="rId82"/>
    <p:sldId id="506" r:id="rId83"/>
    <p:sldId id="507" r:id="rId84"/>
    <p:sldId id="504" r:id="rId85"/>
    <p:sldId id="508" r:id="rId86"/>
    <p:sldId id="510" r:id="rId87"/>
    <p:sldId id="511" r:id="rId88"/>
    <p:sldId id="512" r:id="rId89"/>
    <p:sldId id="556" r:id="rId90"/>
    <p:sldId id="553" r:id="rId91"/>
    <p:sldId id="554" r:id="rId92"/>
    <p:sldId id="555" r:id="rId93"/>
    <p:sldId id="557" r:id="rId94"/>
    <p:sldId id="558" r:id="rId95"/>
    <p:sldId id="440" r:id="rId96"/>
    <p:sldId id="429" r:id="rId97"/>
    <p:sldId id="430" r:id="rId98"/>
    <p:sldId id="360" r:id="rId99"/>
    <p:sldId id="382" r:id="rId100"/>
    <p:sldId id="559" r:id="rId101"/>
    <p:sldId id="561" r:id="rId102"/>
    <p:sldId id="570" r:id="rId103"/>
    <p:sldId id="562" r:id="rId104"/>
    <p:sldId id="568" r:id="rId105"/>
    <p:sldId id="569" r:id="rId106"/>
    <p:sldId id="566" r:id="rId107"/>
    <p:sldId id="567" r:id="rId108"/>
    <p:sldId id="441" r:id="rId109"/>
    <p:sldId id="432" r:id="rId110"/>
    <p:sldId id="431" r:id="rId111"/>
    <p:sldId id="376" r:id="rId112"/>
    <p:sldId id="476" r:id="rId113"/>
    <p:sldId id="486" r:id="rId114"/>
    <p:sldId id="442" r:id="rId115"/>
    <p:sldId id="433" r:id="rId116"/>
    <p:sldId id="434" r:id="rId117"/>
    <p:sldId id="323" r:id="rId118"/>
    <p:sldId id="457" r:id="rId119"/>
    <p:sldId id="458"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54BABB06-18FB-4CD9-AF7B-88278DFEA360}">
          <p14:sldIdLst>
            <p14:sldId id="288"/>
            <p14:sldId id="257"/>
          </p14:sldIdLst>
        </p14:section>
        <p14:section name="break" id="{BBC7253A-01C7-4ABF-A3E1-A834F3306D21}">
          <p14:sldIdLst>
            <p14:sldId id="411"/>
            <p14:sldId id="453"/>
            <p14:sldId id="454"/>
            <p14:sldId id="452"/>
            <p14:sldId id="455"/>
            <p14:sldId id="410"/>
          </p14:sldIdLst>
        </p14:section>
        <p14:section name="Problem" id="{C1C933C2-8F85-4250-9626-21F6D83CA8F3}">
          <p14:sldIdLst>
            <p14:sldId id="340"/>
          </p14:sldIdLst>
        </p14:section>
        <p14:section name="break" id="{DB82F1A2-213C-442C-A35F-F122B18AC629}">
          <p14:sldIdLst>
            <p14:sldId id="419"/>
            <p14:sldId id="420"/>
          </p14:sldIdLst>
        </p14:section>
        <p14:section name="Solution" id="{36842E0D-F2E3-4CBB-9DDD-6A67DBEFF86B}">
          <p14:sldIdLst>
            <p14:sldId id="416"/>
            <p14:sldId id="470"/>
            <p14:sldId id="460"/>
            <p14:sldId id="462"/>
            <p14:sldId id="479"/>
            <p14:sldId id="487"/>
            <p14:sldId id="437"/>
          </p14:sldIdLst>
        </p14:section>
        <p14:section name="break" id="{00CB854B-1A6D-4EE4-8BDB-3BB6361B220E}">
          <p14:sldIdLst>
            <p14:sldId id="421"/>
            <p14:sldId id="422"/>
          </p14:sldIdLst>
        </p14:section>
        <p14:section name="Hardware" id="{1758A44B-F8D6-477E-95DF-9082EB418AD8}">
          <p14:sldIdLst>
            <p14:sldId id="356"/>
            <p14:sldId id="577"/>
            <p14:sldId id="472"/>
            <p14:sldId id="480"/>
            <p14:sldId id="572"/>
            <p14:sldId id="575"/>
            <p14:sldId id="574"/>
            <p14:sldId id="576"/>
            <p14:sldId id="578"/>
            <p14:sldId id="579"/>
            <p14:sldId id="436"/>
          </p14:sldIdLst>
        </p14:section>
        <p14:section name="break" id="{18583574-D3B8-493A-B58F-B16A18EA6C3F}">
          <p14:sldIdLst>
            <p14:sldId id="423"/>
            <p14:sldId id="424"/>
          </p14:sldIdLst>
        </p14:section>
        <p14:section name="Front-end" id="{4EC95AD6-26FC-4ECF-820F-EFF00DF39865}">
          <p14:sldIdLst>
            <p14:sldId id="357"/>
            <p14:sldId id="379"/>
            <p14:sldId id="536"/>
            <p14:sldId id="489"/>
            <p14:sldId id="515"/>
            <p14:sldId id="490"/>
            <p14:sldId id="520"/>
            <p14:sldId id="516"/>
            <p14:sldId id="517"/>
            <p14:sldId id="518"/>
            <p14:sldId id="492"/>
            <p14:sldId id="523"/>
            <p14:sldId id="537"/>
            <p14:sldId id="499"/>
            <p14:sldId id="521"/>
            <p14:sldId id="495"/>
            <p14:sldId id="525"/>
            <p14:sldId id="526"/>
            <p14:sldId id="496"/>
            <p14:sldId id="582"/>
            <p14:sldId id="528"/>
            <p14:sldId id="533"/>
            <p14:sldId id="497"/>
            <p14:sldId id="534"/>
            <p14:sldId id="535"/>
            <p14:sldId id="539"/>
            <p14:sldId id="538"/>
            <p14:sldId id="498"/>
            <p14:sldId id="448"/>
          </p14:sldIdLst>
        </p14:section>
        <p14:section name="break" id="{C67A389C-965E-45C5-A95D-92EB56589ACB}">
          <p14:sldIdLst>
            <p14:sldId id="425"/>
            <p14:sldId id="426"/>
          </p14:sldIdLst>
        </p14:section>
        <p14:section name="Back-end" id="{6E5ED80C-A799-4F77-8B62-70BE9B15D8CF}">
          <p14:sldIdLst>
            <p14:sldId id="358"/>
            <p14:sldId id="450"/>
            <p14:sldId id="439"/>
            <p14:sldId id="406"/>
            <p14:sldId id="581"/>
            <p14:sldId id="407"/>
            <p14:sldId id="408"/>
            <p14:sldId id="409"/>
            <p14:sldId id="477"/>
            <p14:sldId id="396"/>
          </p14:sldIdLst>
        </p14:section>
        <p14:section name="break" id="{DAF94828-CB3E-4297-9912-B8FE16338BA7}">
          <p14:sldIdLst>
            <p14:sldId id="427"/>
            <p14:sldId id="428"/>
          </p14:sldIdLst>
        </p14:section>
        <p14:section name="AI" id="{1E0F87A8-07EA-4133-BCDB-1E4261785CB6}">
          <p14:sldIdLst>
            <p14:sldId id="359"/>
            <p14:sldId id="381"/>
            <p14:sldId id="500"/>
            <p14:sldId id="501"/>
            <p14:sldId id="502"/>
            <p14:sldId id="506"/>
            <p14:sldId id="507"/>
            <p14:sldId id="504"/>
            <p14:sldId id="508"/>
            <p14:sldId id="510"/>
            <p14:sldId id="511"/>
            <p14:sldId id="512"/>
            <p14:sldId id="556"/>
            <p14:sldId id="553"/>
            <p14:sldId id="554"/>
            <p14:sldId id="555"/>
            <p14:sldId id="557"/>
            <p14:sldId id="558"/>
            <p14:sldId id="440"/>
          </p14:sldIdLst>
        </p14:section>
        <p14:section name="break" id="{00E4E0BC-9963-499D-850C-E194DFC47845}">
          <p14:sldIdLst>
            <p14:sldId id="429"/>
            <p14:sldId id="430"/>
          </p14:sldIdLst>
        </p14:section>
        <p14:section name="Marketing" id="{C69BEEB7-FE7E-47A0-B5C0-234D7DCABB58}">
          <p14:sldIdLst>
            <p14:sldId id="360"/>
            <p14:sldId id="382"/>
            <p14:sldId id="559"/>
            <p14:sldId id="561"/>
            <p14:sldId id="570"/>
            <p14:sldId id="562"/>
            <p14:sldId id="568"/>
            <p14:sldId id="569"/>
            <p14:sldId id="566"/>
            <p14:sldId id="567"/>
            <p14:sldId id="441"/>
          </p14:sldIdLst>
        </p14:section>
        <p14:section name="break" id="{D138AD75-837B-4A30-A6B8-CB65FA107397}">
          <p14:sldIdLst>
            <p14:sldId id="432"/>
            <p14:sldId id="431"/>
          </p14:sldIdLst>
        </p14:section>
        <p14:section name="Futer Work" id="{C71AA43D-9892-4D54-8354-7225F6D1A84F}">
          <p14:sldIdLst>
            <p14:sldId id="376"/>
            <p14:sldId id="476"/>
            <p14:sldId id="486"/>
            <p14:sldId id="442"/>
          </p14:sldIdLst>
        </p14:section>
        <p14:section name="break" id="{6903D9AC-A814-4744-AAFA-23BCF588DAAF}">
          <p14:sldIdLst>
            <p14:sldId id="433"/>
            <p14:sldId id="434"/>
          </p14:sldIdLst>
        </p14:section>
        <p14:section name="End" id="{99AA693F-0313-4A3D-B720-BE1A62EE6FD1}">
          <p14:sldIdLst>
            <p14:sldId id="323"/>
            <p14:sldId id="457"/>
            <p14:sldId id="458"/>
          </p14:sldIdLst>
        </p14:section>
      </p14:sectionLst>
    </p:ext>
    <p:ext uri="{EFAFB233-063F-42B5-8137-9DF3F51BA10A}">
      <p15:sldGuideLst xmlns:p15="http://schemas.microsoft.com/office/powerpoint/2012/main">
        <p15:guide id="4" pos="288" userDrawn="1">
          <p15:clr>
            <a:srgbClr val="A4A3A4"/>
          </p15:clr>
        </p15:guide>
        <p15:guide id="5" orient="horz" pos="1200" userDrawn="1">
          <p15:clr>
            <a:srgbClr val="A4A3A4"/>
          </p15:clr>
        </p15:guide>
        <p15:guide id="6" orient="horz" pos="13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355D"/>
    <a:srgbClr val="011B40"/>
    <a:srgbClr val="E2E2E2"/>
    <a:srgbClr val="3B5A88"/>
    <a:srgbClr val="8AB1EC"/>
    <a:srgbClr val="1B335C"/>
    <a:srgbClr val="156082"/>
    <a:srgbClr val="FDF8FE"/>
    <a:srgbClr val="BFBFBF"/>
    <a:srgbClr val="5DA8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B121E7-63A7-4330-86D4-8A88A1192A57}" v="3011" dt="2025-07-06T05:45:41.2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951" autoAdjust="0"/>
    <p:restoredTop sz="95418" autoAdjust="0"/>
  </p:normalViewPr>
  <p:slideViewPr>
    <p:cSldViewPr snapToGrid="0">
      <p:cViewPr varScale="1">
        <p:scale>
          <a:sx n="79" d="100"/>
          <a:sy n="79" d="100"/>
        </p:scale>
        <p:origin x="499" y="72"/>
      </p:cViewPr>
      <p:guideLst>
        <p:guide pos="288"/>
        <p:guide orient="horz" pos="1200"/>
        <p:guide orient="horz" pos="1320"/>
      </p:guideLst>
    </p:cSldViewPr>
  </p:slideViewPr>
  <p:notesTextViewPr>
    <p:cViewPr>
      <p:scale>
        <a:sx n="1" d="1"/>
        <a:sy n="1" d="1"/>
      </p:scale>
      <p:origin x="0" y="0"/>
    </p:cViewPr>
  </p:notesTextViewPr>
  <p:sorterViewPr>
    <p:cViewPr>
      <p:scale>
        <a:sx n="100" d="100"/>
        <a:sy n="100" d="100"/>
      </p:scale>
      <p:origin x="0" y="-170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aled taha" userId="912087602c74ab8a" providerId="LiveId" clId="{58B121E7-63A7-4330-86D4-8A88A1192A57}"/>
    <pc:docChg chg="undo redo custSel addSld delSld modSld sldOrd modMainMaster addSection delSection modSection">
      <pc:chgData name="Khaled taha" userId="912087602c74ab8a" providerId="LiveId" clId="{58B121E7-63A7-4330-86D4-8A88A1192A57}" dt="2025-07-06T05:46:40.098" v="33215" actId="478"/>
      <pc:docMkLst>
        <pc:docMk/>
      </pc:docMkLst>
      <pc:sldChg chg="addSp delSp modSp mod modTransition">
        <pc:chgData name="Khaled taha" userId="912087602c74ab8a" providerId="LiveId" clId="{58B121E7-63A7-4330-86D4-8A88A1192A57}" dt="2025-07-04T18:04:50.702" v="18711"/>
        <pc:sldMkLst>
          <pc:docMk/>
          <pc:sldMk cId="3220141489" sldId="257"/>
        </pc:sldMkLst>
        <pc:spChg chg="add mod ord">
          <ac:chgData name="Khaled taha" userId="912087602c74ab8a" providerId="LiveId" clId="{58B121E7-63A7-4330-86D4-8A88A1192A57}" dt="2025-07-03T16:54:15.334" v="12241" actId="171"/>
          <ac:spMkLst>
            <pc:docMk/>
            <pc:sldMk cId="3220141489" sldId="257"/>
            <ac:spMk id="7" creationId="{7946329E-3387-8AD5-4B6A-D135AEC0B880}"/>
          </ac:spMkLst>
        </pc:spChg>
        <pc:spChg chg="mod">
          <ac:chgData name="Khaled taha" userId="912087602c74ab8a" providerId="LiveId" clId="{58B121E7-63A7-4330-86D4-8A88A1192A57}" dt="2025-07-03T16:40:39.665" v="11640" actId="2085"/>
          <ac:spMkLst>
            <pc:docMk/>
            <pc:sldMk cId="3220141489" sldId="257"/>
            <ac:spMk id="9" creationId="{AC9EAB0E-68A7-4742-0C35-5FFB9DF1B7A4}"/>
          </ac:spMkLst>
        </pc:spChg>
      </pc:sldChg>
      <pc:sldChg chg="addSp delSp modSp del mod ord modTransition">
        <pc:chgData name="Khaled taha" userId="912087602c74ab8a" providerId="LiveId" clId="{58B121E7-63A7-4330-86D4-8A88A1192A57}" dt="2025-07-02T23:24:15.133" v="359" actId="47"/>
        <pc:sldMkLst>
          <pc:docMk/>
          <pc:sldMk cId="3066856187" sldId="260"/>
        </pc:sldMkLst>
      </pc:sldChg>
      <pc:sldChg chg="addSp delSp modSp mod modTransition">
        <pc:chgData name="Khaled taha" userId="912087602c74ab8a" providerId="LiveId" clId="{58B121E7-63A7-4330-86D4-8A88A1192A57}" dt="2025-07-04T18:04:50.702" v="18711"/>
        <pc:sldMkLst>
          <pc:docMk/>
          <pc:sldMk cId="178624891" sldId="288"/>
        </pc:sldMkLst>
        <pc:spChg chg="add mod">
          <ac:chgData name="Khaled taha" userId="912087602c74ab8a" providerId="LiveId" clId="{58B121E7-63A7-4330-86D4-8A88A1192A57}" dt="2025-07-03T16:54:29.449" v="12343" actId="1037"/>
          <ac:spMkLst>
            <pc:docMk/>
            <pc:sldMk cId="178624891" sldId="288"/>
            <ac:spMk id="3" creationId="{C64E7E20-D7AF-5670-AA1B-2CD903F7F2B4}"/>
          </ac:spMkLst>
        </pc:spChg>
        <pc:spChg chg="mod">
          <ac:chgData name="Khaled taha" userId="912087602c74ab8a" providerId="LiveId" clId="{58B121E7-63A7-4330-86D4-8A88A1192A57}" dt="2025-07-03T16:40:31.794" v="11638" actId="2085"/>
          <ac:spMkLst>
            <pc:docMk/>
            <pc:sldMk cId="178624891" sldId="288"/>
            <ac:spMk id="21" creationId="{79588B1D-6F4D-8933-8AC4-C618265326A6}"/>
          </ac:spMkLst>
        </pc:spChg>
      </pc:sldChg>
      <pc:sldChg chg="addSp delSp modSp mod modTransition">
        <pc:chgData name="Khaled taha" userId="912087602c74ab8a" providerId="LiveId" clId="{58B121E7-63A7-4330-86D4-8A88A1192A57}" dt="2025-07-04T18:34:32.521" v="18807"/>
        <pc:sldMkLst>
          <pc:docMk/>
          <pc:sldMk cId="1221458618" sldId="323"/>
        </pc:sldMkLst>
        <pc:picChg chg="mod">
          <ac:chgData name="Khaled taha" userId="912087602c74ab8a" providerId="LiveId" clId="{58B121E7-63A7-4330-86D4-8A88A1192A57}" dt="2025-07-04T16:01:52.279" v="14975" actId="1076"/>
          <ac:picMkLst>
            <pc:docMk/>
            <pc:sldMk cId="1221458618" sldId="323"/>
            <ac:picMk id="5" creationId="{A8DC7993-E315-54EA-3D8E-CC92C0B6853A}"/>
          </ac:picMkLst>
        </pc:picChg>
      </pc:sldChg>
      <pc:sldChg chg="modSp mod modTransition">
        <pc:chgData name="Khaled taha" userId="912087602c74ab8a" providerId="LiveId" clId="{58B121E7-63A7-4330-86D4-8A88A1192A57}" dt="2025-07-05T16:03:52.856" v="24928" actId="255"/>
        <pc:sldMkLst>
          <pc:docMk/>
          <pc:sldMk cId="3729637887" sldId="340"/>
        </pc:sldMkLst>
        <pc:spChg chg="mod">
          <ac:chgData name="Khaled taha" userId="912087602c74ab8a" providerId="LiveId" clId="{58B121E7-63A7-4330-86D4-8A88A1192A57}" dt="2025-07-05T16:03:52.856" v="24928" actId="255"/>
          <ac:spMkLst>
            <pc:docMk/>
            <pc:sldMk cId="3729637887" sldId="340"/>
            <ac:spMk id="70" creationId="{B2616013-8AE9-B939-A3FF-0EEEDDEFC16D}"/>
          </ac:spMkLst>
        </pc:spChg>
      </pc:sldChg>
      <pc:sldChg chg="addSp delSp modSp del mod modTransition">
        <pc:chgData name="Khaled taha" userId="912087602c74ab8a" providerId="LiveId" clId="{58B121E7-63A7-4330-86D4-8A88A1192A57}" dt="2025-07-03T00:59:24.797" v="1740" actId="47"/>
        <pc:sldMkLst>
          <pc:docMk/>
          <pc:sldMk cId="2066586949" sldId="348"/>
        </pc:sldMkLst>
      </pc:sldChg>
      <pc:sldChg chg="addSp delSp modSp del mod modTransition">
        <pc:chgData name="Khaled taha" userId="912087602c74ab8a" providerId="LiveId" clId="{58B121E7-63A7-4330-86D4-8A88A1192A57}" dt="2025-07-03T12:06:52.342" v="2436" actId="47"/>
        <pc:sldMkLst>
          <pc:docMk/>
          <pc:sldMk cId="1629431764" sldId="350"/>
        </pc:sldMkLst>
      </pc:sldChg>
      <pc:sldChg chg="modTransition">
        <pc:chgData name="Khaled taha" userId="912087602c74ab8a" providerId="LiveId" clId="{58B121E7-63A7-4330-86D4-8A88A1192A57}" dt="2025-07-04T18:04:50.702" v="18711"/>
        <pc:sldMkLst>
          <pc:docMk/>
          <pc:sldMk cId="3532453197" sldId="356"/>
        </pc:sldMkLst>
      </pc:sldChg>
      <pc:sldChg chg="addSp delSp modSp add del mod modTransition">
        <pc:chgData name="Khaled taha" userId="912087602c74ab8a" providerId="LiveId" clId="{58B121E7-63A7-4330-86D4-8A88A1192A57}" dt="2025-07-05T18:27:11.504" v="26063" actId="1076"/>
        <pc:sldMkLst>
          <pc:docMk/>
          <pc:sldMk cId="1977450017" sldId="357"/>
        </pc:sldMkLst>
        <pc:spChg chg="add del mod">
          <ac:chgData name="Khaled taha" userId="912087602c74ab8a" providerId="LiveId" clId="{58B121E7-63A7-4330-86D4-8A88A1192A57}" dt="2025-07-05T05:06:03.639" v="21365" actId="478"/>
          <ac:spMkLst>
            <pc:docMk/>
            <pc:sldMk cId="1977450017" sldId="357"/>
            <ac:spMk id="2" creationId="{79845753-7393-CD91-9930-6C9F80806870}"/>
          </ac:spMkLst>
        </pc:spChg>
        <pc:spChg chg="add mod ord">
          <ac:chgData name="Khaled taha" userId="912087602c74ab8a" providerId="LiveId" clId="{58B121E7-63A7-4330-86D4-8A88A1192A57}" dt="2025-07-05T18:27:11.504" v="26063" actId="1076"/>
          <ac:spMkLst>
            <pc:docMk/>
            <pc:sldMk cId="1977450017" sldId="357"/>
            <ac:spMk id="2" creationId="{A14ABAAE-7A48-6BED-E09F-219A5D7143C6}"/>
          </ac:spMkLst>
        </pc:spChg>
        <pc:spChg chg="add del mod">
          <ac:chgData name="Khaled taha" userId="912087602c74ab8a" providerId="LiveId" clId="{58B121E7-63A7-4330-86D4-8A88A1192A57}" dt="2025-07-05T05:22:37.141" v="21952" actId="478"/>
          <ac:spMkLst>
            <pc:docMk/>
            <pc:sldMk cId="1977450017" sldId="357"/>
            <ac:spMk id="3" creationId="{37767030-A351-1101-E90A-90D367270E41}"/>
          </ac:spMkLst>
        </pc:spChg>
        <pc:spChg chg="add mod">
          <ac:chgData name="Khaled taha" userId="912087602c74ab8a" providerId="LiveId" clId="{58B121E7-63A7-4330-86D4-8A88A1192A57}" dt="2025-07-05T05:22:34.553" v="21951"/>
          <ac:spMkLst>
            <pc:docMk/>
            <pc:sldMk cId="1977450017" sldId="357"/>
            <ac:spMk id="4" creationId="{F0E96CC9-F1B3-8A8C-CB97-80EB7524B75B}"/>
          </ac:spMkLst>
        </pc:spChg>
        <pc:spChg chg="add mod">
          <ac:chgData name="Khaled taha" userId="912087602c74ab8a" providerId="LiveId" clId="{58B121E7-63A7-4330-86D4-8A88A1192A57}" dt="2025-07-05T05:22:46.195" v="21956" actId="1076"/>
          <ac:spMkLst>
            <pc:docMk/>
            <pc:sldMk cId="1977450017" sldId="357"/>
            <ac:spMk id="5" creationId="{77D2190C-F2AD-9580-1718-D56F95C2565C}"/>
          </ac:spMkLst>
        </pc:spChg>
      </pc:sldChg>
      <pc:sldChg chg="addSp delSp modSp mod modTransition">
        <pc:chgData name="Khaled taha" userId="912087602c74ab8a" providerId="LiveId" clId="{58B121E7-63A7-4330-86D4-8A88A1192A57}" dt="2025-07-04T18:04:50.702" v="18711"/>
        <pc:sldMkLst>
          <pc:docMk/>
          <pc:sldMk cId="3682540549" sldId="358"/>
        </pc:sldMkLst>
      </pc:sldChg>
      <pc:sldChg chg="modSp mod modTransition">
        <pc:chgData name="Khaled taha" userId="912087602c74ab8a" providerId="LiveId" clId="{58B121E7-63A7-4330-86D4-8A88A1192A57}" dt="2025-07-04T18:04:50.702" v="18711"/>
        <pc:sldMkLst>
          <pc:docMk/>
          <pc:sldMk cId="4186089460" sldId="359"/>
        </pc:sldMkLst>
        <pc:spChg chg="mod">
          <ac:chgData name="Khaled taha" userId="912087602c74ab8a" providerId="LiveId" clId="{58B121E7-63A7-4330-86D4-8A88A1192A57}" dt="2025-07-02T23:42:33.641" v="805" actId="1076"/>
          <ac:spMkLst>
            <pc:docMk/>
            <pc:sldMk cId="4186089460" sldId="359"/>
            <ac:spMk id="70" creationId="{249A1CDA-F0A4-1C83-B530-326C7D305474}"/>
          </ac:spMkLst>
        </pc:spChg>
      </pc:sldChg>
      <pc:sldChg chg="addSp modSp mod modTransition">
        <pc:chgData name="Khaled taha" userId="912087602c74ab8a" providerId="LiveId" clId="{58B121E7-63A7-4330-86D4-8A88A1192A57}" dt="2025-07-04T18:04:50.702" v="18711"/>
        <pc:sldMkLst>
          <pc:docMk/>
          <pc:sldMk cId="2559232009" sldId="360"/>
        </pc:sldMkLst>
      </pc:sldChg>
      <pc:sldChg chg="addSp delSp modSp del mod modTransition">
        <pc:chgData name="Khaled taha" userId="912087602c74ab8a" providerId="LiveId" clId="{58B121E7-63A7-4330-86D4-8A88A1192A57}" dt="2025-07-03T12:06:57.964" v="2440" actId="47"/>
        <pc:sldMkLst>
          <pc:docMk/>
          <pc:sldMk cId="719827634" sldId="362"/>
        </pc:sldMkLst>
      </pc:sldChg>
      <pc:sldChg chg="addSp delSp modSp add del mod modTransition">
        <pc:chgData name="Khaled taha" userId="912087602c74ab8a" providerId="LiveId" clId="{58B121E7-63A7-4330-86D4-8A88A1192A57}" dt="2025-07-03T12:14:15.858" v="2589" actId="47"/>
        <pc:sldMkLst>
          <pc:docMk/>
          <pc:sldMk cId="2807228207" sldId="363"/>
        </pc:sldMkLst>
      </pc:sldChg>
      <pc:sldChg chg="addSp delSp modSp add del mod modTransition">
        <pc:chgData name="Khaled taha" userId="912087602c74ab8a" providerId="LiveId" clId="{58B121E7-63A7-4330-86D4-8A88A1192A57}" dt="2025-07-03T12:14:27.703" v="2592" actId="47"/>
        <pc:sldMkLst>
          <pc:docMk/>
          <pc:sldMk cId="4115645334" sldId="364"/>
        </pc:sldMkLst>
      </pc:sldChg>
      <pc:sldChg chg="addSp delSp modSp del mod modTransition">
        <pc:chgData name="Khaled taha" userId="912087602c74ab8a" providerId="LiveId" clId="{58B121E7-63A7-4330-86D4-8A88A1192A57}" dt="2025-07-03T12:15:38.555" v="2605" actId="47"/>
        <pc:sldMkLst>
          <pc:docMk/>
          <pc:sldMk cId="2975132168" sldId="365"/>
        </pc:sldMkLst>
      </pc:sldChg>
      <pc:sldChg chg="addSp delSp modSp add del mod modTransition">
        <pc:chgData name="Khaled taha" userId="912087602c74ab8a" providerId="LiveId" clId="{58B121E7-63A7-4330-86D4-8A88A1192A57}" dt="2025-07-03T12:26:13.831" v="2703" actId="47"/>
        <pc:sldMkLst>
          <pc:docMk/>
          <pc:sldMk cId="360981379" sldId="366"/>
        </pc:sldMkLst>
      </pc:sldChg>
      <pc:sldChg chg="addSp delSp modSp add del mod modTransition">
        <pc:chgData name="Khaled taha" userId="912087602c74ab8a" providerId="LiveId" clId="{58B121E7-63A7-4330-86D4-8A88A1192A57}" dt="2025-07-03T12:27:47.688" v="2722" actId="47"/>
        <pc:sldMkLst>
          <pc:docMk/>
          <pc:sldMk cId="2839705741" sldId="367"/>
        </pc:sldMkLst>
      </pc:sldChg>
      <pc:sldChg chg="addSp delSp modSp add del mod modTransition">
        <pc:chgData name="Khaled taha" userId="912087602c74ab8a" providerId="LiveId" clId="{58B121E7-63A7-4330-86D4-8A88A1192A57}" dt="2025-07-03T12:25:45.689" v="2700" actId="47"/>
        <pc:sldMkLst>
          <pc:docMk/>
          <pc:sldMk cId="3776292230" sldId="368"/>
        </pc:sldMkLst>
      </pc:sldChg>
      <pc:sldChg chg="addSp delSp modSp del mod modTransition">
        <pc:chgData name="Khaled taha" userId="912087602c74ab8a" providerId="LiveId" clId="{58B121E7-63A7-4330-86D4-8A88A1192A57}" dt="2025-07-03T12:27:54.346" v="2724" actId="47"/>
        <pc:sldMkLst>
          <pc:docMk/>
          <pc:sldMk cId="2794843005" sldId="369"/>
        </pc:sldMkLst>
      </pc:sldChg>
      <pc:sldChg chg="addSp delSp modSp del mod modTransition">
        <pc:chgData name="Khaled taha" userId="912087602c74ab8a" providerId="LiveId" clId="{58B121E7-63A7-4330-86D4-8A88A1192A57}" dt="2025-07-03T12:28:29.572" v="2732" actId="47"/>
        <pc:sldMkLst>
          <pc:docMk/>
          <pc:sldMk cId="3866978777" sldId="370"/>
        </pc:sldMkLst>
      </pc:sldChg>
      <pc:sldChg chg="addSp delSp modSp del mod modTransition">
        <pc:chgData name="Khaled taha" userId="912087602c74ab8a" providerId="LiveId" clId="{58B121E7-63A7-4330-86D4-8A88A1192A57}" dt="2025-07-03T12:28:58.017" v="2735" actId="47"/>
        <pc:sldMkLst>
          <pc:docMk/>
          <pc:sldMk cId="684145520" sldId="371"/>
        </pc:sldMkLst>
      </pc:sldChg>
      <pc:sldChg chg="addSp delSp modSp del mod modTransition">
        <pc:chgData name="Khaled taha" userId="912087602c74ab8a" providerId="LiveId" clId="{58B121E7-63A7-4330-86D4-8A88A1192A57}" dt="2025-07-03T12:30:18.719" v="2750" actId="47"/>
        <pc:sldMkLst>
          <pc:docMk/>
          <pc:sldMk cId="2472054105" sldId="372"/>
        </pc:sldMkLst>
      </pc:sldChg>
      <pc:sldChg chg="addSp delSp modSp del mod modTransition">
        <pc:chgData name="Khaled taha" userId="912087602c74ab8a" providerId="LiveId" clId="{58B121E7-63A7-4330-86D4-8A88A1192A57}" dt="2025-07-03T12:30:27.626" v="2752" actId="47"/>
        <pc:sldMkLst>
          <pc:docMk/>
          <pc:sldMk cId="4195371671" sldId="374"/>
        </pc:sldMkLst>
      </pc:sldChg>
      <pc:sldChg chg="addSp delSp modSp del mod modTransition">
        <pc:chgData name="Khaled taha" userId="912087602c74ab8a" providerId="LiveId" clId="{58B121E7-63A7-4330-86D4-8A88A1192A57}" dt="2025-07-03T12:30:46.652" v="2756" actId="47"/>
        <pc:sldMkLst>
          <pc:docMk/>
          <pc:sldMk cId="668719884" sldId="375"/>
        </pc:sldMkLst>
      </pc:sldChg>
      <pc:sldChg chg="addSp delSp modSp mod modTransition">
        <pc:chgData name="Khaled taha" userId="912087602c74ab8a" providerId="LiveId" clId="{58B121E7-63A7-4330-86D4-8A88A1192A57}" dt="2025-07-05T02:57:52.900" v="19459" actId="478"/>
        <pc:sldMkLst>
          <pc:docMk/>
          <pc:sldMk cId="1744396366" sldId="376"/>
        </pc:sldMkLst>
        <pc:spChg chg="add del mod">
          <ac:chgData name="Khaled taha" userId="912087602c74ab8a" providerId="LiveId" clId="{58B121E7-63A7-4330-86D4-8A88A1192A57}" dt="2025-07-05T02:57:52.900" v="19459" actId="478"/>
          <ac:spMkLst>
            <pc:docMk/>
            <pc:sldMk cId="1744396366" sldId="376"/>
            <ac:spMk id="2" creationId="{666C6D7A-C1C0-BF17-B110-8C7A84B03A25}"/>
          </ac:spMkLst>
        </pc:spChg>
        <pc:spChg chg="add del mod">
          <ac:chgData name="Khaled taha" userId="912087602c74ab8a" providerId="LiveId" clId="{58B121E7-63A7-4330-86D4-8A88A1192A57}" dt="2025-07-05T02:57:52.900" v="19459" actId="478"/>
          <ac:spMkLst>
            <pc:docMk/>
            <pc:sldMk cId="1744396366" sldId="376"/>
            <ac:spMk id="3" creationId="{FA637765-CED8-0C69-1414-86EFA498D9AF}"/>
          </ac:spMkLst>
        </pc:spChg>
      </pc:sldChg>
      <pc:sldChg chg="del modTransition">
        <pc:chgData name="Khaled taha" userId="912087602c74ab8a" providerId="LiveId" clId="{58B121E7-63A7-4330-86D4-8A88A1192A57}" dt="2025-07-05T00:50:45.873" v="18808" actId="47"/>
        <pc:sldMkLst>
          <pc:docMk/>
          <pc:sldMk cId="2269864170" sldId="377"/>
        </pc:sldMkLst>
      </pc:sldChg>
      <pc:sldChg chg="addSp delSp modSp del mod modTransition delAnim modAnim">
        <pc:chgData name="Khaled taha" userId="912087602c74ab8a" providerId="LiveId" clId="{58B121E7-63A7-4330-86D4-8A88A1192A57}" dt="2025-07-04T17:55:35.918" v="18650" actId="47"/>
        <pc:sldMkLst>
          <pc:docMk/>
          <pc:sldMk cId="3131409933" sldId="378"/>
        </pc:sldMkLst>
      </pc:sldChg>
      <pc:sldChg chg="addSp delSp modSp add del mod modTransition">
        <pc:chgData name="Khaled taha" userId="912087602c74ab8a" providerId="LiveId" clId="{58B121E7-63A7-4330-86D4-8A88A1192A57}" dt="2025-07-05T23:44:03.187" v="27825" actId="1076"/>
        <pc:sldMkLst>
          <pc:docMk/>
          <pc:sldMk cId="2521922718" sldId="379"/>
        </pc:sldMkLst>
        <pc:spChg chg="mod">
          <ac:chgData name="Khaled taha" userId="912087602c74ab8a" providerId="LiveId" clId="{58B121E7-63A7-4330-86D4-8A88A1192A57}" dt="2025-07-05T16:15:23.391" v="25031" actId="1076"/>
          <ac:spMkLst>
            <pc:docMk/>
            <pc:sldMk cId="2521922718" sldId="379"/>
            <ac:spMk id="2" creationId="{B3816DC7-4BFD-11B6-033F-671D9DB3ADA3}"/>
          </ac:spMkLst>
        </pc:spChg>
        <pc:spChg chg="add del mod">
          <ac:chgData name="Khaled taha" userId="912087602c74ab8a" providerId="LiveId" clId="{58B121E7-63A7-4330-86D4-8A88A1192A57}" dt="2025-07-05T05:09:05.251" v="21766" actId="478"/>
          <ac:spMkLst>
            <pc:docMk/>
            <pc:sldMk cId="2521922718" sldId="379"/>
            <ac:spMk id="4" creationId="{9F489E09-6A3B-929D-12E6-2CD727F17741}"/>
          </ac:spMkLst>
        </pc:spChg>
        <pc:spChg chg="add mod">
          <ac:chgData name="Khaled taha" userId="912087602c74ab8a" providerId="LiveId" clId="{58B121E7-63A7-4330-86D4-8A88A1192A57}" dt="2025-07-05T05:21:59.340" v="21904"/>
          <ac:spMkLst>
            <pc:docMk/>
            <pc:sldMk cId="2521922718" sldId="379"/>
            <ac:spMk id="14" creationId="{62035C35-B749-B5B5-936E-36FC8212D517}"/>
          </ac:spMkLst>
        </pc:spChg>
        <pc:spChg chg="add mod">
          <ac:chgData name="Khaled taha" userId="912087602c74ab8a" providerId="LiveId" clId="{58B121E7-63A7-4330-86D4-8A88A1192A57}" dt="2025-07-05T05:22:31.643" v="21950" actId="1035"/>
          <ac:spMkLst>
            <pc:docMk/>
            <pc:sldMk cId="2521922718" sldId="379"/>
            <ac:spMk id="15" creationId="{1C483102-43C9-F6CC-0726-DD8B03ED13C5}"/>
          </ac:spMkLst>
        </pc:spChg>
        <pc:spChg chg="add mod ord topLvl">
          <ac:chgData name="Khaled taha" userId="912087602c74ab8a" providerId="LiveId" clId="{58B121E7-63A7-4330-86D4-8A88A1192A57}" dt="2025-07-05T05:16:03.904" v="21834" actId="164"/>
          <ac:spMkLst>
            <pc:docMk/>
            <pc:sldMk cId="2521922718" sldId="379"/>
            <ac:spMk id="22" creationId="{0B6A0E11-DC0D-97AE-48FC-AD7ADC009B4E}"/>
          </ac:spMkLst>
        </pc:spChg>
        <pc:spChg chg="add mod ord topLvl">
          <ac:chgData name="Khaled taha" userId="912087602c74ab8a" providerId="LiveId" clId="{58B121E7-63A7-4330-86D4-8A88A1192A57}" dt="2025-07-05T05:16:03.904" v="21834" actId="164"/>
          <ac:spMkLst>
            <pc:docMk/>
            <pc:sldMk cId="2521922718" sldId="379"/>
            <ac:spMk id="23" creationId="{C7C294E7-AABD-5CFA-70DC-71DB45CC2A0D}"/>
          </ac:spMkLst>
        </pc:spChg>
        <pc:spChg chg="add mod ord topLvl">
          <ac:chgData name="Khaled taha" userId="912087602c74ab8a" providerId="LiveId" clId="{58B121E7-63A7-4330-86D4-8A88A1192A57}" dt="2025-07-05T05:16:11.251" v="21836" actId="164"/>
          <ac:spMkLst>
            <pc:docMk/>
            <pc:sldMk cId="2521922718" sldId="379"/>
            <ac:spMk id="24" creationId="{77BBF0BA-C601-3229-9529-4AA169F4AE51}"/>
          </ac:spMkLst>
        </pc:spChg>
        <pc:spChg chg="add mod ord topLvl">
          <ac:chgData name="Khaled taha" userId="912087602c74ab8a" providerId="LiveId" clId="{58B121E7-63A7-4330-86D4-8A88A1192A57}" dt="2025-07-05T05:16:11.251" v="21836" actId="164"/>
          <ac:spMkLst>
            <pc:docMk/>
            <pc:sldMk cId="2521922718" sldId="379"/>
            <ac:spMk id="25" creationId="{044B49FF-A331-DFC1-E5C8-75262C90B208}"/>
          </ac:spMkLst>
        </pc:spChg>
        <pc:spChg chg="add mod ord topLvl">
          <ac:chgData name="Khaled taha" userId="912087602c74ab8a" providerId="LiveId" clId="{58B121E7-63A7-4330-86D4-8A88A1192A57}" dt="2025-07-05T05:16:09.618" v="21835" actId="164"/>
          <ac:spMkLst>
            <pc:docMk/>
            <pc:sldMk cId="2521922718" sldId="379"/>
            <ac:spMk id="26" creationId="{F3ED9822-E7B3-B438-A6BF-F5F7A419DF74}"/>
          </ac:spMkLst>
        </pc:spChg>
        <pc:spChg chg="add mod ord topLvl">
          <ac:chgData name="Khaled taha" userId="912087602c74ab8a" providerId="LiveId" clId="{58B121E7-63A7-4330-86D4-8A88A1192A57}" dt="2025-07-05T05:16:09.618" v="21835" actId="164"/>
          <ac:spMkLst>
            <pc:docMk/>
            <pc:sldMk cId="2521922718" sldId="379"/>
            <ac:spMk id="27" creationId="{36146E95-16BB-462C-79DA-B4A569D6B1DE}"/>
          </ac:spMkLst>
        </pc:spChg>
        <pc:spChg chg="add mod ord topLvl">
          <ac:chgData name="Khaled taha" userId="912087602c74ab8a" providerId="LiveId" clId="{58B121E7-63A7-4330-86D4-8A88A1192A57}" dt="2025-07-05T05:16:12.844" v="21837" actId="164"/>
          <ac:spMkLst>
            <pc:docMk/>
            <pc:sldMk cId="2521922718" sldId="379"/>
            <ac:spMk id="28" creationId="{316F5113-EDEF-F458-5969-7A5D6C86E500}"/>
          </ac:spMkLst>
        </pc:spChg>
        <pc:spChg chg="add mod ord topLvl">
          <ac:chgData name="Khaled taha" userId="912087602c74ab8a" providerId="LiveId" clId="{58B121E7-63A7-4330-86D4-8A88A1192A57}" dt="2025-07-05T05:16:12.844" v="21837" actId="164"/>
          <ac:spMkLst>
            <pc:docMk/>
            <pc:sldMk cId="2521922718" sldId="379"/>
            <ac:spMk id="29" creationId="{8C75CD2F-A459-B34B-6D3D-FE3C5ADE7FC8}"/>
          </ac:spMkLst>
        </pc:spChg>
        <pc:spChg chg="add del">
          <ac:chgData name="Khaled taha" userId="912087602c74ab8a" providerId="LiveId" clId="{58B121E7-63A7-4330-86D4-8A88A1192A57}" dt="2025-07-05T18:15:52.841" v="25931" actId="478"/>
          <ac:spMkLst>
            <pc:docMk/>
            <pc:sldMk cId="2521922718" sldId="379"/>
            <ac:spMk id="31" creationId="{78991DCF-A64F-0AC9-E492-9695518E2968}"/>
          </ac:spMkLst>
        </pc:spChg>
        <pc:spChg chg="add del mod">
          <ac:chgData name="Khaled taha" userId="912087602c74ab8a" providerId="LiveId" clId="{58B121E7-63A7-4330-86D4-8A88A1192A57}" dt="2025-07-05T05:04:38.161" v="20898" actId="478"/>
          <ac:spMkLst>
            <pc:docMk/>
            <pc:sldMk cId="2521922718" sldId="379"/>
            <ac:spMk id="31" creationId="{967B07F0-2F2D-BE74-4D5A-AE84509240A7}"/>
          </ac:spMkLst>
        </pc:spChg>
        <pc:spChg chg="add del mod ord">
          <ac:chgData name="Khaled taha" userId="912087602c74ab8a" providerId="LiveId" clId="{58B121E7-63A7-4330-86D4-8A88A1192A57}" dt="2025-07-05T18:19:37.182" v="25974"/>
          <ac:spMkLst>
            <pc:docMk/>
            <pc:sldMk cId="2521922718" sldId="379"/>
            <ac:spMk id="34" creationId="{CC5C925E-5A54-C7A8-6FFF-15D05AAD9BE5}"/>
          </ac:spMkLst>
        </pc:spChg>
        <pc:spChg chg="add del mod">
          <ac:chgData name="Khaled taha" userId="912087602c74ab8a" providerId="LiveId" clId="{58B121E7-63A7-4330-86D4-8A88A1192A57}" dt="2025-07-05T18:19:37.182" v="25974"/>
          <ac:spMkLst>
            <pc:docMk/>
            <pc:sldMk cId="2521922718" sldId="379"/>
            <ac:spMk id="35" creationId="{8A306DB2-516F-1BEF-CEFE-67BFACA7B463}"/>
          </ac:spMkLst>
        </pc:spChg>
        <pc:spChg chg="add del mod">
          <ac:chgData name="Khaled taha" userId="912087602c74ab8a" providerId="LiveId" clId="{58B121E7-63A7-4330-86D4-8A88A1192A57}" dt="2025-07-05T18:19:37.182" v="25974"/>
          <ac:spMkLst>
            <pc:docMk/>
            <pc:sldMk cId="2521922718" sldId="379"/>
            <ac:spMk id="36" creationId="{8F5CCD43-7690-1259-1316-EAEF72710894}"/>
          </ac:spMkLst>
        </pc:spChg>
        <pc:spChg chg="add del">
          <ac:chgData name="Khaled taha" userId="912087602c74ab8a" providerId="LiveId" clId="{58B121E7-63A7-4330-86D4-8A88A1192A57}" dt="2025-07-05T18:18:37.464" v="25961" actId="478"/>
          <ac:spMkLst>
            <pc:docMk/>
            <pc:sldMk cId="2521922718" sldId="379"/>
            <ac:spMk id="37" creationId="{401D3D55-5C66-22CB-5428-62D838E03C41}"/>
          </ac:spMkLst>
        </pc:spChg>
        <pc:spChg chg="add del mod">
          <ac:chgData name="Khaled taha" userId="912087602c74ab8a" providerId="LiveId" clId="{58B121E7-63A7-4330-86D4-8A88A1192A57}" dt="2025-07-05T18:19:37.182" v="25974"/>
          <ac:spMkLst>
            <pc:docMk/>
            <pc:sldMk cId="2521922718" sldId="379"/>
            <ac:spMk id="38" creationId="{4571C739-0758-21CE-8723-8125E638F206}"/>
          </ac:spMkLst>
        </pc:spChg>
        <pc:spChg chg="del mod ord">
          <ac:chgData name="Khaled taha" userId="912087602c74ab8a" providerId="LiveId" clId="{58B121E7-63A7-4330-86D4-8A88A1192A57}" dt="2025-07-05T18:21:07.477" v="25987" actId="478"/>
          <ac:spMkLst>
            <pc:docMk/>
            <pc:sldMk cId="2521922718" sldId="379"/>
            <ac:spMk id="39" creationId="{24949AE9-41C8-792A-C465-1F59FACA8D4A}"/>
          </ac:spMkLst>
        </pc:spChg>
        <pc:spChg chg="add del mod">
          <ac:chgData name="Khaled taha" userId="912087602c74ab8a" providerId="LiveId" clId="{58B121E7-63A7-4330-86D4-8A88A1192A57}" dt="2025-07-05T18:21:05.065" v="25986" actId="21"/>
          <ac:spMkLst>
            <pc:docMk/>
            <pc:sldMk cId="2521922718" sldId="379"/>
            <ac:spMk id="40" creationId="{E4F966D9-B864-3A8D-9B7B-B5F016392C5D}"/>
          </ac:spMkLst>
        </pc:spChg>
        <pc:spChg chg="add del mod">
          <ac:chgData name="Khaled taha" userId="912087602c74ab8a" providerId="LiveId" clId="{58B121E7-63A7-4330-86D4-8A88A1192A57}" dt="2025-07-05T18:21:35.532" v="25993"/>
          <ac:spMkLst>
            <pc:docMk/>
            <pc:sldMk cId="2521922718" sldId="379"/>
            <ac:spMk id="41" creationId="{770A236B-030F-0462-842D-1F4BD8832335}"/>
          </ac:spMkLst>
        </pc:spChg>
        <pc:spChg chg="add del mod">
          <ac:chgData name="Khaled taha" userId="912087602c74ab8a" providerId="LiveId" clId="{58B121E7-63A7-4330-86D4-8A88A1192A57}" dt="2025-07-05T18:21:35.532" v="25993"/>
          <ac:spMkLst>
            <pc:docMk/>
            <pc:sldMk cId="2521922718" sldId="379"/>
            <ac:spMk id="42" creationId="{E4F966D9-B864-3A8D-9B7B-B5F016392C5D}"/>
          </ac:spMkLst>
        </pc:spChg>
        <pc:spChg chg="del mod ord">
          <ac:chgData name="Khaled taha" userId="912087602c74ab8a" providerId="LiveId" clId="{58B121E7-63A7-4330-86D4-8A88A1192A57}" dt="2025-07-05T18:32:05.589" v="26106" actId="478"/>
          <ac:spMkLst>
            <pc:docMk/>
            <pc:sldMk cId="2521922718" sldId="379"/>
            <ac:spMk id="43" creationId="{D2205C12-47F5-1661-87FC-240904ED28D7}"/>
          </ac:spMkLst>
        </pc:spChg>
        <pc:spChg chg="add mod">
          <ac:chgData name="Khaled taha" userId="912087602c74ab8a" providerId="LiveId" clId="{58B121E7-63A7-4330-86D4-8A88A1192A57}" dt="2025-07-05T18:24:09.298" v="26021"/>
          <ac:spMkLst>
            <pc:docMk/>
            <pc:sldMk cId="2521922718" sldId="379"/>
            <ac:spMk id="48" creationId="{1743333F-43D9-2903-7893-9AF57A9ED1F2}"/>
          </ac:spMkLst>
        </pc:spChg>
        <pc:spChg chg="add del mod">
          <ac:chgData name="Khaled taha" userId="912087602c74ab8a" providerId="LiveId" clId="{58B121E7-63A7-4330-86D4-8A88A1192A57}" dt="2025-07-05T18:37:33.797" v="26163" actId="21"/>
          <ac:spMkLst>
            <pc:docMk/>
            <pc:sldMk cId="2521922718" sldId="379"/>
            <ac:spMk id="55" creationId="{85D180E7-1D4B-61F9-F13B-2094C61BB1C9}"/>
          </ac:spMkLst>
        </pc:spChg>
        <pc:spChg chg="add del mod ord">
          <ac:chgData name="Khaled taha" userId="912087602c74ab8a" providerId="LiveId" clId="{58B121E7-63A7-4330-86D4-8A88A1192A57}" dt="2025-07-05T20:55:54.419" v="26276" actId="478"/>
          <ac:spMkLst>
            <pc:docMk/>
            <pc:sldMk cId="2521922718" sldId="379"/>
            <ac:spMk id="56" creationId="{85D180E7-1D4B-61F9-F13B-2094C61BB1C9}"/>
          </ac:spMkLst>
        </pc:spChg>
        <pc:spChg chg="add del mod ord">
          <ac:chgData name="Khaled taha" userId="912087602c74ab8a" providerId="LiveId" clId="{58B121E7-63A7-4330-86D4-8A88A1192A57}" dt="2025-07-05T21:18:05.583" v="26377" actId="478"/>
          <ac:spMkLst>
            <pc:docMk/>
            <pc:sldMk cId="2521922718" sldId="379"/>
            <ac:spMk id="57" creationId="{2040A391-5B74-FC54-A4AE-E1322EACED9C}"/>
          </ac:spMkLst>
        </pc:spChg>
        <pc:spChg chg="add del mod ord">
          <ac:chgData name="Khaled taha" userId="912087602c74ab8a" providerId="LiveId" clId="{58B121E7-63A7-4330-86D4-8A88A1192A57}" dt="2025-07-05T23:18:45.288" v="27412" actId="478"/>
          <ac:spMkLst>
            <pc:docMk/>
            <pc:sldMk cId="2521922718" sldId="379"/>
            <ac:spMk id="58" creationId="{BF3B2235-2657-26E6-2DBD-F61AD51268A6}"/>
          </ac:spMkLst>
        </pc:spChg>
        <pc:spChg chg="add del mod ord">
          <ac:chgData name="Khaled taha" userId="912087602c74ab8a" providerId="LiveId" clId="{58B121E7-63A7-4330-86D4-8A88A1192A57}" dt="2025-07-05T23:18:47.036" v="27413" actId="478"/>
          <ac:spMkLst>
            <pc:docMk/>
            <pc:sldMk cId="2521922718" sldId="379"/>
            <ac:spMk id="59" creationId="{009DE4C1-C013-3EFB-024B-3DAE8805A6BC}"/>
          </ac:spMkLst>
        </pc:spChg>
        <pc:spChg chg="add mod ord">
          <ac:chgData name="Khaled taha" userId="912087602c74ab8a" providerId="LiveId" clId="{58B121E7-63A7-4330-86D4-8A88A1192A57}" dt="2025-07-05T23:38:40.470" v="27812" actId="1076"/>
          <ac:spMkLst>
            <pc:docMk/>
            <pc:sldMk cId="2521922718" sldId="379"/>
            <ac:spMk id="68" creationId="{40EBA191-C40C-2394-35D4-D4B089B53D17}"/>
          </ac:spMkLst>
        </pc:spChg>
        <pc:spChg chg="add mod">
          <ac:chgData name="Khaled taha" userId="912087602c74ab8a" providerId="LiveId" clId="{58B121E7-63A7-4330-86D4-8A88A1192A57}" dt="2025-07-05T23:36:18.267" v="27752" actId="14100"/>
          <ac:spMkLst>
            <pc:docMk/>
            <pc:sldMk cId="2521922718" sldId="379"/>
            <ac:spMk id="69" creationId="{B62AAA51-4E78-C5E8-D63C-6BC7BAC37887}"/>
          </ac:spMkLst>
        </pc:spChg>
        <pc:spChg chg="add mod">
          <ac:chgData name="Khaled taha" userId="912087602c74ab8a" providerId="LiveId" clId="{58B121E7-63A7-4330-86D4-8A88A1192A57}" dt="2025-07-05T23:40:29.763" v="27819" actId="1076"/>
          <ac:spMkLst>
            <pc:docMk/>
            <pc:sldMk cId="2521922718" sldId="379"/>
            <ac:spMk id="71" creationId="{39604773-854B-691E-1856-E23A2DFBBCDF}"/>
          </ac:spMkLst>
        </pc:spChg>
        <pc:spChg chg="add mod">
          <ac:chgData name="Khaled taha" userId="912087602c74ab8a" providerId="LiveId" clId="{58B121E7-63A7-4330-86D4-8A88A1192A57}" dt="2025-07-05T23:40:10.202" v="27815" actId="1076"/>
          <ac:spMkLst>
            <pc:docMk/>
            <pc:sldMk cId="2521922718" sldId="379"/>
            <ac:spMk id="73" creationId="{92D73B97-9582-38F5-5E25-042FC0058279}"/>
          </ac:spMkLst>
        </pc:spChg>
        <pc:spChg chg="add mod">
          <ac:chgData name="Khaled taha" userId="912087602c74ab8a" providerId="LiveId" clId="{58B121E7-63A7-4330-86D4-8A88A1192A57}" dt="2025-07-05T23:40:15.386" v="27816" actId="1076"/>
          <ac:spMkLst>
            <pc:docMk/>
            <pc:sldMk cId="2521922718" sldId="379"/>
            <ac:spMk id="75" creationId="{F8837F62-619E-2F3C-5CB5-06C81196888D}"/>
          </ac:spMkLst>
        </pc:spChg>
        <pc:spChg chg="add mod">
          <ac:chgData name="Khaled taha" userId="912087602c74ab8a" providerId="LiveId" clId="{58B121E7-63A7-4330-86D4-8A88A1192A57}" dt="2025-07-05T23:40:26.211" v="27818" actId="1076"/>
          <ac:spMkLst>
            <pc:docMk/>
            <pc:sldMk cId="2521922718" sldId="379"/>
            <ac:spMk id="77" creationId="{275095BD-506F-2871-A49A-F1C575A55976}"/>
          </ac:spMkLst>
        </pc:spChg>
        <pc:spChg chg="add del mod">
          <ac:chgData name="Khaled taha" userId="912087602c74ab8a" providerId="LiveId" clId="{58B121E7-63A7-4330-86D4-8A88A1192A57}" dt="2025-07-05T05:28:57.276" v="22224" actId="478"/>
          <ac:spMkLst>
            <pc:docMk/>
            <pc:sldMk cId="2521922718" sldId="379"/>
            <ac:spMk id="103" creationId="{2F8DD42C-68C6-4E71-F56D-0B21CB3ADEE3}"/>
          </ac:spMkLst>
        </pc:spChg>
        <pc:spChg chg="add del mod">
          <ac:chgData name="Khaled taha" userId="912087602c74ab8a" providerId="LiveId" clId="{58B121E7-63A7-4330-86D4-8A88A1192A57}" dt="2025-07-05T05:28:55.193" v="22223" actId="478"/>
          <ac:spMkLst>
            <pc:docMk/>
            <pc:sldMk cId="2521922718" sldId="379"/>
            <ac:spMk id="104" creationId="{A9B28E6D-E95D-087F-9E8F-C91C240B805B}"/>
          </ac:spMkLst>
        </pc:spChg>
        <pc:spChg chg="add del mod">
          <ac:chgData name="Khaled taha" userId="912087602c74ab8a" providerId="LiveId" clId="{58B121E7-63A7-4330-86D4-8A88A1192A57}" dt="2025-07-05T05:28:55.193" v="22223" actId="478"/>
          <ac:spMkLst>
            <pc:docMk/>
            <pc:sldMk cId="2521922718" sldId="379"/>
            <ac:spMk id="105" creationId="{7C03AEFF-CBD0-E1A9-16D7-F26A35329CD1}"/>
          </ac:spMkLst>
        </pc:spChg>
        <pc:spChg chg="add del mod">
          <ac:chgData name="Khaled taha" userId="912087602c74ab8a" providerId="LiveId" clId="{58B121E7-63A7-4330-86D4-8A88A1192A57}" dt="2025-07-05T05:28:55.193" v="22223" actId="478"/>
          <ac:spMkLst>
            <pc:docMk/>
            <pc:sldMk cId="2521922718" sldId="379"/>
            <ac:spMk id="106" creationId="{775B63C3-DB5C-586A-9E61-C88B2647AC4A}"/>
          </ac:spMkLst>
        </pc:spChg>
        <pc:spChg chg="add del mod">
          <ac:chgData name="Khaled taha" userId="912087602c74ab8a" providerId="LiveId" clId="{58B121E7-63A7-4330-86D4-8A88A1192A57}" dt="2025-07-05T05:28:55.193" v="22223" actId="478"/>
          <ac:spMkLst>
            <pc:docMk/>
            <pc:sldMk cId="2521922718" sldId="379"/>
            <ac:spMk id="107" creationId="{050CA844-C181-A09B-1A34-BFE580D714D7}"/>
          </ac:spMkLst>
        </pc:spChg>
        <pc:grpChg chg="add del mod">
          <ac:chgData name="Khaled taha" userId="912087602c74ab8a" providerId="LiveId" clId="{58B121E7-63A7-4330-86D4-8A88A1192A57}" dt="2025-07-05T05:15:55.949" v="21833" actId="165"/>
          <ac:grpSpMkLst>
            <pc:docMk/>
            <pc:sldMk cId="2521922718" sldId="379"/>
            <ac:grpSpMk id="5" creationId="{F31197BD-5B7D-11EA-0AFB-0FBA9E3145FA}"/>
          </ac:grpSpMkLst>
        </pc:grpChg>
        <pc:grpChg chg="add mod">
          <ac:chgData name="Khaled taha" userId="912087602c74ab8a" providerId="LiveId" clId="{58B121E7-63A7-4330-86D4-8A88A1192A57}" dt="2025-07-05T05:11:35.742" v="21794" actId="164"/>
          <ac:grpSpMkLst>
            <pc:docMk/>
            <pc:sldMk cId="2521922718" sldId="379"/>
            <ac:grpSpMk id="6" creationId="{4C40CEF2-D6F9-081E-67FF-B41C51CA7384}"/>
          </ac:grpSpMkLst>
        </pc:grpChg>
        <pc:grpChg chg="add del mod">
          <ac:chgData name="Khaled taha" userId="912087602c74ab8a" providerId="LiveId" clId="{58B121E7-63A7-4330-86D4-8A88A1192A57}" dt="2025-07-05T05:15:55.949" v="21833" actId="165"/>
          <ac:grpSpMkLst>
            <pc:docMk/>
            <pc:sldMk cId="2521922718" sldId="379"/>
            <ac:grpSpMk id="8" creationId="{476030AE-5A1E-437B-978C-A21F29046971}"/>
          </ac:grpSpMkLst>
        </pc:grpChg>
        <pc:grpChg chg="add mod">
          <ac:chgData name="Khaled taha" userId="912087602c74ab8a" providerId="LiveId" clId="{58B121E7-63A7-4330-86D4-8A88A1192A57}" dt="2025-07-05T05:11:38.315" v="21796" actId="164"/>
          <ac:grpSpMkLst>
            <pc:docMk/>
            <pc:sldMk cId="2521922718" sldId="379"/>
            <ac:grpSpMk id="9" creationId="{4BCA9335-481E-C4EC-6E61-5E9479A400B5}"/>
          </ac:grpSpMkLst>
        </pc:grpChg>
        <pc:grpChg chg="add mod">
          <ac:chgData name="Khaled taha" userId="912087602c74ab8a" providerId="LiveId" clId="{58B121E7-63A7-4330-86D4-8A88A1192A57}" dt="2025-07-05T05:16:03.904" v="21834" actId="164"/>
          <ac:grpSpMkLst>
            <pc:docMk/>
            <pc:sldMk cId="2521922718" sldId="379"/>
            <ac:grpSpMk id="10" creationId="{ABF130FA-8931-E631-D4BC-E20358419E68}"/>
          </ac:grpSpMkLst>
        </pc:grpChg>
        <pc:grpChg chg="add mod">
          <ac:chgData name="Khaled taha" userId="912087602c74ab8a" providerId="LiveId" clId="{58B121E7-63A7-4330-86D4-8A88A1192A57}" dt="2025-07-05T05:16:09.618" v="21835" actId="164"/>
          <ac:grpSpMkLst>
            <pc:docMk/>
            <pc:sldMk cId="2521922718" sldId="379"/>
            <ac:grpSpMk id="11" creationId="{4FFCA83B-1080-3621-4B0F-B4C4CA631E4F}"/>
          </ac:grpSpMkLst>
        </pc:grpChg>
        <pc:grpChg chg="add mod">
          <ac:chgData name="Khaled taha" userId="912087602c74ab8a" providerId="LiveId" clId="{58B121E7-63A7-4330-86D4-8A88A1192A57}" dt="2025-07-05T05:16:11.251" v="21836" actId="164"/>
          <ac:grpSpMkLst>
            <pc:docMk/>
            <pc:sldMk cId="2521922718" sldId="379"/>
            <ac:grpSpMk id="12" creationId="{6F07CD4F-49D7-A1C2-8C01-EE2E63CA29BB}"/>
          </ac:grpSpMkLst>
        </pc:grpChg>
        <pc:grpChg chg="add mod">
          <ac:chgData name="Khaled taha" userId="912087602c74ab8a" providerId="LiveId" clId="{58B121E7-63A7-4330-86D4-8A88A1192A57}" dt="2025-07-05T05:16:12.844" v="21837" actId="164"/>
          <ac:grpSpMkLst>
            <pc:docMk/>
            <pc:sldMk cId="2521922718" sldId="379"/>
            <ac:grpSpMk id="13" creationId="{D835E67E-1036-2DBF-4109-50F708B515FD}"/>
          </ac:grpSpMkLst>
        </pc:grpChg>
        <pc:graphicFrameChg chg="add del mod modGraphic">
          <ac:chgData name="Khaled taha" userId="912087602c74ab8a" providerId="LiveId" clId="{58B121E7-63A7-4330-86D4-8A88A1192A57}" dt="2025-07-05T18:10:47.412" v="25899" actId="478"/>
          <ac:graphicFrameMkLst>
            <pc:docMk/>
            <pc:sldMk cId="2521922718" sldId="379"/>
            <ac:graphicFrameMk id="18" creationId="{3AED97F2-C354-BAC7-069E-ABA9B498933B}"/>
          </ac:graphicFrameMkLst>
        </pc:graphicFrameChg>
        <pc:graphicFrameChg chg="add mod">
          <ac:chgData name="Khaled taha" userId="912087602c74ab8a" providerId="LiveId" clId="{58B121E7-63A7-4330-86D4-8A88A1192A57}" dt="2025-07-05T18:09:38.642" v="25889"/>
          <ac:graphicFrameMkLst>
            <pc:docMk/>
            <pc:sldMk cId="2521922718" sldId="379"/>
            <ac:graphicFrameMk id="21" creationId="{04622352-99FD-68C8-DB17-73394B6B4679}"/>
          </ac:graphicFrameMkLst>
        </pc:graphicFrameChg>
        <pc:picChg chg="mod">
          <ac:chgData name="Khaled taha" userId="912087602c74ab8a" providerId="LiveId" clId="{58B121E7-63A7-4330-86D4-8A88A1192A57}" dt="2025-07-05T16:14:51.061" v="25027" actId="14100"/>
          <ac:picMkLst>
            <pc:docMk/>
            <pc:sldMk cId="2521922718" sldId="379"/>
            <ac:picMk id="3" creationId="{6F3EAF43-568A-3E44-4BE9-5529E1B608F7}"/>
          </ac:picMkLst>
        </pc:picChg>
        <pc:picChg chg="add del mod">
          <ac:chgData name="Khaled taha" userId="912087602c74ab8a" providerId="LiveId" clId="{58B121E7-63A7-4330-86D4-8A88A1192A57}" dt="2025-07-05T18:10:44.384" v="25898" actId="478"/>
          <ac:picMkLst>
            <pc:docMk/>
            <pc:sldMk cId="2521922718" sldId="379"/>
            <ac:picMk id="20" creationId="{CF396929-830C-BEE5-9EAF-7E0C3A8C7661}"/>
          </ac:picMkLst>
        </pc:picChg>
        <pc:picChg chg="add mod">
          <ac:chgData name="Khaled taha" userId="912087602c74ab8a" providerId="LiveId" clId="{58B121E7-63A7-4330-86D4-8A88A1192A57}" dt="2025-07-05T18:09:38.642" v="25889"/>
          <ac:picMkLst>
            <pc:docMk/>
            <pc:sldMk cId="2521922718" sldId="379"/>
            <ac:picMk id="30" creationId="{B3EB7B0B-3B62-3F6C-7B17-C765405A9845}"/>
          </ac:picMkLst>
        </pc:picChg>
        <pc:picChg chg="add del mod ord">
          <ac:chgData name="Khaled taha" userId="912087602c74ab8a" providerId="LiveId" clId="{58B121E7-63A7-4330-86D4-8A88A1192A57}" dt="2025-07-05T20:58:09.012" v="26292" actId="478"/>
          <ac:picMkLst>
            <pc:docMk/>
            <pc:sldMk cId="2521922718" sldId="379"/>
            <ac:picMk id="33" creationId="{BEF40D38-713D-41F2-6313-277088644810}"/>
          </ac:picMkLst>
        </pc:picChg>
        <pc:picChg chg="add del mod ord">
          <ac:chgData name="Khaled taha" userId="912087602c74ab8a" providerId="LiveId" clId="{58B121E7-63A7-4330-86D4-8A88A1192A57}" dt="2025-07-05T18:23:23.954" v="26013" actId="478"/>
          <ac:picMkLst>
            <pc:docMk/>
            <pc:sldMk cId="2521922718" sldId="379"/>
            <ac:picMk id="45" creationId="{EA5BF706-39F6-B88B-0C89-43424C0B59B9}"/>
          </ac:picMkLst>
        </pc:picChg>
        <pc:picChg chg="add del mod ord">
          <ac:chgData name="Khaled taha" userId="912087602c74ab8a" providerId="LiveId" clId="{58B121E7-63A7-4330-86D4-8A88A1192A57}" dt="2025-07-05T18:26:13.976" v="26049" actId="478"/>
          <ac:picMkLst>
            <pc:docMk/>
            <pc:sldMk cId="2521922718" sldId="379"/>
            <ac:picMk id="47" creationId="{2C4CF1CE-3A9C-341E-F0C4-DEFC600BF26B}"/>
          </ac:picMkLst>
        </pc:picChg>
        <pc:picChg chg="add mod">
          <ac:chgData name="Khaled taha" userId="912087602c74ab8a" providerId="LiveId" clId="{58B121E7-63A7-4330-86D4-8A88A1192A57}" dt="2025-07-05T18:24:09.298" v="26021"/>
          <ac:picMkLst>
            <pc:docMk/>
            <pc:sldMk cId="2521922718" sldId="379"/>
            <ac:picMk id="49" creationId="{2FE86F4B-4424-E7FA-30CF-1FD8410EBAE0}"/>
          </ac:picMkLst>
        </pc:picChg>
        <pc:picChg chg="add del mod ord">
          <ac:chgData name="Khaled taha" userId="912087602c74ab8a" providerId="LiveId" clId="{58B121E7-63A7-4330-86D4-8A88A1192A57}" dt="2025-07-05T18:26:14.670" v="26050" actId="478"/>
          <ac:picMkLst>
            <pc:docMk/>
            <pc:sldMk cId="2521922718" sldId="379"/>
            <ac:picMk id="50" creationId="{F9B346C5-B9B6-FA05-21F5-C97285F3DF1A}"/>
          </ac:picMkLst>
        </pc:picChg>
        <pc:picChg chg="add del mod ord">
          <ac:chgData name="Khaled taha" userId="912087602c74ab8a" providerId="LiveId" clId="{58B121E7-63A7-4330-86D4-8A88A1192A57}" dt="2025-07-05T18:33:08.479" v="26116" actId="478"/>
          <ac:picMkLst>
            <pc:docMk/>
            <pc:sldMk cId="2521922718" sldId="379"/>
            <ac:picMk id="51" creationId="{0B017648-85FF-9F1A-9CDD-8BD066480A3F}"/>
          </ac:picMkLst>
        </pc:picChg>
        <pc:picChg chg="add del mod">
          <ac:chgData name="Khaled taha" userId="912087602c74ab8a" providerId="LiveId" clId="{58B121E7-63A7-4330-86D4-8A88A1192A57}" dt="2025-07-05T18:32:53.650" v="26115" actId="478"/>
          <ac:picMkLst>
            <pc:docMk/>
            <pc:sldMk cId="2521922718" sldId="379"/>
            <ac:picMk id="52" creationId="{0EACDB84-FDE7-27E3-D329-D343138BFCCA}"/>
          </ac:picMkLst>
        </pc:picChg>
        <pc:picChg chg="add mod">
          <ac:chgData name="Khaled taha" userId="912087602c74ab8a" providerId="LiveId" clId="{58B121E7-63A7-4330-86D4-8A88A1192A57}" dt="2025-07-05T18:33:08.861" v="26117"/>
          <ac:picMkLst>
            <pc:docMk/>
            <pc:sldMk cId="2521922718" sldId="379"/>
            <ac:picMk id="53" creationId="{4B142D10-2878-2808-33DA-3A6EDC3B6012}"/>
          </ac:picMkLst>
        </pc:picChg>
        <pc:picChg chg="add del mod ord">
          <ac:chgData name="Khaled taha" userId="912087602c74ab8a" providerId="LiveId" clId="{58B121E7-63A7-4330-86D4-8A88A1192A57}" dt="2025-07-05T20:56:28.967" v="26280" actId="478"/>
          <ac:picMkLst>
            <pc:docMk/>
            <pc:sldMk cId="2521922718" sldId="379"/>
            <ac:picMk id="54" creationId="{26522C83-B5F9-1870-5783-3D72BCFE6651}"/>
          </ac:picMkLst>
        </pc:picChg>
        <pc:picChg chg="add del mod ord">
          <ac:chgData name="Khaled taha" userId="912087602c74ab8a" providerId="LiveId" clId="{58B121E7-63A7-4330-86D4-8A88A1192A57}" dt="2025-07-05T23:18:47.695" v="27414" actId="478"/>
          <ac:picMkLst>
            <pc:docMk/>
            <pc:sldMk cId="2521922718" sldId="379"/>
            <ac:picMk id="60" creationId="{B97E1ED5-8D91-0DD7-5C11-5BCA42D20D02}"/>
          </ac:picMkLst>
        </pc:picChg>
        <pc:picChg chg="add del mod ord">
          <ac:chgData name="Khaled taha" userId="912087602c74ab8a" providerId="LiveId" clId="{58B121E7-63A7-4330-86D4-8A88A1192A57}" dt="2025-07-05T21:52:39.614" v="26730" actId="478"/>
          <ac:picMkLst>
            <pc:docMk/>
            <pc:sldMk cId="2521922718" sldId="379"/>
            <ac:picMk id="61" creationId="{18B1DB65-27CE-6D4A-AC7C-1E568DC299DF}"/>
          </ac:picMkLst>
        </pc:picChg>
        <pc:picChg chg="add del mod">
          <ac:chgData name="Khaled taha" userId="912087602c74ab8a" providerId="LiveId" clId="{58B121E7-63A7-4330-86D4-8A88A1192A57}" dt="2025-07-05T21:50:59.424" v="26704" actId="931"/>
          <ac:picMkLst>
            <pc:docMk/>
            <pc:sldMk cId="2521922718" sldId="379"/>
            <ac:picMk id="63" creationId="{EC6B5289-BFED-FD18-79F4-1C328438F5C0}"/>
          </ac:picMkLst>
        </pc:picChg>
        <pc:picChg chg="add mod">
          <ac:chgData name="Khaled taha" userId="912087602c74ab8a" providerId="LiveId" clId="{58B121E7-63A7-4330-86D4-8A88A1192A57}" dt="2025-07-05T21:49:18.512" v="26698"/>
          <ac:picMkLst>
            <pc:docMk/>
            <pc:sldMk cId="2521922718" sldId="379"/>
            <ac:picMk id="64" creationId="{415FFEB7-A350-2B7F-6992-44F9BC03BE30}"/>
          </ac:picMkLst>
        </pc:picChg>
        <pc:picChg chg="add del mod">
          <ac:chgData name="Khaled taha" userId="912087602c74ab8a" providerId="LiveId" clId="{58B121E7-63A7-4330-86D4-8A88A1192A57}" dt="2025-07-05T21:59:13.277" v="26767" actId="478"/>
          <ac:picMkLst>
            <pc:docMk/>
            <pc:sldMk cId="2521922718" sldId="379"/>
            <ac:picMk id="65" creationId="{5443A952-DD19-AE17-E7A0-103A5E8BB06C}"/>
          </ac:picMkLst>
        </pc:picChg>
        <pc:picChg chg="add del mod">
          <ac:chgData name="Khaled taha" userId="912087602c74ab8a" providerId="LiveId" clId="{58B121E7-63A7-4330-86D4-8A88A1192A57}" dt="2025-07-05T23:18:43.251" v="27411" actId="478"/>
          <ac:picMkLst>
            <pc:docMk/>
            <pc:sldMk cId="2521922718" sldId="379"/>
            <ac:picMk id="66" creationId="{293BB4CD-AC15-6F16-747F-FAD172289A47}"/>
          </ac:picMkLst>
        </pc:picChg>
        <pc:picChg chg="add del mod ord">
          <ac:chgData name="Khaled taha" userId="912087602c74ab8a" providerId="LiveId" clId="{58B121E7-63A7-4330-86D4-8A88A1192A57}" dt="2025-07-05T23:18:48.564" v="27415" actId="478"/>
          <ac:picMkLst>
            <pc:docMk/>
            <pc:sldMk cId="2521922718" sldId="379"/>
            <ac:picMk id="67" creationId="{44D849A9-DC42-EAE6-0033-72CFE0F57AA9}"/>
          </ac:picMkLst>
        </pc:picChg>
        <pc:picChg chg="add mod">
          <ac:chgData name="Khaled taha" userId="912087602c74ab8a" providerId="LiveId" clId="{58B121E7-63A7-4330-86D4-8A88A1192A57}" dt="2025-07-05T23:40:54.570" v="27820"/>
          <ac:picMkLst>
            <pc:docMk/>
            <pc:sldMk cId="2521922718" sldId="379"/>
            <ac:picMk id="78" creationId="{E74B17EF-F06F-0739-CC56-ADDEC4D15E29}"/>
          </ac:picMkLst>
        </pc:picChg>
        <pc:picChg chg="add mod">
          <ac:chgData name="Khaled taha" userId="912087602c74ab8a" providerId="LiveId" clId="{58B121E7-63A7-4330-86D4-8A88A1192A57}" dt="2025-07-05T23:44:03.187" v="27825" actId="1076"/>
          <ac:picMkLst>
            <pc:docMk/>
            <pc:sldMk cId="2521922718" sldId="379"/>
            <ac:picMk id="80" creationId="{B2A6F313-E456-055C-A9A0-2710C477EBCF}"/>
          </ac:picMkLst>
        </pc:picChg>
        <pc:cxnChg chg="del mod">
          <ac:chgData name="Khaled taha" userId="912087602c74ab8a" providerId="LiveId" clId="{58B121E7-63A7-4330-86D4-8A88A1192A57}" dt="2025-07-05T16:22:34.615" v="25134" actId="478"/>
          <ac:cxnSpMkLst>
            <pc:docMk/>
            <pc:sldMk cId="2521922718" sldId="379"/>
            <ac:cxnSpMk id="7" creationId="{5996456D-7B98-11AF-CF17-DF68311E9713}"/>
          </ac:cxnSpMkLst>
        </pc:cxnChg>
        <pc:cxnChg chg="add del mod">
          <ac:chgData name="Khaled taha" userId="912087602c74ab8a" providerId="LiveId" clId="{58B121E7-63A7-4330-86D4-8A88A1192A57}" dt="2025-07-05T16:23:49.127" v="25157" actId="478"/>
          <ac:cxnSpMkLst>
            <pc:docMk/>
            <pc:sldMk cId="2521922718" sldId="379"/>
            <ac:cxnSpMk id="16" creationId="{DD2F4630-2109-9C71-8732-9AF9F99BD8D4}"/>
          </ac:cxnSpMkLst>
        </pc:cxnChg>
        <pc:cxnChg chg="add mod">
          <ac:chgData name="Khaled taha" userId="912087602c74ab8a" providerId="LiveId" clId="{58B121E7-63A7-4330-86D4-8A88A1192A57}" dt="2025-07-05T16:23:49.361" v="25158"/>
          <ac:cxnSpMkLst>
            <pc:docMk/>
            <pc:sldMk cId="2521922718" sldId="379"/>
            <ac:cxnSpMk id="17" creationId="{2CDA36F8-0B72-3ED3-1740-5E21175C3137}"/>
          </ac:cxnSpMkLst>
        </pc:cxnChg>
      </pc:sldChg>
      <pc:sldChg chg="addSp delSp modSp mod modTransition modAnim">
        <pc:chgData name="Khaled taha" userId="912087602c74ab8a" providerId="LiveId" clId="{58B121E7-63A7-4330-86D4-8A88A1192A57}" dt="2025-07-05T16:52:51.528" v="25492" actId="207"/>
        <pc:sldMkLst>
          <pc:docMk/>
          <pc:sldMk cId="2407396113" sldId="381"/>
        </pc:sldMkLst>
        <pc:spChg chg="mod">
          <ac:chgData name="Khaled taha" userId="912087602c74ab8a" providerId="LiveId" clId="{58B121E7-63A7-4330-86D4-8A88A1192A57}" dt="2025-07-05T16:26:51.101" v="25215" actId="1076"/>
          <ac:spMkLst>
            <pc:docMk/>
            <pc:sldMk cId="2407396113" sldId="381"/>
            <ac:spMk id="2" creationId="{C9A1005A-3980-0D78-D24C-8DAE92AD8DB3}"/>
          </ac:spMkLst>
        </pc:spChg>
        <pc:spChg chg="add del mod">
          <ac:chgData name="Khaled taha" userId="912087602c74ab8a" providerId="LiveId" clId="{58B121E7-63A7-4330-86D4-8A88A1192A57}" dt="2025-07-05T07:19:56.768" v="22982" actId="478"/>
          <ac:spMkLst>
            <pc:docMk/>
            <pc:sldMk cId="2407396113" sldId="381"/>
            <ac:spMk id="4" creationId="{905D4223-423C-69E5-996A-2AB05BCEB43A}"/>
          </ac:spMkLst>
        </pc:spChg>
        <pc:spChg chg="add del mod">
          <ac:chgData name="Khaled taha" userId="912087602c74ab8a" providerId="LiveId" clId="{58B121E7-63A7-4330-86D4-8A88A1192A57}" dt="2025-07-05T06:11:06.807" v="22528" actId="478"/>
          <ac:spMkLst>
            <pc:docMk/>
            <pc:sldMk cId="2407396113" sldId="381"/>
            <ac:spMk id="6" creationId="{C82D05B7-5075-DAFD-1956-EC328719DB43}"/>
          </ac:spMkLst>
        </pc:spChg>
        <pc:spChg chg="add del mod">
          <ac:chgData name="Khaled taha" userId="912087602c74ab8a" providerId="LiveId" clId="{58B121E7-63A7-4330-86D4-8A88A1192A57}" dt="2025-07-05T06:10:58.391" v="22524" actId="478"/>
          <ac:spMkLst>
            <pc:docMk/>
            <pc:sldMk cId="2407396113" sldId="381"/>
            <ac:spMk id="27" creationId="{3CD2C436-7F80-240C-4F72-81F9C5AD1A13}"/>
          </ac:spMkLst>
        </pc:spChg>
        <pc:spChg chg="add del mod">
          <ac:chgData name="Khaled taha" userId="912087602c74ab8a" providerId="LiveId" clId="{58B121E7-63A7-4330-86D4-8A88A1192A57}" dt="2025-07-05T06:10:51.642" v="22517" actId="1076"/>
          <ac:spMkLst>
            <pc:docMk/>
            <pc:sldMk cId="2407396113" sldId="381"/>
            <ac:spMk id="28" creationId="{0A795181-72C7-BE4E-B9B7-87ED0BA23998}"/>
          </ac:spMkLst>
        </pc:spChg>
        <pc:spChg chg="add del mod">
          <ac:chgData name="Khaled taha" userId="912087602c74ab8a" providerId="LiveId" clId="{58B121E7-63A7-4330-86D4-8A88A1192A57}" dt="2025-07-05T06:13:43.889" v="22554" actId="478"/>
          <ac:spMkLst>
            <pc:docMk/>
            <pc:sldMk cId="2407396113" sldId="381"/>
            <ac:spMk id="29" creationId="{83A1B3EC-1B09-E1DF-1F5A-0DEC500C1B47}"/>
          </ac:spMkLst>
        </pc:spChg>
        <pc:spChg chg="add del mod">
          <ac:chgData name="Khaled taha" userId="912087602c74ab8a" providerId="LiveId" clId="{58B121E7-63A7-4330-86D4-8A88A1192A57}" dt="2025-07-05T07:19:56.768" v="22982" actId="478"/>
          <ac:spMkLst>
            <pc:docMk/>
            <pc:sldMk cId="2407396113" sldId="381"/>
            <ac:spMk id="30" creationId="{65956DBF-95DC-D338-5137-BA602757EDAE}"/>
          </ac:spMkLst>
        </pc:spChg>
        <pc:spChg chg="add del mod ord">
          <ac:chgData name="Khaled taha" userId="912087602c74ab8a" providerId="LiveId" clId="{58B121E7-63A7-4330-86D4-8A88A1192A57}" dt="2025-07-05T07:19:56.768" v="22982" actId="478"/>
          <ac:spMkLst>
            <pc:docMk/>
            <pc:sldMk cId="2407396113" sldId="381"/>
            <ac:spMk id="64" creationId="{FEB5B0F3-D8EB-44F6-3B27-282E1D4B1263}"/>
          </ac:spMkLst>
        </pc:spChg>
        <pc:spChg chg="add del mod">
          <ac:chgData name="Khaled taha" userId="912087602c74ab8a" providerId="LiveId" clId="{58B121E7-63A7-4330-86D4-8A88A1192A57}" dt="2025-07-05T07:19:56.768" v="22982" actId="478"/>
          <ac:spMkLst>
            <pc:docMk/>
            <pc:sldMk cId="2407396113" sldId="381"/>
            <ac:spMk id="65" creationId="{E897AA29-4324-C093-A626-382DA4C5D77F}"/>
          </ac:spMkLst>
        </pc:spChg>
        <pc:spChg chg="add del mod">
          <ac:chgData name="Khaled taha" userId="912087602c74ab8a" providerId="LiveId" clId="{58B121E7-63A7-4330-86D4-8A88A1192A57}" dt="2025-07-05T07:19:56.768" v="22982" actId="478"/>
          <ac:spMkLst>
            <pc:docMk/>
            <pc:sldMk cId="2407396113" sldId="381"/>
            <ac:spMk id="71" creationId="{E4E9D1C5-EDF1-813F-265A-058512B677D1}"/>
          </ac:spMkLst>
        </pc:spChg>
        <pc:spChg chg="add del mod">
          <ac:chgData name="Khaled taha" userId="912087602c74ab8a" providerId="LiveId" clId="{58B121E7-63A7-4330-86D4-8A88A1192A57}" dt="2025-07-05T07:19:56.768" v="22982" actId="478"/>
          <ac:spMkLst>
            <pc:docMk/>
            <pc:sldMk cId="2407396113" sldId="381"/>
            <ac:spMk id="72" creationId="{8B003C7E-8A32-E433-BD41-903CA09F0420}"/>
          </ac:spMkLst>
        </pc:spChg>
        <pc:spChg chg="add del mod">
          <ac:chgData name="Khaled taha" userId="912087602c74ab8a" providerId="LiveId" clId="{58B121E7-63A7-4330-86D4-8A88A1192A57}" dt="2025-07-05T07:19:56.768" v="22982" actId="478"/>
          <ac:spMkLst>
            <pc:docMk/>
            <pc:sldMk cId="2407396113" sldId="381"/>
            <ac:spMk id="75" creationId="{39EA1F67-1B5B-68BE-4EF3-9A5872194179}"/>
          </ac:spMkLst>
        </pc:spChg>
        <pc:spChg chg="add del mod">
          <ac:chgData name="Khaled taha" userId="912087602c74ab8a" providerId="LiveId" clId="{58B121E7-63A7-4330-86D4-8A88A1192A57}" dt="2025-07-05T07:19:56.768" v="22982" actId="478"/>
          <ac:spMkLst>
            <pc:docMk/>
            <pc:sldMk cId="2407396113" sldId="381"/>
            <ac:spMk id="76" creationId="{D3C3BBE4-5288-7F8F-DEB6-5660682F6347}"/>
          </ac:spMkLst>
        </pc:spChg>
        <pc:spChg chg="add mod">
          <ac:chgData name="Khaled taha" userId="912087602c74ab8a" providerId="LiveId" clId="{58B121E7-63A7-4330-86D4-8A88A1192A57}" dt="2025-07-05T06:50:20.681" v="22674"/>
          <ac:spMkLst>
            <pc:docMk/>
            <pc:sldMk cId="2407396113" sldId="381"/>
            <ac:spMk id="77" creationId="{90C95983-7CF9-FF0C-A488-8AF6C5186538}"/>
          </ac:spMkLst>
        </pc:spChg>
        <pc:spChg chg="add mod">
          <ac:chgData name="Khaled taha" userId="912087602c74ab8a" providerId="LiveId" clId="{58B121E7-63A7-4330-86D4-8A88A1192A57}" dt="2025-07-05T06:50:20.681" v="22674"/>
          <ac:spMkLst>
            <pc:docMk/>
            <pc:sldMk cId="2407396113" sldId="381"/>
            <ac:spMk id="78" creationId="{31BB9C40-12E1-64A7-F220-29D10BCD9C6E}"/>
          </ac:spMkLst>
        </pc:spChg>
        <pc:spChg chg="add mod">
          <ac:chgData name="Khaled taha" userId="912087602c74ab8a" providerId="LiveId" clId="{58B121E7-63A7-4330-86D4-8A88A1192A57}" dt="2025-07-05T08:34:05.671" v="23841" actId="12789"/>
          <ac:spMkLst>
            <pc:docMk/>
            <pc:sldMk cId="2407396113" sldId="381"/>
            <ac:spMk id="79" creationId="{554DE873-401D-5A8D-E003-E07E47F64994}"/>
          </ac:spMkLst>
        </pc:spChg>
        <pc:spChg chg="add mod">
          <ac:chgData name="Khaled taha" userId="912087602c74ab8a" providerId="LiveId" clId="{58B121E7-63A7-4330-86D4-8A88A1192A57}" dt="2025-07-05T08:34:05.671" v="23841" actId="12789"/>
          <ac:spMkLst>
            <pc:docMk/>
            <pc:sldMk cId="2407396113" sldId="381"/>
            <ac:spMk id="80" creationId="{580A232F-562B-8F3F-3C1E-565CC620224A}"/>
          </ac:spMkLst>
        </pc:spChg>
        <pc:spChg chg="add del mod">
          <ac:chgData name="Khaled taha" userId="912087602c74ab8a" providerId="LiveId" clId="{58B121E7-63A7-4330-86D4-8A88A1192A57}" dt="2025-07-05T06:50:56.682" v="22685" actId="21"/>
          <ac:spMkLst>
            <pc:docMk/>
            <pc:sldMk cId="2407396113" sldId="381"/>
            <ac:spMk id="82" creationId="{5642544D-C11B-8280-1364-2FAEF4FC1819}"/>
          </ac:spMkLst>
        </pc:spChg>
        <pc:spChg chg="add del mod">
          <ac:chgData name="Khaled taha" userId="912087602c74ab8a" providerId="LiveId" clId="{58B121E7-63A7-4330-86D4-8A88A1192A57}" dt="2025-07-05T06:50:54.456" v="22684" actId="478"/>
          <ac:spMkLst>
            <pc:docMk/>
            <pc:sldMk cId="2407396113" sldId="381"/>
            <ac:spMk id="83" creationId="{A069F4A9-A479-0934-6F2E-2C3DB60D03D1}"/>
          </ac:spMkLst>
        </pc:spChg>
        <pc:spChg chg="add del mod">
          <ac:chgData name="Khaled taha" userId="912087602c74ab8a" providerId="LiveId" clId="{58B121E7-63A7-4330-86D4-8A88A1192A57}" dt="2025-07-05T06:50:56.682" v="22685" actId="21"/>
          <ac:spMkLst>
            <pc:docMk/>
            <pc:sldMk cId="2407396113" sldId="381"/>
            <ac:spMk id="85" creationId="{570C76D2-683C-BE36-729E-113EF0B4D189}"/>
          </ac:spMkLst>
        </pc:spChg>
        <pc:spChg chg="add del mod">
          <ac:chgData name="Khaled taha" userId="912087602c74ab8a" providerId="LiveId" clId="{58B121E7-63A7-4330-86D4-8A88A1192A57}" dt="2025-07-05T06:50:54.456" v="22684" actId="478"/>
          <ac:spMkLst>
            <pc:docMk/>
            <pc:sldMk cId="2407396113" sldId="381"/>
            <ac:spMk id="86" creationId="{9330C53B-C3BF-EB5A-2450-2692CDD0FE3A}"/>
          </ac:spMkLst>
        </pc:spChg>
        <pc:spChg chg="add mod">
          <ac:chgData name="Khaled taha" userId="912087602c74ab8a" providerId="LiveId" clId="{58B121E7-63A7-4330-86D4-8A88A1192A57}" dt="2025-07-05T08:35:23.959" v="23851" actId="1076"/>
          <ac:spMkLst>
            <pc:docMk/>
            <pc:sldMk cId="2407396113" sldId="381"/>
            <ac:spMk id="88" creationId="{E6AB6F5D-1D46-0CB5-CDE4-5E16CF834807}"/>
          </ac:spMkLst>
        </pc:spChg>
        <pc:spChg chg="add mod">
          <ac:chgData name="Khaled taha" userId="912087602c74ab8a" providerId="LiveId" clId="{58B121E7-63A7-4330-86D4-8A88A1192A57}" dt="2025-07-05T08:35:34.318" v="23853" actId="1076"/>
          <ac:spMkLst>
            <pc:docMk/>
            <pc:sldMk cId="2407396113" sldId="381"/>
            <ac:spMk id="89" creationId="{32C1B47E-CDAD-42CC-8CA6-45AEEA4AEAFF}"/>
          </ac:spMkLst>
        </pc:spChg>
        <pc:spChg chg="add mod">
          <ac:chgData name="Khaled taha" userId="912087602c74ab8a" providerId="LiveId" clId="{58B121E7-63A7-4330-86D4-8A88A1192A57}" dt="2025-07-05T06:53:13.302" v="22760"/>
          <ac:spMkLst>
            <pc:docMk/>
            <pc:sldMk cId="2407396113" sldId="381"/>
            <ac:spMk id="92" creationId="{5642544D-C11B-8280-1364-2FAEF4FC1819}"/>
          </ac:spMkLst>
        </pc:spChg>
        <pc:spChg chg="add mod">
          <ac:chgData name="Khaled taha" userId="912087602c74ab8a" providerId="LiveId" clId="{58B121E7-63A7-4330-86D4-8A88A1192A57}" dt="2025-07-05T06:53:13.302" v="22760"/>
          <ac:spMkLst>
            <pc:docMk/>
            <pc:sldMk cId="2407396113" sldId="381"/>
            <ac:spMk id="93" creationId="{570C76D2-683C-BE36-729E-113EF0B4D189}"/>
          </ac:spMkLst>
        </pc:spChg>
        <pc:spChg chg="add del mod">
          <ac:chgData name="Khaled taha" userId="912087602c74ab8a" providerId="LiveId" clId="{58B121E7-63A7-4330-86D4-8A88A1192A57}" dt="2025-07-05T07:18:47.755" v="22914" actId="478"/>
          <ac:spMkLst>
            <pc:docMk/>
            <pc:sldMk cId="2407396113" sldId="381"/>
            <ac:spMk id="94" creationId="{5C5911D0-744F-A691-8C78-0E3AFA91873F}"/>
          </ac:spMkLst>
        </pc:spChg>
        <pc:spChg chg="add mod">
          <ac:chgData name="Khaled taha" userId="912087602c74ab8a" providerId="LiveId" clId="{58B121E7-63A7-4330-86D4-8A88A1192A57}" dt="2025-07-05T16:52:51.528" v="25492" actId="207"/>
          <ac:spMkLst>
            <pc:docMk/>
            <pc:sldMk cId="2407396113" sldId="381"/>
            <ac:spMk id="95" creationId="{C093F1FE-2C81-464A-55B7-B53A9A07150C}"/>
          </ac:spMkLst>
        </pc:spChg>
        <pc:spChg chg="add mod">
          <ac:chgData name="Khaled taha" userId="912087602c74ab8a" providerId="LiveId" clId="{58B121E7-63A7-4330-86D4-8A88A1192A57}" dt="2025-07-05T16:51:58.082" v="25490" actId="207"/>
          <ac:spMkLst>
            <pc:docMk/>
            <pc:sldMk cId="2407396113" sldId="381"/>
            <ac:spMk id="96" creationId="{50A95787-0C1C-1E2B-DB8E-BB35A3198E2F}"/>
          </ac:spMkLst>
        </pc:spChg>
        <pc:spChg chg="add mod">
          <ac:chgData name="Khaled taha" userId="912087602c74ab8a" providerId="LiveId" clId="{58B121E7-63A7-4330-86D4-8A88A1192A57}" dt="2025-07-05T16:52:51.528" v="25492" actId="207"/>
          <ac:spMkLst>
            <pc:docMk/>
            <pc:sldMk cId="2407396113" sldId="381"/>
            <ac:spMk id="98" creationId="{0557F0F0-8A9D-A6C1-67FA-18F571D23132}"/>
          </ac:spMkLst>
        </pc:spChg>
        <pc:spChg chg="add mod">
          <ac:chgData name="Khaled taha" userId="912087602c74ab8a" providerId="LiveId" clId="{58B121E7-63A7-4330-86D4-8A88A1192A57}" dt="2025-07-05T16:51:58.082" v="25490" actId="207"/>
          <ac:spMkLst>
            <pc:docMk/>
            <pc:sldMk cId="2407396113" sldId="381"/>
            <ac:spMk id="99" creationId="{D77B4877-AF03-48AF-DB58-8A016AB6B0FB}"/>
          </ac:spMkLst>
        </pc:spChg>
        <pc:spChg chg="add mod">
          <ac:chgData name="Khaled taha" userId="912087602c74ab8a" providerId="LiveId" clId="{58B121E7-63A7-4330-86D4-8A88A1192A57}" dt="2025-07-05T07:22:02.096" v="23008"/>
          <ac:spMkLst>
            <pc:docMk/>
            <pc:sldMk cId="2407396113" sldId="381"/>
            <ac:spMk id="112" creationId="{445F414F-84DC-EB9B-88E1-52EC8FE8B1BA}"/>
          </ac:spMkLst>
        </pc:spChg>
        <pc:spChg chg="add mod">
          <ac:chgData name="Khaled taha" userId="912087602c74ab8a" providerId="LiveId" clId="{58B121E7-63A7-4330-86D4-8A88A1192A57}" dt="2025-07-05T16:52:51.528" v="25492" actId="207"/>
          <ac:spMkLst>
            <pc:docMk/>
            <pc:sldMk cId="2407396113" sldId="381"/>
            <ac:spMk id="113" creationId="{D058800F-F69C-B715-F5DE-E67410916810}"/>
          </ac:spMkLst>
        </pc:spChg>
        <pc:spChg chg="add mod">
          <ac:chgData name="Khaled taha" userId="912087602c74ab8a" providerId="LiveId" clId="{58B121E7-63A7-4330-86D4-8A88A1192A57}" dt="2025-07-05T16:51:58.082" v="25490" actId="207"/>
          <ac:spMkLst>
            <pc:docMk/>
            <pc:sldMk cId="2407396113" sldId="381"/>
            <ac:spMk id="114" creationId="{03DAE525-60DB-8BDE-3E7C-B2216DDD9242}"/>
          </ac:spMkLst>
        </pc:spChg>
        <pc:spChg chg="add mod">
          <ac:chgData name="Khaled taha" userId="912087602c74ab8a" providerId="LiveId" clId="{58B121E7-63A7-4330-86D4-8A88A1192A57}" dt="2025-07-05T16:52:51.528" v="25492" actId="207"/>
          <ac:spMkLst>
            <pc:docMk/>
            <pc:sldMk cId="2407396113" sldId="381"/>
            <ac:spMk id="115" creationId="{AE9928EF-ED31-9BF5-8B0D-8E45B37E22E4}"/>
          </ac:spMkLst>
        </pc:spChg>
        <pc:spChg chg="add mod">
          <ac:chgData name="Khaled taha" userId="912087602c74ab8a" providerId="LiveId" clId="{58B121E7-63A7-4330-86D4-8A88A1192A57}" dt="2025-07-05T16:51:58.082" v="25490" actId="207"/>
          <ac:spMkLst>
            <pc:docMk/>
            <pc:sldMk cId="2407396113" sldId="381"/>
            <ac:spMk id="116" creationId="{B76E389A-2729-5A44-59C5-441C4AC6A7F2}"/>
          </ac:spMkLst>
        </pc:spChg>
        <pc:grpChg chg="add mod">
          <ac:chgData name="Khaled taha" userId="912087602c74ab8a" providerId="LiveId" clId="{58B121E7-63A7-4330-86D4-8A88A1192A57}" dt="2025-07-05T07:26:22.781" v="23082" actId="164"/>
          <ac:grpSpMkLst>
            <pc:docMk/>
            <pc:sldMk cId="2407396113" sldId="381"/>
            <ac:grpSpMk id="122" creationId="{193DF17A-0643-FD6E-EE3D-76167E6B5D22}"/>
          </ac:grpSpMkLst>
        </pc:grpChg>
        <pc:grpChg chg="add del mod">
          <ac:chgData name="Khaled taha" userId="912087602c74ab8a" providerId="LiveId" clId="{58B121E7-63A7-4330-86D4-8A88A1192A57}" dt="2025-07-05T08:36:01.734" v="23856" actId="478"/>
          <ac:grpSpMkLst>
            <pc:docMk/>
            <pc:sldMk cId="2407396113" sldId="381"/>
            <ac:grpSpMk id="123" creationId="{D419EF00-3286-2DA9-F50C-7E744BB999FF}"/>
          </ac:grpSpMkLst>
        </pc:grpChg>
        <pc:grpChg chg="add mod">
          <ac:chgData name="Khaled taha" userId="912087602c74ab8a" providerId="LiveId" clId="{58B121E7-63A7-4330-86D4-8A88A1192A57}" dt="2025-07-05T07:27:09.812" v="23092" actId="164"/>
          <ac:grpSpMkLst>
            <pc:docMk/>
            <pc:sldMk cId="2407396113" sldId="381"/>
            <ac:grpSpMk id="124" creationId="{B3034280-FB3A-004A-9B83-A273F15374CF}"/>
          </ac:grpSpMkLst>
        </pc:grpChg>
        <pc:grpChg chg="add del mod">
          <ac:chgData name="Khaled taha" userId="912087602c74ab8a" providerId="LiveId" clId="{58B121E7-63A7-4330-86D4-8A88A1192A57}" dt="2025-07-05T08:36:01.734" v="23856" actId="478"/>
          <ac:grpSpMkLst>
            <pc:docMk/>
            <pc:sldMk cId="2407396113" sldId="381"/>
            <ac:grpSpMk id="125" creationId="{B6590655-787A-70DE-CD9E-E694EBA1AE2E}"/>
          </ac:grpSpMkLst>
        </pc:grpChg>
        <pc:picChg chg="mod">
          <ac:chgData name="Khaled taha" userId="912087602c74ab8a" providerId="LiveId" clId="{58B121E7-63A7-4330-86D4-8A88A1192A57}" dt="2025-07-05T16:26:27.666" v="25210" actId="14100"/>
          <ac:picMkLst>
            <pc:docMk/>
            <pc:sldMk cId="2407396113" sldId="381"/>
            <ac:picMk id="3" creationId="{4A3A1572-539C-1418-BBE7-B68E9F567A9B}"/>
          </ac:picMkLst>
        </pc:picChg>
        <pc:cxnChg chg="add mod">
          <ac:chgData name="Khaled taha" userId="912087602c74ab8a" providerId="LiveId" clId="{58B121E7-63A7-4330-86D4-8A88A1192A57}" dt="2025-07-05T16:26:59.895" v="25217"/>
          <ac:cxnSpMkLst>
            <pc:docMk/>
            <pc:sldMk cId="2407396113" sldId="381"/>
            <ac:cxnSpMk id="4" creationId="{FD06C414-F74C-75C8-408C-D0330A879F27}"/>
          </ac:cxnSpMkLst>
        </pc:cxnChg>
        <pc:cxnChg chg="del mod">
          <ac:chgData name="Khaled taha" userId="912087602c74ab8a" providerId="LiveId" clId="{58B121E7-63A7-4330-86D4-8A88A1192A57}" dt="2025-07-05T16:26:59.686" v="25216" actId="478"/>
          <ac:cxnSpMkLst>
            <pc:docMk/>
            <pc:sldMk cId="2407396113" sldId="381"/>
            <ac:cxnSpMk id="5" creationId="{E086C889-D878-953B-EFA9-5530E9026119}"/>
          </ac:cxnSpMkLst>
        </pc:cxnChg>
        <pc:cxnChg chg="add del mod">
          <ac:chgData name="Khaled taha" userId="912087602c74ab8a" providerId="LiveId" clId="{58B121E7-63A7-4330-86D4-8A88A1192A57}" dt="2025-07-05T06:07:11.364" v="22461" actId="11529"/>
          <ac:cxnSpMkLst>
            <pc:docMk/>
            <pc:sldMk cId="2407396113" sldId="381"/>
            <ac:cxnSpMk id="8" creationId="{8E842C70-95FF-301B-6126-6EAD5471C4B1}"/>
          </ac:cxnSpMkLst>
        </pc:cxnChg>
        <pc:cxnChg chg="add del mod">
          <ac:chgData name="Khaled taha" userId="912087602c74ab8a" providerId="LiveId" clId="{58B121E7-63A7-4330-86D4-8A88A1192A57}" dt="2025-07-05T06:07:37.486" v="22469" actId="11529"/>
          <ac:cxnSpMkLst>
            <pc:docMk/>
            <pc:sldMk cId="2407396113" sldId="381"/>
            <ac:cxnSpMk id="10" creationId="{187CB94A-0346-ED57-4111-97565E869F7D}"/>
          </ac:cxnSpMkLst>
        </pc:cxnChg>
        <pc:cxnChg chg="add del mod">
          <ac:chgData name="Khaled taha" userId="912087602c74ab8a" providerId="LiveId" clId="{58B121E7-63A7-4330-86D4-8A88A1192A57}" dt="2025-07-05T06:10:59.732" v="22525" actId="478"/>
          <ac:cxnSpMkLst>
            <pc:docMk/>
            <pc:sldMk cId="2407396113" sldId="381"/>
            <ac:cxnSpMk id="15" creationId="{76839B96-7602-B85C-5301-3EEBA34AB9F0}"/>
          </ac:cxnSpMkLst>
        </pc:cxnChg>
        <pc:cxnChg chg="add del mod">
          <ac:chgData name="Khaled taha" userId="912087602c74ab8a" providerId="LiveId" clId="{58B121E7-63A7-4330-86D4-8A88A1192A57}" dt="2025-07-05T06:11:00.732" v="22526" actId="478"/>
          <ac:cxnSpMkLst>
            <pc:docMk/>
            <pc:sldMk cId="2407396113" sldId="381"/>
            <ac:cxnSpMk id="21" creationId="{641D7952-85DE-A37B-F2C1-31C9174481DD}"/>
          </ac:cxnSpMkLst>
        </pc:cxnChg>
        <pc:cxnChg chg="add del mod">
          <ac:chgData name="Khaled taha" userId="912087602c74ab8a" providerId="LiveId" clId="{58B121E7-63A7-4330-86D4-8A88A1192A57}" dt="2025-07-05T06:25:50.903" v="22606" actId="478"/>
          <ac:cxnSpMkLst>
            <pc:docMk/>
            <pc:sldMk cId="2407396113" sldId="381"/>
            <ac:cxnSpMk id="32" creationId="{A953B19A-842F-42B2-5202-15933F8E9E48}"/>
          </ac:cxnSpMkLst>
        </pc:cxnChg>
        <pc:cxnChg chg="add del mod">
          <ac:chgData name="Khaled taha" userId="912087602c74ab8a" providerId="LiveId" clId="{58B121E7-63A7-4330-86D4-8A88A1192A57}" dt="2025-07-05T06:25:53.411" v="22609" actId="478"/>
          <ac:cxnSpMkLst>
            <pc:docMk/>
            <pc:sldMk cId="2407396113" sldId="381"/>
            <ac:cxnSpMk id="35" creationId="{1F594927-F705-65D6-B1DB-05F8F7572C95}"/>
          </ac:cxnSpMkLst>
        </pc:cxnChg>
        <pc:cxnChg chg="add del mod">
          <ac:chgData name="Khaled taha" userId="912087602c74ab8a" providerId="LiveId" clId="{58B121E7-63A7-4330-86D4-8A88A1192A57}" dt="2025-07-05T06:25:51.796" v="22607" actId="478"/>
          <ac:cxnSpMkLst>
            <pc:docMk/>
            <pc:sldMk cId="2407396113" sldId="381"/>
            <ac:cxnSpMk id="40" creationId="{2A57C8F3-E9A6-371C-0645-4DFB3217118B}"/>
          </ac:cxnSpMkLst>
        </pc:cxnChg>
        <pc:cxnChg chg="add del mod">
          <ac:chgData name="Khaled taha" userId="912087602c74ab8a" providerId="LiveId" clId="{58B121E7-63A7-4330-86D4-8A88A1192A57}" dt="2025-07-05T06:17:51.713" v="22597" actId="478"/>
          <ac:cxnSpMkLst>
            <pc:docMk/>
            <pc:sldMk cId="2407396113" sldId="381"/>
            <ac:cxnSpMk id="46" creationId="{036035C2-16C6-32A7-322E-E74B517ADDDB}"/>
          </ac:cxnSpMkLst>
        </pc:cxnChg>
        <pc:cxnChg chg="add del mod">
          <ac:chgData name="Khaled taha" userId="912087602c74ab8a" providerId="LiveId" clId="{58B121E7-63A7-4330-86D4-8A88A1192A57}" dt="2025-07-05T06:25:52.521" v="22608" actId="478"/>
          <ac:cxnSpMkLst>
            <pc:docMk/>
            <pc:sldMk cId="2407396113" sldId="381"/>
            <ac:cxnSpMk id="48" creationId="{0BAD33FB-ED3C-5006-5C15-F86F2D526319}"/>
          </ac:cxnSpMkLst>
        </pc:cxnChg>
        <pc:cxnChg chg="add del mod">
          <ac:chgData name="Khaled taha" userId="912087602c74ab8a" providerId="LiveId" clId="{58B121E7-63A7-4330-86D4-8A88A1192A57}" dt="2025-07-05T06:42:23.138" v="22616" actId="478"/>
          <ac:cxnSpMkLst>
            <pc:docMk/>
            <pc:sldMk cId="2407396113" sldId="381"/>
            <ac:cxnSpMk id="54" creationId="{4397B681-57E8-CC76-0BF2-CA15DBC18156}"/>
          </ac:cxnSpMkLst>
        </pc:cxnChg>
        <pc:cxnChg chg="add del mod">
          <ac:chgData name="Khaled taha" userId="912087602c74ab8a" providerId="LiveId" clId="{58B121E7-63A7-4330-86D4-8A88A1192A57}" dt="2025-07-05T07:19:56.768" v="22982" actId="478"/>
          <ac:cxnSpMkLst>
            <pc:docMk/>
            <pc:sldMk cId="2407396113" sldId="381"/>
            <ac:cxnSpMk id="60" creationId="{7F457CA3-A2F4-5782-42C1-796D303E6404}"/>
          </ac:cxnSpMkLst>
        </pc:cxnChg>
        <pc:cxnChg chg="add del mod">
          <ac:chgData name="Khaled taha" userId="912087602c74ab8a" providerId="LiveId" clId="{58B121E7-63A7-4330-86D4-8A88A1192A57}" dt="2025-07-05T07:19:56.768" v="22982" actId="478"/>
          <ac:cxnSpMkLst>
            <pc:docMk/>
            <pc:sldMk cId="2407396113" sldId="381"/>
            <ac:cxnSpMk id="66" creationId="{FA9A3F13-BA4F-0B6A-5A81-D737E39D6D3A}"/>
          </ac:cxnSpMkLst>
        </pc:cxnChg>
        <pc:cxnChg chg="add mod">
          <ac:chgData name="Khaled taha" userId="912087602c74ab8a" providerId="LiveId" clId="{58B121E7-63A7-4330-86D4-8A88A1192A57}" dt="2025-07-05T07:19:49.807" v="22981" actId="14100"/>
          <ac:cxnSpMkLst>
            <pc:docMk/>
            <pc:sldMk cId="2407396113" sldId="381"/>
            <ac:cxnSpMk id="74" creationId="{221F783D-8293-2555-1D71-4D37AB6A755F}"/>
          </ac:cxnSpMkLst>
        </pc:cxnChg>
        <pc:cxnChg chg="del mod">
          <ac:chgData name="Khaled taha" userId="912087602c74ab8a" providerId="LiveId" clId="{58B121E7-63A7-4330-86D4-8A88A1192A57}" dt="2025-07-05T06:50:54.456" v="22684" actId="478"/>
          <ac:cxnSpMkLst>
            <pc:docMk/>
            <pc:sldMk cId="2407396113" sldId="381"/>
            <ac:cxnSpMk id="81" creationId="{268B389B-118F-4A4A-CAAD-D751242077B1}"/>
          </ac:cxnSpMkLst>
        </pc:cxnChg>
        <pc:cxnChg chg="add del mod">
          <ac:chgData name="Khaled taha" userId="912087602c74ab8a" providerId="LiveId" clId="{58B121E7-63A7-4330-86D4-8A88A1192A57}" dt="2025-07-05T06:50:54.456" v="22684" actId="478"/>
          <ac:cxnSpMkLst>
            <pc:docMk/>
            <pc:sldMk cId="2407396113" sldId="381"/>
            <ac:cxnSpMk id="84" creationId="{3AD9F524-8AB7-F049-B92C-4400759FE057}"/>
          </ac:cxnSpMkLst>
        </pc:cxnChg>
        <pc:cxnChg chg="add mod">
          <ac:chgData name="Khaled taha" userId="912087602c74ab8a" providerId="LiveId" clId="{58B121E7-63A7-4330-86D4-8A88A1192A57}" dt="2025-07-05T08:36:01.734" v="23856" actId="478"/>
          <ac:cxnSpMkLst>
            <pc:docMk/>
            <pc:sldMk cId="2407396113" sldId="381"/>
            <ac:cxnSpMk id="87" creationId="{63E76BCA-897C-188E-6CB2-E4374CFC37E5}"/>
          </ac:cxnSpMkLst>
        </pc:cxnChg>
        <pc:cxnChg chg="add mod">
          <ac:chgData name="Khaled taha" userId="912087602c74ab8a" providerId="LiveId" clId="{58B121E7-63A7-4330-86D4-8A88A1192A57}" dt="2025-07-05T16:52:51.528" v="25492" actId="207"/>
          <ac:cxnSpMkLst>
            <pc:docMk/>
            <pc:sldMk cId="2407396113" sldId="381"/>
            <ac:cxnSpMk id="97" creationId="{DA53BCB5-E318-B48C-B583-D5F2CF52949D}"/>
          </ac:cxnSpMkLst>
        </pc:cxnChg>
        <pc:cxnChg chg="add mod">
          <ac:chgData name="Khaled taha" userId="912087602c74ab8a" providerId="LiveId" clId="{58B121E7-63A7-4330-86D4-8A88A1192A57}" dt="2025-07-05T16:51:58.082" v="25490" actId="207"/>
          <ac:cxnSpMkLst>
            <pc:docMk/>
            <pc:sldMk cId="2407396113" sldId="381"/>
            <ac:cxnSpMk id="101" creationId="{4552BEA4-47AE-5161-9A75-D1E439C0FCCD}"/>
          </ac:cxnSpMkLst>
        </pc:cxnChg>
        <pc:cxnChg chg="add mod">
          <ac:chgData name="Khaled taha" userId="912087602c74ab8a" providerId="LiveId" clId="{58B121E7-63A7-4330-86D4-8A88A1192A57}" dt="2025-07-05T16:51:58.082" v="25490" actId="207"/>
          <ac:cxnSpMkLst>
            <pc:docMk/>
            <pc:sldMk cId="2407396113" sldId="381"/>
            <ac:cxnSpMk id="108" creationId="{D7FE82BB-2A4C-D314-B0FB-91535AA8BBC6}"/>
          </ac:cxnSpMkLst>
        </pc:cxnChg>
      </pc:sldChg>
      <pc:sldChg chg="addSp delSp modSp mod modTransition">
        <pc:chgData name="Khaled taha" userId="912087602c74ab8a" providerId="LiveId" clId="{58B121E7-63A7-4330-86D4-8A88A1192A57}" dt="2025-07-06T05:35:22.200" v="33092" actId="21"/>
        <pc:sldMkLst>
          <pc:docMk/>
          <pc:sldMk cId="3019231591" sldId="382"/>
        </pc:sldMkLst>
        <pc:spChg chg="mod">
          <ac:chgData name="Khaled taha" userId="912087602c74ab8a" providerId="LiveId" clId="{58B121E7-63A7-4330-86D4-8A88A1192A57}" dt="2025-07-05T16:28:23.002" v="25238" actId="1076"/>
          <ac:spMkLst>
            <pc:docMk/>
            <pc:sldMk cId="3019231591" sldId="382"/>
            <ac:spMk id="2" creationId="{8BFD9A0B-B712-40E9-A2AF-7C543620A798}"/>
          </ac:spMkLst>
        </pc:spChg>
        <pc:spChg chg="add del mod">
          <ac:chgData name="Khaled taha" userId="912087602c74ab8a" providerId="LiveId" clId="{58B121E7-63A7-4330-86D4-8A88A1192A57}" dt="2025-07-05T16:28:29.727" v="25241" actId="478"/>
          <ac:spMkLst>
            <pc:docMk/>
            <pc:sldMk cId="3019231591" sldId="382"/>
            <ac:spMk id="3" creationId="{6C77C662-D4F3-7684-E8A5-B43998E5634F}"/>
          </ac:spMkLst>
        </pc:spChg>
        <pc:spChg chg="mod">
          <ac:chgData name="Khaled taha" userId="912087602c74ab8a" providerId="LiveId" clId="{58B121E7-63A7-4330-86D4-8A88A1192A57}" dt="2025-07-06T02:08:47.767" v="30581" actId="207"/>
          <ac:spMkLst>
            <pc:docMk/>
            <pc:sldMk cId="3019231591" sldId="382"/>
            <ac:spMk id="9" creationId="{18F803AB-A290-3ADA-1983-B1598A722DA6}"/>
          </ac:spMkLst>
        </pc:spChg>
        <pc:spChg chg="add del mod">
          <ac:chgData name="Khaled taha" userId="912087602c74ab8a" providerId="LiveId" clId="{58B121E7-63A7-4330-86D4-8A88A1192A57}" dt="2025-07-05T01:30:16.773" v="18847" actId="478"/>
          <ac:spMkLst>
            <pc:docMk/>
            <pc:sldMk cId="3019231591" sldId="382"/>
            <ac:spMk id="9" creationId="{3BBEA8B0-1541-82B7-451C-C93EDA54B288}"/>
          </ac:spMkLst>
        </pc:spChg>
        <pc:spChg chg="mod">
          <ac:chgData name="Khaled taha" userId="912087602c74ab8a" providerId="LiveId" clId="{58B121E7-63A7-4330-86D4-8A88A1192A57}" dt="2025-07-06T02:08:17.424" v="30574" actId="1076"/>
          <ac:spMkLst>
            <pc:docMk/>
            <pc:sldMk cId="3019231591" sldId="382"/>
            <ac:spMk id="10" creationId="{23376E4B-6534-61F9-015A-D27871D351F2}"/>
          </ac:spMkLst>
        </pc:spChg>
        <pc:spChg chg="add del mod">
          <ac:chgData name="Khaled taha" userId="912087602c74ab8a" providerId="LiveId" clId="{58B121E7-63A7-4330-86D4-8A88A1192A57}" dt="2025-07-05T01:30:16.773" v="18847" actId="478"/>
          <ac:spMkLst>
            <pc:docMk/>
            <pc:sldMk cId="3019231591" sldId="382"/>
            <ac:spMk id="10" creationId="{C17AEA19-2B15-8117-BD08-22CB99A9A7B8}"/>
          </ac:spMkLst>
        </pc:spChg>
        <pc:spChg chg="add del mod">
          <ac:chgData name="Khaled taha" userId="912087602c74ab8a" providerId="LiveId" clId="{58B121E7-63A7-4330-86D4-8A88A1192A57}" dt="2025-07-05T01:30:16.773" v="18847" actId="478"/>
          <ac:spMkLst>
            <pc:docMk/>
            <pc:sldMk cId="3019231591" sldId="382"/>
            <ac:spMk id="11" creationId="{879F7738-47BE-D7CA-CCC8-0C97594AE40D}"/>
          </ac:spMkLst>
        </pc:spChg>
        <pc:spChg chg="mod">
          <ac:chgData name="Khaled taha" userId="912087602c74ab8a" providerId="LiveId" clId="{58B121E7-63A7-4330-86D4-8A88A1192A57}" dt="2025-07-05T01:29:39.816" v="18841" actId="1076"/>
          <ac:spMkLst>
            <pc:docMk/>
            <pc:sldMk cId="3019231591" sldId="382"/>
            <ac:spMk id="12" creationId="{E36688B7-34B6-51F7-CFE7-9CD6C1865C2F}"/>
          </ac:spMkLst>
        </pc:spChg>
        <pc:spChg chg="mod">
          <ac:chgData name="Khaled taha" userId="912087602c74ab8a" providerId="LiveId" clId="{58B121E7-63A7-4330-86D4-8A88A1192A57}" dt="2025-07-06T02:08:08.582" v="30570" actId="1076"/>
          <ac:spMkLst>
            <pc:docMk/>
            <pc:sldMk cId="3019231591" sldId="382"/>
            <ac:spMk id="13" creationId="{BF6A1352-3EEC-BA43-1872-8CEF8DF7580A}"/>
          </ac:spMkLst>
        </pc:spChg>
        <pc:spChg chg="add del mod">
          <ac:chgData name="Khaled taha" userId="912087602c74ab8a" providerId="LiveId" clId="{58B121E7-63A7-4330-86D4-8A88A1192A57}" dt="2025-07-05T01:30:16.773" v="18847" actId="478"/>
          <ac:spMkLst>
            <pc:docMk/>
            <pc:sldMk cId="3019231591" sldId="382"/>
            <ac:spMk id="13" creationId="{CC3F2122-17A9-3252-E50E-C054BDE0996B}"/>
          </ac:spMkLst>
        </pc:spChg>
        <pc:spChg chg="add del mod">
          <ac:chgData name="Khaled taha" userId="912087602c74ab8a" providerId="LiveId" clId="{58B121E7-63A7-4330-86D4-8A88A1192A57}" dt="2025-07-05T01:30:16.773" v="18847" actId="478"/>
          <ac:spMkLst>
            <pc:docMk/>
            <pc:sldMk cId="3019231591" sldId="382"/>
            <ac:spMk id="14" creationId="{318D8C36-7DD1-56F7-9A06-C930B5521EB3}"/>
          </ac:spMkLst>
        </pc:spChg>
        <pc:spChg chg="mod">
          <ac:chgData name="Khaled taha" userId="912087602c74ab8a" providerId="LiveId" clId="{58B121E7-63A7-4330-86D4-8A88A1192A57}" dt="2025-07-06T02:07:17.534" v="30560"/>
          <ac:spMkLst>
            <pc:docMk/>
            <pc:sldMk cId="3019231591" sldId="382"/>
            <ac:spMk id="14" creationId="{9D407E19-631E-2B51-FFEF-045D5B74C8F5}"/>
          </ac:spMkLst>
        </pc:spChg>
        <pc:spChg chg="add del mod">
          <ac:chgData name="Khaled taha" userId="912087602c74ab8a" providerId="LiveId" clId="{58B121E7-63A7-4330-86D4-8A88A1192A57}" dt="2025-07-05T01:30:16.773" v="18847" actId="478"/>
          <ac:spMkLst>
            <pc:docMk/>
            <pc:sldMk cId="3019231591" sldId="382"/>
            <ac:spMk id="15" creationId="{B913A2BF-5FFF-F7B6-7767-AEF35C69F720}"/>
          </ac:spMkLst>
        </pc:spChg>
        <pc:spChg chg="mod">
          <ac:chgData name="Khaled taha" userId="912087602c74ab8a" providerId="LiveId" clId="{58B121E7-63A7-4330-86D4-8A88A1192A57}" dt="2025-07-06T02:08:08.879" v="30571" actId="1076"/>
          <ac:spMkLst>
            <pc:docMk/>
            <pc:sldMk cId="3019231591" sldId="382"/>
            <ac:spMk id="15" creationId="{BC4F4814-39CD-74B3-184D-23F4750D6B51}"/>
          </ac:spMkLst>
        </pc:spChg>
        <pc:spChg chg="mod">
          <ac:chgData name="Khaled taha" userId="912087602c74ab8a" providerId="LiveId" clId="{58B121E7-63A7-4330-86D4-8A88A1192A57}" dt="2025-07-06T02:07:17.534" v="30560"/>
          <ac:spMkLst>
            <pc:docMk/>
            <pc:sldMk cId="3019231591" sldId="382"/>
            <ac:spMk id="16" creationId="{452F2314-2FF4-2776-4547-185A2F25E7ED}"/>
          </ac:spMkLst>
        </pc:spChg>
        <pc:spChg chg="add del mod">
          <ac:chgData name="Khaled taha" userId="912087602c74ab8a" providerId="LiveId" clId="{58B121E7-63A7-4330-86D4-8A88A1192A57}" dt="2025-07-05T01:30:16.773" v="18847" actId="478"/>
          <ac:spMkLst>
            <pc:docMk/>
            <pc:sldMk cId="3019231591" sldId="382"/>
            <ac:spMk id="16" creationId="{C6307167-B2AD-A24C-4D00-E895EFB21BEA}"/>
          </ac:spMkLst>
        </pc:spChg>
        <pc:spChg chg="mod">
          <ac:chgData name="Khaled taha" userId="912087602c74ab8a" providerId="LiveId" clId="{58B121E7-63A7-4330-86D4-8A88A1192A57}" dt="2025-07-06T02:07:17.534" v="30560"/>
          <ac:spMkLst>
            <pc:docMk/>
            <pc:sldMk cId="3019231591" sldId="382"/>
            <ac:spMk id="17" creationId="{BD07AC73-66F7-30DA-0DD1-FACF4CE7A8BC}"/>
          </ac:spMkLst>
        </pc:spChg>
        <pc:spChg chg="mod">
          <ac:chgData name="Khaled taha" userId="912087602c74ab8a" providerId="LiveId" clId="{58B121E7-63A7-4330-86D4-8A88A1192A57}" dt="2025-07-06T02:07:17.534" v="30560"/>
          <ac:spMkLst>
            <pc:docMk/>
            <pc:sldMk cId="3019231591" sldId="382"/>
            <ac:spMk id="18" creationId="{512CEF44-AA5A-29F8-A4D6-81AA59CF6C3F}"/>
          </ac:spMkLst>
        </pc:spChg>
        <pc:spChg chg="add del mod">
          <ac:chgData name="Khaled taha" userId="912087602c74ab8a" providerId="LiveId" clId="{58B121E7-63A7-4330-86D4-8A88A1192A57}" dt="2025-07-06T02:07:29.210" v="30561" actId="478"/>
          <ac:spMkLst>
            <pc:docMk/>
            <pc:sldMk cId="3019231591" sldId="382"/>
            <ac:spMk id="20" creationId="{ECC0DEB1-1C7D-AE1D-B81F-B517709B82D3}"/>
          </ac:spMkLst>
        </pc:spChg>
        <pc:spChg chg="add del mod">
          <ac:chgData name="Khaled taha" userId="912087602c74ab8a" providerId="LiveId" clId="{58B121E7-63A7-4330-86D4-8A88A1192A57}" dt="2025-07-05T01:30:16.773" v="18847" actId="478"/>
          <ac:spMkLst>
            <pc:docMk/>
            <pc:sldMk cId="3019231591" sldId="382"/>
            <ac:spMk id="21" creationId="{5149247E-5821-FCC1-F364-688C5141BA69}"/>
          </ac:spMkLst>
        </pc:spChg>
        <pc:spChg chg="add mod">
          <ac:chgData name="Khaled taha" userId="912087602c74ab8a" providerId="LiveId" clId="{58B121E7-63A7-4330-86D4-8A88A1192A57}" dt="2025-07-06T02:25:32.401" v="30881" actId="1076"/>
          <ac:spMkLst>
            <pc:docMk/>
            <pc:sldMk cId="3019231591" sldId="382"/>
            <ac:spMk id="21" creationId="{8ABFE90F-0158-9065-4316-0D99775344A7}"/>
          </ac:spMkLst>
        </pc:spChg>
        <pc:spChg chg="add del mod">
          <ac:chgData name="Khaled taha" userId="912087602c74ab8a" providerId="LiveId" clId="{58B121E7-63A7-4330-86D4-8A88A1192A57}" dt="2025-07-05T01:30:16.773" v="18847" actId="478"/>
          <ac:spMkLst>
            <pc:docMk/>
            <pc:sldMk cId="3019231591" sldId="382"/>
            <ac:spMk id="22" creationId="{02C7C49C-7088-340B-4C90-AFAB15FC1A8E}"/>
          </ac:spMkLst>
        </pc:spChg>
        <pc:spChg chg="add mod">
          <ac:chgData name="Khaled taha" userId="912087602c74ab8a" providerId="LiveId" clId="{58B121E7-63A7-4330-86D4-8A88A1192A57}" dt="2025-07-06T02:12:40.951" v="30719" actId="1037"/>
          <ac:spMkLst>
            <pc:docMk/>
            <pc:sldMk cId="3019231591" sldId="382"/>
            <ac:spMk id="22" creationId="{0C55AF57-45DB-9DBB-8D9F-8F56975EF2AE}"/>
          </ac:spMkLst>
        </pc:spChg>
        <pc:spChg chg="add mod">
          <ac:chgData name="Khaled taha" userId="912087602c74ab8a" providerId="LiveId" clId="{58B121E7-63A7-4330-86D4-8A88A1192A57}" dt="2025-07-06T02:12:47.574" v="30720" actId="1076"/>
          <ac:spMkLst>
            <pc:docMk/>
            <pc:sldMk cId="3019231591" sldId="382"/>
            <ac:spMk id="23" creationId="{22F34AB1-DF1B-0427-2565-C6B240C3824B}"/>
          </ac:spMkLst>
        </pc:spChg>
        <pc:spChg chg="add del mod">
          <ac:chgData name="Khaled taha" userId="912087602c74ab8a" providerId="LiveId" clId="{58B121E7-63A7-4330-86D4-8A88A1192A57}" dt="2025-07-05T01:30:16.773" v="18847" actId="478"/>
          <ac:spMkLst>
            <pc:docMk/>
            <pc:sldMk cId="3019231591" sldId="382"/>
            <ac:spMk id="23" creationId="{BB4D50E5-8E15-64A2-3DDF-CE76E20A4246}"/>
          </ac:spMkLst>
        </pc:spChg>
        <pc:spChg chg="add mod">
          <ac:chgData name="Khaled taha" userId="912087602c74ab8a" providerId="LiveId" clId="{58B121E7-63A7-4330-86D4-8A88A1192A57}" dt="2025-07-06T02:12:56.693" v="30722" actId="1076"/>
          <ac:spMkLst>
            <pc:docMk/>
            <pc:sldMk cId="3019231591" sldId="382"/>
            <ac:spMk id="24" creationId="{B854A625-9416-4D37-2536-ED4C0492FAEC}"/>
          </ac:spMkLst>
        </pc:spChg>
        <pc:spChg chg="add mod">
          <ac:chgData name="Khaled taha" userId="912087602c74ab8a" providerId="LiveId" clId="{58B121E7-63A7-4330-86D4-8A88A1192A57}" dt="2025-07-06T02:13:04.455" v="30724" actId="1076"/>
          <ac:spMkLst>
            <pc:docMk/>
            <pc:sldMk cId="3019231591" sldId="382"/>
            <ac:spMk id="25" creationId="{DFB7F1A2-4080-0B64-FA2D-6F7D07108CD1}"/>
          </ac:spMkLst>
        </pc:spChg>
        <pc:spChg chg="mod">
          <ac:chgData name="Khaled taha" userId="912087602c74ab8a" providerId="LiveId" clId="{58B121E7-63A7-4330-86D4-8A88A1192A57}" dt="2025-07-06T05:35:20.533" v="33090"/>
          <ac:spMkLst>
            <pc:docMk/>
            <pc:sldMk cId="3019231591" sldId="382"/>
            <ac:spMk id="27" creationId="{BE1F7055-B711-BDCD-90E1-0A5DDD3154F7}"/>
          </ac:spMkLst>
        </pc:spChg>
        <pc:spChg chg="mod">
          <ac:chgData name="Khaled taha" userId="912087602c74ab8a" providerId="LiveId" clId="{58B121E7-63A7-4330-86D4-8A88A1192A57}" dt="2025-07-06T05:35:20.533" v="33090"/>
          <ac:spMkLst>
            <pc:docMk/>
            <pc:sldMk cId="3019231591" sldId="382"/>
            <ac:spMk id="28" creationId="{E0DE36B3-4CDB-7AC5-6397-EB00C662801A}"/>
          </ac:spMkLst>
        </pc:spChg>
        <pc:spChg chg="mod">
          <ac:chgData name="Khaled taha" userId="912087602c74ab8a" providerId="LiveId" clId="{58B121E7-63A7-4330-86D4-8A88A1192A57}" dt="2025-07-06T05:35:20.533" v="33090"/>
          <ac:spMkLst>
            <pc:docMk/>
            <pc:sldMk cId="3019231591" sldId="382"/>
            <ac:spMk id="29" creationId="{A73F5EAA-5102-A326-5209-96D56B0DEC02}"/>
          </ac:spMkLst>
        </pc:spChg>
        <pc:grpChg chg="mod">
          <ac:chgData name="Khaled taha" userId="912087602c74ab8a" providerId="LiveId" clId="{58B121E7-63A7-4330-86D4-8A88A1192A57}" dt="2025-07-06T02:13:27.645" v="30726" actId="1076"/>
          <ac:grpSpMkLst>
            <pc:docMk/>
            <pc:sldMk cId="3019231591" sldId="382"/>
            <ac:grpSpMk id="8" creationId="{F2DD73C4-E73A-E7F5-D7AD-B9D64CD76677}"/>
          </ac:grpSpMkLst>
        </pc:grpChg>
        <pc:grpChg chg="del mod">
          <ac:chgData name="Khaled taha" userId="912087602c74ab8a" providerId="LiveId" clId="{58B121E7-63A7-4330-86D4-8A88A1192A57}" dt="2025-07-06T02:08:25.242" v="30576" actId="478"/>
          <ac:grpSpMkLst>
            <pc:docMk/>
            <pc:sldMk cId="3019231591" sldId="382"/>
            <ac:grpSpMk id="12" creationId="{3ED16C24-1964-4554-D63A-50A5CFDAA21A}"/>
          </ac:grpSpMkLst>
        </pc:grpChg>
        <pc:grpChg chg="add del mod">
          <ac:chgData name="Khaled taha" userId="912087602c74ab8a" providerId="LiveId" clId="{58B121E7-63A7-4330-86D4-8A88A1192A57}" dt="2025-07-06T05:35:22.200" v="33092" actId="21"/>
          <ac:grpSpMkLst>
            <pc:docMk/>
            <pc:sldMk cId="3019231591" sldId="382"/>
            <ac:grpSpMk id="26" creationId="{8E14D1AD-E4C2-A395-34CF-3389C2AA2D7F}"/>
          </ac:grpSpMkLst>
        </pc:grpChg>
        <pc:picChg chg="mod">
          <ac:chgData name="Khaled taha" userId="912087602c74ab8a" providerId="LiveId" clId="{58B121E7-63A7-4330-86D4-8A88A1192A57}" dt="2025-07-05T16:28:13.171" v="25237" actId="14100"/>
          <ac:picMkLst>
            <pc:docMk/>
            <pc:sldMk cId="3019231591" sldId="382"/>
            <ac:picMk id="4" creationId="{5D9701F4-0DCA-8E53-C224-BF7E895E30CD}"/>
          </ac:picMkLst>
        </pc:picChg>
        <pc:picChg chg="add del mod">
          <ac:chgData name="Khaled taha" userId="912087602c74ab8a" providerId="LiveId" clId="{58B121E7-63A7-4330-86D4-8A88A1192A57}" dt="2025-07-05T16:28:29.727" v="25241" actId="478"/>
          <ac:picMkLst>
            <pc:docMk/>
            <pc:sldMk cId="3019231591" sldId="382"/>
            <ac:picMk id="6" creationId="{90BF3471-49A4-718B-1DFE-148404373E67}"/>
          </ac:picMkLst>
        </pc:picChg>
        <pc:cxnChg chg="add del mod">
          <ac:chgData name="Khaled taha" userId="912087602c74ab8a" providerId="LiveId" clId="{58B121E7-63A7-4330-86D4-8A88A1192A57}" dt="2025-07-05T16:28:25.530" v="25239" actId="478"/>
          <ac:cxnSpMkLst>
            <pc:docMk/>
            <pc:sldMk cId="3019231591" sldId="382"/>
            <ac:cxnSpMk id="5" creationId="{6368ADA6-FB24-C242-00C4-583060215A20}"/>
          </ac:cxnSpMkLst>
        </pc:cxnChg>
        <pc:cxnChg chg="add del mod">
          <ac:chgData name="Khaled taha" userId="912087602c74ab8a" providerId="LiveId" clId="{58B121E7-63A7-4330-86D4-8A88A1192A57}" dt="2025-07-05T01:28:13.308" v="18820" actId="478"/>
          <ac:cxnSpMkLst>
            <pc:docMk/>
            <pc:sldMk cId="3019231591" sldId="382"/>
            <ac:cxnSpMk id="6" creationId="{E9E0FE71-7914-EA60-076C-3B10E2AABA8A}"/>
          </ac:cxnSpMkLst>
        </pc:cxnChg>
        <pc:cxnChg chg="add mod">
          <ac:chgData name="Khaled taha" userId="912087602c74ab8a" providerId="LiveId" clId="{58B121E7-63A7-4330-86D4-8A88A1192A57}" dt="2025-07-05T16:28:26.421" v="25240"/>
          <ac:cxnSpMkLst>
            <pc:docMk/>
            <pc:sldMk cId="3019231591" sldId="382"/>
            <ac:cxnSpMk id="7" creationId="{9172747C-D36E-12FC-9C08-EE130CEB6A77}"/>
          </ac:cxnSpMkLst>
        </pc:cxnChg>
        <pc:cxnChg chg="add mod ord">
          <ac:chgData name="Khaled taha" userId="912087602c74ab8a" providerId="LiveId" clId="{58B121E7-63A7-4330-86D4-8A88A1192A57}" dt="2025-07-05T01:29:51.591" v="18845" actId="167"/>
          <ac:cxnSpMkLst>
            <pc:docMk/>
            <pc:sldMk cId="3019231591" sldId="382"/>
            <ac:cxnSpMk id="25" creationId="{6BF4B248-49C5-79B6-07AE-8120B850CF40}"/>
          </ac:cxnSpMkLst>
        </pc:cxnChg>
      </pc:sldChg>
      <pc:sldChg chg="addSp delSp modSp del mod modTransition">
        <pc:chgData name="Khaled taha" userId="912087602c74ab8a" providerId="LiveId" clId="{58B121E7-63A7-4330-86D4-8A88A1192A57}" dt="2025-07-04T17:57:57.995" v="18686" actId="47"/>
        <pc:sldMkLst>
          <pc:docMk/>
          <pc:sldMk cId="2095375021" sldId="383"/>
        </pc:sldMkLst>
      </pc:sldChg>
      <pc:sldChg chg="delSp mod modTransition">
        <pc:chgData name="Khaled taha" userId="912087602c74ab8a" providerId="LiveId" clId="{58B121E7-63A7-4330-86D4-8A88A1192A57}" dt="2025-07-04T18:29:01.552" v="18800"/>
        <pc:sldMkLst>
          <pc:docMk/>
          <pc:sldMk cId="3026757243" sldId="396"/>
        </pc:sldMkLst>
      </pc:sldChg>
      <pc:sldChg chg="addSp delSp modSp add del mod ord modTransition">
        <pc:chgData name="Khaled taha" userId="912087602c74ab8a" providerId="LiveId" clId="{58B121E7-63A7-4330-86D4-8A88A1192A57}" dt="2025-07-03T16:10:22.230" v="8379" actId="47"/>
        <pc:sldMkLst>
          <pc:docMk/>
          <pc:sldMk cId="3569712454" sldId="403"/>
        </pc:sldMkLst>
      </pc:sldChg>
      <pc:sldChg chg="addSp delSp modSp mod modTransition">
        <pc:chgData name="Khaled taha" userId="912087602c74ab8a" providerId="LiveId" clId="{58B121E7-63A7-4330-86D4-8A88A1192A57}" dt="2025-07-06T05:30:25.091" v="33044" actId="14100"/>
        <pc:sldMkLst>
          <pc:docMk/>
          <pc:sldMk cId="4233039128" sldId="406"/>
        </pc:sldMkLst>
        <pc:spChg chg="add del mod">
          <ac:chgData name="Khaled taha" userId="912087602c74ab8a" providerId="LiveId" clId="{58B121E7-63A7-4330-86D4-8A88A1192A57}" dt="2025-07-05T16:20:51.328" v="25093" actId="478"/>
          <ac:spMkLst>
            <pc:docMk/>
            <pc:sldMk cId="4233039128" sldId="406"/>
            <ac:spMk id="3" creationId="{822AEA11-11FA-ADB8-506B-F942B62318DC}"/>
          </ac:spMkLst>
        </pc:spChg>
        <pc:spChg chg="add mod">
          <ac:chgData name="Khaled taha" userId="912087602c74ab8a" providerId="LiveId" clId="{58B121E7-63A7-4330-86D4-8A88A1192A57}" dt="2025-07-05T16:20:51.465" v="25094"/>
          <ac:spMkLst>
            <pc:docMk/>
            <pc:sldMk cId="4233039128" sldId="406"/>
            <ac:spMk id="6" creationId="{2012D9E2-C655-1E89-88FF-A5D123EAD935}"/>
          </ac:spMkLst>
        </pc:spChg>
        <pc:spChg chg="mod">
          <ac:chgData name="Khaled taha" userId="912087602c74ab8a" providerId="LiveId" clId="{58B121E7-63A7-4330-86D4-8A88A1192A57}" dt="2025-07-06T05:30:07.938" v="33041" actId="1076"/>
          <ac:spMkLst>
            <pc:docMk/>
            <pc:sldMk cId="4233039128" sldId="406"/>
            <ac:spMk id="9" creationId="{E5D35B4D-E1FF-4EFA-1113-235A53B44BCF}"/>
          </ac:spMkLst>
        </pc:spChg>
        <pc:spChg chg="add mod">
          <ac:chgData name="Khaled taha" userId="912087602c74ab8a" providerId="LiveId" clId="{58B121E7-63A7-4330-86D4-8A88A1192A57}" dt="2025-07-06T05:03:36.644" v="33017"/>
          <ac:spMkLst>
            <pc:docMk/>
            <pc:sldMk cId="4233039128" sldId="406"/>
            <ac:spMk id="12" creationId="{9BD466B2-434D-00E5-E6F6-84FFA1E80434}"/>
          </ac:spMkLst>
        </pc:spChg>
        <pc:spChg chg="add mod">
          <ac:chgData name="Khaled taha" userId="912087602c74ab8a" providerId="LiveId" clId="{58B121E7-63A7-4330-86D4-8A88A1192A57}" dt="2025-07-06T05:03:36.644" v="33017"/>
          <ac:spMkLst>
            <pc:docMk/>
            <pc:sldMk cId="4233039128" sldId="406"/>
            <ac:spMk id="13" creationId="{AD7C1C40-DE81-06CA-E4E2-16C26B20314E}"/>
          </ac:spMkLst>
        </pc:spChg>
        <pc:spChg chg="del">
          <ac:chgData name="Khaled taha" userId="912087602c74ab8a" providerId="LiveId" clId="{58B121E7-63A7-4330-86D4-8A88A1192A57}" dt="2025-07-05T16:19:26.840" v="25078" actId="478"/>
          <ac:spMkLst>
            <pc:docMk/>
            <pc:sldMk cId="4233039128" sldId="406"/>
            <ac:spMk id="70" creationId="{8EB3793D-7FA2-4182-55E6-F02F05A85F86}"/>
          </ac:spMkLst>
        </pc:spChg>
        <pc:picChg chg="add del mod">
          <ac:chgData name="Khaled taha" userId="912087602c74ab8a" providerId="LiveId" clId="{58B121E7-63A7-4330-86D4-8A88A1192A57}" dt="2025-07-05T16:20:51.328" v="25093" actId="478"/>
          <ac:picMkLst>
            <pc:docMk/>
            <pc:sldMk cId="4233039128" sldId="406"/>
            <ac:picMk id="4" creationId="{6EDD85E6-9F3B-A7D8-BE3D-CA43A008A1B0}"/>
          </ac:picMkLst>
        </pc:picChg>
        <pc:picChg chg="add del mod">
          <ac:chgData name="Khaled taha" userId="912087602c74ab8a" providerId="LiveId" clId="{58B121E7-63A7-4330-86D4-8A88A1192A57}" dt="2025-07-05T16:25:04.170" v="25186" actId="478"/>
          <ac:picMkLst>
            <pc:docMk/>
            <pc:sldMk cId="4233039128" sldId="406"/>
            <ac:picMk id="7" creationId="{6EA212B2-AAF1-630A-D49B-CB4C5A211D0D}"/>
          </ac:picMkLst>
        </pc:picChg>
        <pc:picChg chg="add mod">
          <ac:chgData name="Khaled taha" userId="912087602c74ab8a" providerId="LiveId" clId="{58B121E7-63A7-4330-86D4-8A88A1192A57}" dt="2025-07-05T16:25:04.368" v="25187"/>
          <ac:picMkLst>
            <pc:docMk/>
            <pc:sldMk cId="4233039128" sldId="406"/>
            <ac:picMk id="10" creationId="{134AEC0A-DC1B-A4EA-8A5E-A0E325769048}"/>
          </ac:picMkLst>
        </pc:picChg>
        <pc:picChg chg="add mod">
          <ac:chgData name="Khaled taha" userId="912087602c74ab8a" providerId="LiveId" clId="{58B121E7-63A7-4330-86D4-8A88A1192A57}" dt="2025-07-06T05:30:25.091" v="33044" actId="14100"/>
          <ac:picMkLst>
            <pc:docMk/>
            <pc:sldMk cId="4233039128" sldId="406"/>
            <ac:picMk id="15" creationId="{76320172-E1CB-6126-A8BF-08579BD83248}"/>
          </ac:picMkLst>
        </pc:picChg>
        <pc:picChg chg="mod">
          <ac:chgData name="Khaled taha" userId="912087602c74ab8a" providerId="LiveId" clId="{58B121E7-63A7-4330-86D4-8A88A1192A57}" dt="2025-07-04T17:25:56.986" v="17573" actId="207"/>
          <ac:picMkLst>
            <pc:docMk/>
            <pc:sldMk cId="4233039128" sldId="406"/>
            <ac:picMk id="23" creationId="{A44DC88F-2BB3-8397-C991-21ADCEA817C9}"/>
          </ac:picMkLst>
        </pc:picChg>
        <pc:picChg chg="mod">
          <ac:chgData name="Khaled taha" userId="912087602c74ab8a" providerId="LiveId" clId="{58B121E7-63A7-4330-86D4-8A88A1192A57}" dt="2025-07-04T17:25:56.986" v="17573" actId="207"/>
          <ac:picMkLst>
            <pc:docMk/>
            <pc:sldMk cId="4233039128" sldId="406"/>
            <ac:picMk id="25" creationId="{200F4096-4656-D9F2-209D-5AD3D0C6AEBA}"/>
          </ac:picMkLst>
        </pc:picChg>
        <pc:picChg chg="mod">
          <ac:chgData name="Khaled taha" userId="912087602c74ab8a" providerId="LiveId" clId="{58B121E7-63A7-4330-86D4-8A88A1192A57}" dt="2025-07-04T17:25:56.986" v="17573" actId="207"/>
          <ac:picMkLst>
            <pc:docMk/>
            <pc:sldMk cId="4233039128" sldId="406"/>
            <ac:picMk id="26" creationId="{13A7951D-C8A9-89C7-2AA7-BD1E410F59FC}"/>
          </ac:picMkLst>
        </pc:picChg>
        <pc:picChg chg="mod">
          <ac:chgData name="Khaled taha" userId="912087602c74ab8a" providerId="LiveId" clId="{58B121E7-63A7-4330-86D4-8A88A1192A57}" dt="2025-07-04T17:25:56.986" v="17573" actId="207"/>
          <ac:picMkLst>
            <pc:docMk/>
            <pc:sldMk cId="4233039128" sldId="406"/>
            <ac:picMk id="27" creationId="{1147B196-C287-394A-D850-8F350C57B559}"/>
          </ac:picMkLst>
        </pc:picChg>
        <pc:picChg chg="del">
          <ac:chgData name="Khaled taha" userId="912087602c74ab8a" providerId="LiveId" clId="{58B121E7-63A7-4330-86D4-8A88A1192A57}" dt="2025-07-05T16:19:26.840" v="25078" actId="478"/>
          <ac:picMkLst>
            <pc:docMk/>
            <pc:sldMk cId="4233039128" sldId="406"/>
            <ac:picMk id="72" creationId="{3EE235E0-DCEA-F8D3-174E-3A17C109FB57}"/>
          </ac:picMkLst>
        </pc:picChg>
        <pc:cxnChg chg="del">
          <ac:chgData name="Khaled taha" userId="912087602c74ab8a" providerId="LiveId" clId="{58B121E7-63A7-4330-86D4-8A88A1192A57}" dt="2025-07-05T16:19:26.840" v="25078" actId="478"/>
          <ac:cxnSpMkLst>
            <pc:docMk/>
            <pc:sldMk cId="4233039128" sldId="406"/>
            <ac:cxnSpMk id="2" creationId="{E5883086-E132-B1FD-D729-4ACEA834A631}"/>
          </ac:cxnSpMkLst>
        </pc:cxnChg>
        <pc:cxnChg chg="add del mod">
          <ac:chgData name="Khaled taha" userId="912087602c74ab8a" providerId="LiveId" clId="{58B121E7-63A7-4330-86D4-8A88A1192A57}" dt="2025-07-05T16:20:51.328" v="25093" actId="478"/>
          <ac:cxnSpMkLst>
            <pc:docMk/>
            <pc:sldMk cId="4233039128" sldId="406"/>
            <ac:cxnSpMk id="5" creationId="{C5CA02EF-D275-E3DF-5D20-9278D0CE8C09}"/>
          </ac:cxnSpMkLst>
        </pc:cxnChg>
        <pc:cxnChg chg="add del mod">
          <ac:chgData name="Khaled taha" userId="912087602c74ab8a" providerId="LiveId" clId="{58B121E7-63A7-4330-86D4-8A88A1192A57}" dt="2025-07-05T16:25:44.613" v="25198" actId="478"/>
          <ac:cxnSpMkLst>
            <pc:docMk/>
            <pc:sldMk cId="4233039128" sldId="406"/>
            <ac:cxnSpMk id="8" creationId="{061CD4EB-EF93-43AF-9B3E-66AFFA8ACD7D}"/>
          </ac:cxnSpMkLst>
        </pc:cxnChg>
        <pc:cxnChg chg="add mod">
          <ac:chgData name="Khaled taha" userId="912087602c74ab8a" providerId="LiveId" clId="{58B121E7-63A7-4330-86D4-8A88A1192A57}" dt="2025-07-05T16:25:44.862" v="25199"/>
          <ac:cxnSpMkLst>
            <pc:docMk/>
            <pc:sldMk cId="4233039128" sldId="406"/>
            <ac:cxnSpMk id="11" creationId="{4898752D-A74A-7982-CC6E-D70ABCCE1090}"/>
          </ac:cxnSpMkLst>
        </pc:cxnChg>
      </pc:sldChg>
      <pc:sldChg chg="addSp delSp modSp mod modTransition">
        <pc:chgData name="Khaled taha" userId="912087602c74ab8a" providerId="LiveId" clId="{58B121E7-63A7-4330-86D4-8A88A1192A57}" dt="2025-07-06T05:38:15.537" v="33140" actId="1076"/>
        <pc:sldMkLst>
          <pc:docMk/>
          <pc:sldMk cId="4054388082" sldId="407"/>
        </pc:sldMkLst>
        <pc:spChg chg="add mod">
          <ac:chgData name="Khaled taha" userId="912087602c74ab8a" providerId="LiveId" clId="{58B121E7-63A7-4330-86D4-8A88A1192A57}" dt="2025-07-05T16:20:30.177" v="25090"/>
          <ac:spMkLst>
            <pc:docMk/>
            <pc:sldMk cId="4054388082" sldId="407"/>
            <ac:spMk id="3" creationId="{C228D5D3-4D27-9DD9-F83F-214746E5FFD3}"/>
          </ac:spMkLst>
        </pc:spChg>
        <pc:spChg chg="mod">
          <ac:chgData name="Khaled taha" userId="912087602c74ab8a" providerId="LiveId" clId="{58B121E7-63A7-4330-86D4-8A88A1192A57}" dt="2025-07-05T16:41:39.437" v="25425" actId="14100"/>
          <ac:spMkLst>
            <pc:docMk/>
            <pc:sldMk cId="4054388082" sldId="407"/>
            <ac:spMk id="9" creationId="{B4315C2A-AA92-D519-CFA8-08875D2C53E5}"/>
          </ac:spMkLst>
        </pc:spChg>
        <pc:spChg chg="mod topLvl">
          <ac:chgData name="Khaled taha" userId="912087602c74ab8a" providerId="LiveId" clId="{58B121E7-63A7-4330-86D4-8A88A1192A57}" dt="2025-07-06T05:38:05.447" v="33138" actId="164"/>
          <ac:spMkLst>
            <pc:docMk/>
            <pc:sldMk cId="4054388082" sldId="407"/>
            <ac:spMk id="11" creationId="{BE1F7055-B711-BDCD-90E1-0A5DDD3154F7}"/>
          </ac:spMkLst>
        </pc:spChg>
        <pc:spChg chg="mod">
          <ac:chgData name="Khaled taha" userId="912087602c74ab8a" providerId="LiveId" clId="{58B121E7-63A7-4330-86D4-8A88A1192A57}" dt="2025-07-05T16:41:59.770" v="25427" actId="120"/>
          <ac:spMkLst>
            <pc:docMk/>
            <pc:sldMk cId="4054388082" sldId="407"/>
            <ac:spMk id="27" creationId="{1C41CE06-D110-D52F-1CE4-34E884DD7737}"/>
          </ac:spMkLst>
        </pc:spChg>
        <pc:spChg chg="del mod">
          <ac:chgData name="Khaled taha" userId="912087602c74ab8a" providerId="LiveId" clId="{58B121E7-63A7-4330-86D4-8A88A1192A57}" dt="2025-07-06T05:35:35.315" v="33095" actId="478"/>
          <ac:spMkLst>
            <pc:docMk/>
            <pc:sldMk cId="4054388082" sldId="407"/>
            <ac:spMk id="28" creationId="{E0DE36B3-4CDB-7AC5-6397-EB00C662801A}"/>
          </ac:spMkLst>
        </pc:spChg>
        <pc:spChg chg="mod ord topLvl">
          <ac:chgData name="Khaled taha" userId="912087602c74ab8a" providerId="LiveId" clId="{58B121E7-63A7-4330-86D4-8A88A1192A57}" dt="2025-07-06T05:38:05.447" v="33138" actId="164"/>
          <ac:spMkLst>
            <pc:docMk/>
            <pc:sldMk cId="4054388082" sldId="407"/>
            <ac:spMk id="29" creationId="{A73F5EAA-5102-A326-5209-96D56B0DEC02}"/>
          </ac:spMkLst>
        </pc:spChg>
        <pc:spChg chg="mod">
          <ac:chgData name="Khaled taha" userId="912087602c74ab8a" providerId="LiveId" clId="{58B121E7-63A7-4330-86D4-8A88A1192A57}" dt="2025-07-06T05:36:33.155" v="33117" actId="1076"/>
          <ac:spMkLst>
            <pc:docMk/>
            <pc:sldMk cId="4054388082" sldId="407"/>
            <ac:spMk id="30" creationId="{25E83BD4-8CA5-BC5E-277B-F1219D346ECA}"/>
          </ac:spMkLst>
        </pc:spChg>
        <pc:spChg chg="mod">
          <ac:chgData name="Khaled taha" userId="912087602c74ab8a" providerId="LiveId" clId="{58B121E7-63A7-4330-86D4-8A88A1192A57}" dt="2025-07-06T05:35:50.533" v="33100" actId="1076"/>
          <ac:spMkLst>
            <pc:docMk/>
            <pc:sldMk cId="4054388082" sldId="407"/>
            <ac:spMk id="40" creationId="{9D5035BA-D522-FD04-F775-44BD523703C0}"/>
          </ac:spMkLst>
        </pc:spChg>
        <pc:spChg chg="mod">
          <ac:chgData name="Khaled taha" userId="912087602c74ab8a" providerId="LiveId" clId="{58B121E7-63A7-4330-86D4-8A88A1192A57}" dt="2025-07-05T16:43:10.111" v="25440" actId="1076"/>
          <ac:spMkLst>
            <pc:docMk/>
            <pc:sldMk cId="4054388082" sldId="407"/>
            <ac:spMk id="42" creationId="{5991B806-4980-5707-D21A-69696774815D}"/>
          </ac:spMkLst>
        </pc:spChg>
        <pc:spChg chg="mod">
          <ac:chgData name="Khaled taha" userId="912087602c74ab8a" providerId="LiveId" clId="{58B121E7-63A7-4330-86D4-8A88A1192A57}" dt="2025-07-05T16:43:10.111" v="25440" actId="1076"/>
          <ac:spMkLst>
            <pc:docMk/>
            <pc:sldMk cId="4054388082" sldId="407"/>
            <ac:spMk id="44" creationId="{3A14BF30-C398-8DD2-CCCD-28FCD083CA9A}"/>
          </ac:spMkLst>
        </pc:spChg>
        <pc:spChg chg="mod">
          <ac:chgData name="Khaled taha" userId="912087602c74ab8a" providerId="LiveId" clId="{58B121E7-63A7-4330-86D4-8A88A1192A57}" dt="2025-07-05T16:43:10.111" v="25440" actId="1076"/>
          <ac:spMkLst>
            <pc:docMk/>
            <pc:sldMk cId="4054388082" sldId="407"/>
            <ac:spMk id="46" creationId="{B4B9FB2B-E3A0-6B86-9E79-D2A2CC7F7C4C}"/>
          </ac:spMkLst>
        </pc:spChg>
        <pc:spChg chg="del">
          <ac:chgData name="Khaled taha" userId="912087602c74ab8a" providerId="LiveId" clId="{58B121E7-63A7-4330-86D4-8A88A1192A57}" dt="2025-07-05T16:20:29.811" v="25089" actId="478"/>
          <ac:spMkLst>
            <pc:docMk/>
            <pc:sldMk cId="4054388082" sldId="407"/>
            <ac:spMk id="48" creationId="{0DBD6456-410B-1A52-38ED-CD0C45010523}"/>
          </ac:spMkLst>
        </pc:spChg>
        <pc:spChg chg="mod">
          <ac:chgData name="Khaled taha" userId="912087602c74ab8a" providerId="LiveId" clId="{58B121E7-63A7-4330-86D4-8A88A1192A57}" dt="2025-07-05T16:43:10.111" v="25440" actId="1076"/>
          <ac:spMkLst>
            <pc:docMk/>
            <pc:sldMk cId="4054388082" sldId="407"/>
            <ac:spMk id="70" creationId="{5F781755-53F6-E190-B83E-88450458EC6A}"/>
          </ac:spMkLst>
        </pc:spChg>
        <pc:grpChg chg="add mod">
          <ac:chgData name="Khaled taha" userId="912087602c74ab8a" providerId="LiveId" clId="{58B121E7-63A7-4330-86D4-8A88A1192A57}" dt="2025-07-06T05:38:15.537" v="33140" actId="1076"/>
          <ac:grpSpMkLst>
            <pc:docMk/>
            <pc:sldMk cId="4054388082" sldId="407"/>
            <ac:grpSpMk id="12" creationId="{AA094277-2899-0BF6-C7EA-CD17CBB8D9DD}"/>
          </ac:grpSpMkLst>
        </pc:grpChg>
        <pc:grpChg chg="add del mod">
          <ac:chgData name="Khaled taha" userId="912087602c74ab8a" providerId="LiveId" clId="{58B121E7-63A7-4330-86D4-8A88A1192A57}" dt="2025-07-06T05:35:43.522" v="33096" actId="165"/>
          <ac:grpSpMkLst>
            <pc:docMk/>
            <pc:sldMk cId="4054388082" sldId="407"/>
            <ac:grpSpMk id="26" creationId="{8E14D1AD-E4C2-A395-34CF-3389C2AA2D7F}"/>
          </ac:grpSpMkLst>
        </pc:grpChg>
        <pc:picChg chg="add del mod">
          <ac:chgData name="Khaled taha" userId="912087602c74ab8a" providerId="LiveId" clId="{58B121E7-63A7-4330-86D4-8A88A1192A57}" dt="2025-07-05T16:25:07.018" v="25188" actId="478"/>
          <ac:picMkLst>
            <pc:docMk/>
            <pc:sldMk cId="4054388082" sldId="407"/>
            <ac:picMk id="4" creationId="{205C9DE4-3BC3-8315-44E1-9CBF6DC83178}"/>
          </ac:picMkLst>
        </pc:picChg>
        <pc:picChg chg="add mod">
          <ac:chgData name="Khaled taha" userId="912087602c74ab8a" providerId="LiveId" clId="{58B121E7-63A7-4330-86D4-8A88A1192A57}" dt="2025-07-05T16:25:56.780" v="25203" actId="1076"/>
          <ac:picMkLst>
            <pc:docMk/>
            <pc:sldMk cId="4054388082" sldId="407"/>
            <ac:picMk id="6" creationId="{E03AFA1F-D79A-194E-384C-DF061391347D}"/>
          </ac:picMkLst>
        </pc:picChg>
        <pc:picChg chg="add mod ord">
          <ac:chgData name="Khaled taha" userId="912087602c74ab8a" providerId="LiveId" clId="{58B121E7-63A7-4330-86D4-8A88A1192A57}" dt="2025-07-06T05:38:05.447" v="33138" actId="164"/>
          <ac:picMkLst>
            <pc:docMk/>
            <pc:sldMk cId="4054388082" sldId="407"/>
            <ac:picMk id="10" creationId="{CFD1301D-EB84-D0DA-8B6F-47134490F6E0}"/>
          </ac:picMkLst>
        </pc:picChg>
        <pc:picChg chg="mod">
          <ac:chgData name="Khaled taha" userId="912087602c74ab8a" providerId="LiveId" clId="{58B121E7-63A7-4330-86D4-8A88A1192A57}" dt="2025-07-04T17:26:05.393" v="17574" actId="207"/>
          <ac:picMkLst>
            <pc:docMk/>
            <pc:sldMk cId="4054388082" sldId="407"/>
            <ac:picMk id="21" creationId="{356722A8-368E-36D1-45C6-EDC033A58891}"/>
          </ac:picMkLst>
        </pc:picChg>
        <pc:picChg chg="mod">
          <ac:chgData name="Khaled taha" userId="912087602c74ab8a" providerId="LiveId" clId="{58B121E7-63A7-4330-86D4-8A88A1192A57}" dt="2025-07-04T17:26:05.393" v="17574" actId="207"/>
          <ac:picMkLst>
            <pc:docMk/>
            <pc:sldMk cId="4054388082" sldId="407"/>
            <ac:picMk id="23" creationId="{48613B54-6D64-0EED-EF00-3741E65440D1}"/>
          </ac:picMkLst>
        </pc:picChg>
        <pc:picChg chg="mod">
          <ac:chgData name="Khaled taha" userId="912087602c74ab8a" providerId="LiveId" clId="{58B121E7-63A7-4330-86D4-8A88A1192A57}" dt="2025-07-04T17:26:05.393" v="17574" actId="207"/>
          <ac:picMkLst>
            <pc:docMk/>
            <pc:sldMk cId="4054388082" sldId="407"/>
            <ac:picMk id="24" creationId="{A7993E81-5D9C-CAB8-2175-B00B8C2056C5}"/>
          </ac:picMkLst>
        </pc:picChg>
        <pc:picChg chg="mod">
          <ac:chgData name="Khaled taha" userId="912087602c74ab8a" providerId="LiveId" clId="{58B121E7-63A7-4330-86D4-8A88A1192A57}" dt="2025-07-04T17:26:05.393" v="17574" actId="207"/>
          <ac:picMkLst>
            <pc:docMk/>
            <pc:sldMk cId="4054388082" sldId="407"/>
            <ac:picMk id="25" creationId="{CFC63E50-F39C-5143-9B43-6EA96E56B34B}"/>
          </ac:picMkLst>
        </pc:picChg>
        <pc:picChg chg="del">
          <ac:chgData name="Khaled taha" userId="912087602c74ab8a" providerId="LiveId" clId="{58B121E7-63A7-4330-86D4-8A88A1192A57}" dt="2025-07-05T16:20:29.811" v="25089" actId="478"/>
          <ac:picMkLst>
            <pc:docMk/>
            <pc:sldMk cId="4054388082" sldId="407"/>
            <ac:picMk id="72" creationId="{FFD48B94-B96E-65D9-39B3-BA40C2E24F06}"/>
          </ac:picMkLst>
        </pc:picChg>
        <pc:cxnChg chg="del">
          <ac:chgData name="Khaled taha" userId="912087602c74ab8a" providerId="LiveId" clId="{58B121E7-63A7-4330-86D4-8A88A1192A57}" dt="2025-07-05T16:20:29.811" v="25089" actId="478"/>
          <ac:cxnSpMkLst>
            <pc:docMk/>
            <pc:sldMk cId="4054388082" sldId="407"/>
            <ac:cxnSpMk id="2" creationId="{F9FFE548-DDDA-A363-512A-9BDC824B8434}"/>
          </ac:cxnSpMkLst>
        </pc:cxnChg>
        <pc:cxnChg chg="add del mod">
          <ac:chgData name="Khaled taha" userId="912087602c74ab8a" providerId="LiveId" clId="{58B121E7-63A7-4330-86D4-8A88A1192A57}" dt="2025-07-05T16:25:48.101" v="25200" actId="478"/>
          <ac:cxnSpMkLst>
            <pc:docMk/>
            <pc:sldMk cId="4054388082" sldId="407"/>
            <ac:cxnSpMk id="5" creationId="{9AAF5C13-9630-A83B-9FC4-9A7864CCE75E}"/>
          </ac:cxnSpMkLst>
        </pc:cxnChg>
        <pc:cxnChg chg="add mod">
          <ac:chgData name="Khaled taha" userId="912087602c74ab8a" providerId="LiveId" clId="{58B121E7-63A7-4330-86D4-8A88A1192A57}" dt="2025-07-05T16:25:48.391" v="25201"/>
          <ac:cxnSpMkLst>
            <pc:docMk/>
            <pc:sldMk cId="4054388082" sldId="407"/>
            <ac:cxnSpMk id="7" creationId="{868F2879-02FB-C68E-EA32-C60D1E26A646}"/>
          </ac:cxnSpMkLst>
        </pc:cxnChg>
      </pc:sldChg>
      <pc:sldChg chg="addSp delSp modSp mod modTransition">
        <pc:chgData name="Khaled taha" userId="912087602c74ab8a" providerId="LiveId" clId="{58B121E7-63A7-4330-86D4-8A88A1192A57}" dt="2025-07-05T16:42:05.701" v="25428" actId="120"/>
        <pc:sldMkLst>
          <pc:docMk/>
          <pc:sldMk cId="408167702" sldId="408"/>
        </pc:sldMkLst>
        <pc:spChg chg="mod">
          <ac:chgData name="Khaled taha" userId="912087602c74ab8a" providerId="LiveId" clId="{58B121E7-63A7-4330-86D4-8A88A1192A57}" dt="2025-07-05T16:39:51.877" v="25409" actId="14100"/>
          <ac:spMkLst>
            <pc:docMk/>
            <pc:sldMk cId="408167702" sldId="408"/>
            <ac:spMk id="9" creationId="{5DF9B259-73B6-FD74-0B37-04821083A373}"/>
          </ac:spMkLst>
        </pc:spChg>
        <pc:spChg chg="add mod">
          <ac:chgData name="Khaled taha" userId="912087602c74ab8a" providerId="LiveId" clId="{58B121E7-63A7-4330-86D4-8A88A1192A57}" dt="2025-07-05T16:26:03.900" v="25205"/>
          <ac:spMkLst>
            <pc:docMk/>
            <pc:sldMk cId="408167702" sldId="408"/>
            <ac:spMk id="12" creationId="{05AE23F8-4397-3A62-6981-8E3EB764C026}"/>
          </ac:spMkLst>
        </pc:spChg>
        <pc:spChg chg="mod">
          <ac:chgData name="Khaled taha" userId="912087602c74ab8a" providerId="LiveId" clId="{58B121E7-63A7-4330-86D4-8A88A1192A57}" dt="2025-07-05T16:42:05.701" v="25428" actId="120"/>
          <ac:spMkLst>
            <pc:docMk/>
            <pc:sldMk cId="408167702" sldId="408"/>
            <ac:spMk id="15" creationId="{4F7101DC-7BD5-D0E8-7E90-B43737948134}"/>
          </ac:spMkLst>
        </pc:spChg>
        <pc:spChg chg="add mod">
          <ac:chgData name="Khaled taha" userId="912087602c74ab8a" providerId="LiveId" clId="{58B121E7-63A7-4330-86D4-8A88A1192A57}" dt="2025-07-05T16:39:45.367" v="25406"/>
          <ac:spMkLst>
            <pc:docMk/>
            <pc:sldMk cId="408167702" sldId="408"/>
            <ac:spMk id="17" creationId="{AF4DFB50-B17F-F88F-7ADB-9A35682FE59E}"/>
          </ac:spMkLst>
        </pc:spChg>
        <pc:spChg chg="mod">
          <ac:chgData name="Khaled taha" userId="912087602c74ab8a" providerId="LiveId" clId="{58B121E7-63A7-4330-86D4-8A88A1192A57}" dt="2025-07-05T16:42:05.701" v="25428" actId="120"/>
          <ac:spMkLst>
            <pc:docMk/>
            <pc:sldMk cId="408167702" sldId="408"/>
            <ac:spMk id="18" creationId="{F41E27A1-19DC-4352-EEFC-B624E15DAFF9}"/>
          </ac:spMkLst>
        </pc:spChg>
        <pc:spChg chg="mod">
          <ac:chgData name="Khaled taha" userId="912087602c74ab8a" providerId="LiveId" clId="{58B121E7-63A7-4330-86D4-8A88A1192A57}" dt="2025-07-05T16:42:05.701" v="25428" actId="120"/>
          <ac:spMkLst>
            <pc:docMk/>
            <pc:sldMk cId="408167702" sldId="408"/>
            <ac:spMk id="20" creationId="{EF18556C-1508-E4CC-A3F7-FFC06A802674}"/>
          </ac:spMkLst>
        </pc:spChg>
        <pc:spChg chg="mod">
          <ac:chgData name="Khaled taha" userId="912087602c74ab8a" providerId="LiveId" clId="{58B121E7-63A7-4330-86D4-8A88A1192A57}" dt="2025-07-05T16:42:05.701" v="25428" actId="120"/>
          <ac:spMkLst>
            <pc:docMk/>
            <pc:sldMk cId="408167702" sldId="408"/>
            <ac:spMk id="22" creationId="{9F63756E-DEAA-3363-61CF-15FA61C005D2}"/>
          </ac:spMkLst>
        </pc:spChg>
        <pc:spChg chg="del">
          <ac:chgData name="Khaled taha" userId="912087602c74ab8a" providerId="LiveId" clId="{58B121E7-63A7-4330-86D4-8A88A1192A57}" dt="2025-07-05T16:26:03.232" v="25204" actId="478"/>
          <ac:spMkLst>
            <pc:docMk/>
            <pc:sldMk cId="408167702" sldId="408"/>
            <ac:spMk id="70" creationId="{B0E1D73A-3C1F-8FA4-1E73-EFC3E5478B40}"/>
          </ac:spMkLst>
        </pc:spChg>
        <pc:picChg chg="add del mod">
          <ac:chgData name="Khaled taha" userId="912087602c74ab8a" providerId="LiveId" clId="{58B121E7-63A7-4330-86D4-8A88A1192A57}" dt="2025-07-05T16:26:03.232" v="25204" actId="478"/>
          <ac:picMkLst>
            <pc:docMk/>
            <pc:sldMk cId="408167702" sldId="408"/>
            <ac:picMk id="5" creationId="{3B170DB6-50B9-A49C-0E6B-7E46B9DE33C4}"/>
          </ac:picMkLst>
        </pc:picChg>
        <pc:picChg chg="mod">
          <ac:chgData name="Khaled taha" userId="912087602c74ab8a" providerId="LiveId" clId="{58B121E7-63A7-4330-86D4-8A88A1192A57}" dt="2025-07-04T17:26:13.143" v="17575" actId="207"/>
          <ac:picMkLst>
            <pc:docMk/>
            <pc:sldMk cId="408167702" sldId="408"/>
            <ac:picMk id="6" creationId="{3A33415C-D3EA-D00E-0E62-6B48626B139E}"/>
          </ac:picMkLst>
        </pc:picChg>
        <pc:picChg chg="mod">
          <ac:chgData name="Khaled taha" userId="912087602c74ab8a" providerId="LiveId" clId="{58B121E7-63A7-4330-86D4-8A88A1192A57}" dt="2025-07-04T17:26:13.143" v="17575" actId="207"/>
          <ac:picMkLst>
            <pc:docMk/>
            <pc:sldMk cId="408167702" sldId="408"/>
            <ac:picMk id="7" creationId="{79B334EB-8C3D-3CC0-C0FC-983ED6C39031}"/>
          </ac:picMkLst>
        </pc:picChg>
        <pc:picChg chg="mod">
          <ac:chgData name="Khaled taha" userId="912087602c74ab8a" providerId="LiveId" clId="{58B121E7-63A7-4330-86D4-8A88A1192A57}" dt="2025-07-04T17:26:13.143" v="17575" actId="207"/>
          <ac:picMkLst>
            <pc:docMk/>
            <pc:sldMk cId="408167702" sldId="408"/>
            <ac:picMk id="10" creationId="{40D0FEB6-27A3-53F0-485A-FA304426208E}"/>
          </ac:picMkLst>
        </pc:picChg>
        <pc:picChg chg="mod">
          <ac:chgData name="Khaled taha" userId="912087602c74ab8a" providerId="LiveId" clId="{58B121E7-63A7-4330-86D4-8A88A1192A57}" dt="2025-07-04T17:26:13.143" v="17575" actId="207"/>
          <ac:picMkLst>
            <pc:docMk/>
            <pc:sldMk cId="408167702" sldId="408"/>
            <ac:picMk id="11" creationId="{CA3646D5-6915-B0BB-B7BE-B91F4EF9CF70}"/>
          </ac:picMkLst>
        </pc:picChg>
        <pc:picChg chg="add mod">
          <ac:chgData name="Khaled taha" userId="912087602c74ab8a" providerId="LiveId" clId="{58B121E7-63A7-4330-86D4-8A88A1192A57}" dt="2025-07-05T16:26:03.900" v="25205"/>
          <ac:picMkLst>
            <pc:docMk/>
            <pc:sldMk cId="408167702" sldId="408"/>
            <ac:picMk id="14" creationId="{E1FB3D32-3387-A835-8050-44B3BA3F7FE1}"/>
          </ac:picMkLst>
        </pc:picChg>
        <pc:picChg chg="del">
          <ac:chgData name="Khaled taha" userId="912087602c74ab8a" providerId="LiveId" clId="{58B121E7-63A7-4330-86D4-8A88A1192A57}" dt="2025-07-05T16:25:09.854" v="25190" actId="478"/>
          <ac:picMkLst>
            <pc:docMk/>
            <pc:sldMk cId="408167702" sldId="408"/>
            <ac:picMk id="72" creationId="{B4B6BAAA-DFC9-A84F-CF41-067C1B80F0A1}"/>
          </ac:picMkLst>
        </pc:picChg>
        <pc:cxnChg chg="del">
          <ac:chgData name="Khaled taha" userId="912087602c74ab8a" providerId="LiveId" clId="{58B121E7-63A7-4330-86D4-8A88A1192A57}" dt="2025-07-05T16:26:03.232" v="25204" actId="478"/>
          <ac:cxnSpMkLst>
            <pc:docMk/>
            <pc:sldMk cId="408167702" sldId="408"/>
            <ac:cxnSpMk id="2" creationId="{CC360FBD-855F-2097-D745-15F14D6F55F1}"/>
          </ac:cxnSpMkLst>
        </pc:cxnChg>
        <pc:cxnChg chg="add mod">
          <ac:chgData name="Khaled taha" userId="912087602c74ab8a" providerId="LiveId" clId="{58B121E7-63A7-4330-86D4-8A88A1192A57}" dt="2025-07-05T16:26:03.900" v="25205"/>
          <ac:cxnSpMkLst>
            <pc:docMk/>
            <pc:sldMk cId="408167702" sldId="408"/>
            <ac:cxnSpMk id="16" creationId="{4B7DFBCD-359D-70D9-359B-0FF8054AD157}"/>
          </ac:cxnSpMkLst>
        </pc:cxnChg>
      </pc:sldChg>
      <pc:sldChg chg="addSp delSp modSp mod modTransition">
        <pc:chgData name="Khaled taha" userId="912087602c74ab8a" providerId="LiveId" clId="{58B121E7-63A7-4330-86D4-8A88A1192A57}" dt="2025-07-05T16:42:10.430" v="25430" actId="120"/>
        <pc:sldMkLst>
          <pc:docMk/>
          <pc:sldMk cId="2564888941" sldId="409"/>
        </pc:sldMkLst>
        <pc:spChg chg="add mod">
          <ac:chgData name="Khaled taha" userId="912087602c74ab8a" providerId="LiveId" clId="{58B121E7-63A7-4330-86D4-8A88A1192A57}" dt="2025-07-05T16:26:09.388" v="25207"/>
          <ac:spMkLst>
            <pc:docMk/>
            <pc:sldMk cId="2564888941" sldId="409"/>
            <ac:spMk id="5" creationId="{2222B7B3-2D8C-C643-7815-FFD88630C75E}"/>
          </ac:spMkLst>
        </pc:spChg>
        <pc:spChg chg="mod">
          <ac:chgData name="Khaled taha" userId="912087602c74ab8a" providerId="LiveId" clId="{58B121E7-63A7-4330-86D4-8A88A1192A57}" dt="2025-07-05T16:39:08.439" v="25396" actId="14100"/>
          <ac:spMkLst>
            <pc:docMk/>
            <pc:sldMk cId="2564888941" sldId="409"/>
            <ac:spMk id="9" creationId="{3CDA8F5B-2C88-7781-2AEA-B3F45965EFF0}"/>
          </ac:spMkLst>
        </pc:spChg>
        <pc:spChg chg="mod">
          <ac:chgData name="Khaled taha" userId="912087602c74ab8a" providerId="LiveId" clId="{58B121E7-63A7-4330-86D4-8A88A1192A57}" dt="2025-07-05T16:42:10.430" v="25430" actId="120"/>
          <ac:spMkLst>
            <pc:docMk/>
            <pc:sldMk cId="2564888941" sldId="409"/>
            <ac:spMk id="13" creationId="{E089A87C-CC35-5880-D2EE-4D897D0E652D}"/>
          </ac:spMkLst>
        </pc:spChg>
        <pc:spChg chg="mod">
          <ac:chgData name="Khaled taha" userId="912087602c74ab8a" providerId="LiveId" clId="{58B121E7-63A7-4330-86D4-8A88A1192A57}" dt="2025-07-05T16:42:10.430" v="25430" actId="120"/>
          <ac:spMkLst>
            <pc:docMk/>
            <pc:sldMk cId="2564888941" sldId="409"/>
            <ac:spMk id="16" creationId="{715BF80A-FF69-8FA0-E477-787CB7E149E1}"/>
          </ac:spMkLst>
        </pc:spChg>
        <pc:spChg chg="mod">
          <ac:chgData name="Khaled taha" userId="912087602c74ab8a" providerId="LiveId" clId="{58B121E7-63A7-4330-86D4-8A88A1192A57}" dt="2025-07-05T16:42:10.430" v="25430" actId="120"/>
          <ac:spMkLst>
            <pc:docMk/>
            <pc:sldMk cId="2564888941" sldId="409"/>
            <ac:spMk id="18" creationId="{ECDD0FBC-5A96-D8E3-B30A-E2654DDD9B5F}"/>
          </ac:spMkLst>
        </pc:spChg>
        <pc:spChg chg="mod">
          <ac:chgData name="Khaled taha" userId="912087602c74ab8a" providerId="LiveId" clId="{58B121E7-63A7-4330-86D4-8A88A1192A57}" dt="2025-07-05T16:42:10.430" v="25430" actId="120"/>
          <ac:spMkLst>
            <pc:docMk/>
            <pc:sldMk cId="2564888941" sldId="409"/>
            <ac:spMk id="20" creationId="{49BD1745-600F-926F-2785-9947C4748BEA}"/>
          </ac:spMkLst>
        </pc:spChg>
        <pc:spChg chg="mod">
          <ac:chgData name="Khaled taha" userId="912087602c74ab8a" providerId="LiveId" clId="{58B121E7-63A7-4330-86D4-8A88A1192A57}" dt="2025-07-05T16:42:10.430" v="25430" actId="120"/>
          <ac:spMkLst>
            <pc:docMk/>
            <pc:sldMk cId="2564888941" sldId="409"/>
            <ac:spMk id="22" creationId="{72A28F70-1D9D-6453-EA2A-7CBAEF482B55}"/>
          </ac:spMkLst>
        </pc:spChg>
        <pc:spChg chg="del">
          <ac:chgData name="Khaled taha" userId="912087602c74ab8a" providerId="LiveId" clId="{58B121E7-63A7-4330-86D4-8A88A1192A57}" dt="2025-07-05T16:26:09.045" v="25206" actId="478"/>
          <ac:spMkLst>
            <pc:docMk/>
            <pc:sldMk cId="2564888941" sldId="409"/>
            <ac:spMk id="70" creationId="{B43CF361-67E5-C1D8-98D5-6203391ACA56}"/>
          </ac:spMkLst>
        </pc:spChg>
        <pc:picChg chg="mod">
          <ac:chgData name="Khaled taha" userId="912087602c74ab8a" providerId="LiveId" clId="{58B121E7-63A7-4330-86D4-8A88A1192A57}" dt="2025-07-04T17:26:22.260" v="17576" actId="207"/>
          <ac:picMkLst>
            <pc:docMk/>
            <pc:sldMk cId="2564888941" sldId="409"/>
            <ac:picMk id="6" creationId="{3CBF7224-5CFF-AE09-ED54-04B45EF04684}"/>
          </ac:picMkLst>
        </pc:picChg>
        <pc:picChg chg="mod">
          <ac:chgData name="Khaled taha" userId="912087602c74ab8a" providerId="LiveId" clId="{58B121E7-63A7-4330-86D4-8A88A1192A57}" dt="2025-07-04T17:26:22.260" v="17576" actId="207"/>
          <ac:picMkLst>
            <pc:docMk/>
            <pc:sldMk cId="2564888941" sldId="409"/>
            <ac:picMk id="7" creationId="{628A9AAE-5B7E-CDCA-681D-0455F5FF2944}"/>
          </ac:picMkLst>
        </pc:picChg>
        <pc:picChg chg="mod">
          <ac:chgData name="Khaled taha" userId="912087602c74ab8a" providerId="LiveId" clId="{58B121E7-63A7-4330-86D4-8A88A1192A57}" dt="2025-07-04T17:26:22.260" v="17576" actId="207"/>
          <ac:picMkLst>
            <pc:docMk/>
            <pc:sldMk cId="2564888941" sldId="409"/>
            <ac:picMk id="8" creationId="{DFD2CE00-7BA1-060F-F6FB-7DF589590F59}"/>
          </ac:picMkLst>
        </pc:picChg>
        <pc:picChg chg="mod">
          <ac:chgData name="Khaled taha" userId="912087602c74ab8a" providerId="LiveId" clId="{58B121E7-63A7-4330-86D4-8A88A1192A57}" dt="2025-07-04T17:26:22.260" v="17576" actId="207"/>
          <ac:picMkLst>
            <pc:docMk/>
            <pc:sldMk cId="2564888941" sldId="409"/>
            <ac:picMk id="11" creationId="{85679AB9-D0EB-9CBC-DC6C-3577EB0A1D05}"/>
          </ac:picMkLst>
        </pc:picChg>
        <pc:picChg chg="add mod">
          <ac:chgData name="Khaled taha" userId="912087602c74ab8a" providerId="LiveId" clId="{58B121E7-63A7-4330-86D4-8A88A1192A57}" dt="2025-07-05T16:26:09.388" v="25207"/>
          <ac:picMkLst>
            <pc:docMk/>
            <pc:sldMk cId="2564888941" sldId="409"/>
            <ac:picMk id="12" creationId="{E6919AD8-4192-8959-0293-8878AC1710FE}"/>
          </ac:picMkLst>
        </pc:picChg>
        <pc:picChg chg="del">
          <ac:chgData name="Khaled taha" userId="912087602c74ab8a" providerId="LiveId" clId="{58B121E7-63A7-4330-86D4-8A88A1192A57}" dt="2025-07-05T16:25:12.752" v="25192" actId="478"/>
          <ac:picMkLst>
            <pc:docMk/>
            <pc:sldMk cId="2564888941" sldId="409"/>
            <ac:picMk id="72" creationId="{4F171590-2AAB-BB0D-68AB-367D7530004C}"/>
          </ac:picMkLst>
        </pc:picChg>
        <pc:cxnChg chg="del">
          <ac:chgData name="Khaled taha" userId="912087602c74ab8a" providerId="LiveId" clId="{58B121E7-63A7-4330-86D4-8A88A1192A57}" dt="2025-07-05T16:26:09.045" v="25206" actId="478"/>
          <ac:cxnSpMkLst>
            <pc:docMk/>
            <pc:sldMk cId="2564888941" sldId="409"/>
            <ac:cxnSpMk id="2" creationId="{74301783-D65E-26DC-F84D-CEA88EF312A5}"/>
          </ac:cxnSpMkLst>
        </pc:cxnChg>
        <pc:cxnChg chg="add mod">
          <ac:chgData name="Khaled taha" userId="912087602c74ab8a" providerId="LiveId" clId="{58B121E7-63A7-4330-86D4-8A88A1192A57}" dt="2025-07-05T16:26:09.388" v="25207"/>
          <ac:cxnSpMkLst>
            <pc:docMk/>
            <pc:sldMk cId="2564888941" sldId="409"/>
            <ac:cxnSpMk id="14" creationId="{4BC47CEF-4EC5-9731-4D76-687742DFC84A}"/>
          </ac:cxnSpMkLst>
        </pc:cxnChg>
      </pc:sldChg>
      <pc:sldChg chg="addSp delSp modSp add mod ord modTransition setBg">
        <pc:chgData name="Khaled taha" userId="912087602c74ab8a" providerId="LiveId" clId="{58B121E7-63A7-4330-86D4-8A88A1192A57}" dt="2025-07-05T16:50:42.741" v="25482" actId="207"/>
        <pc:sldMkLst>
          <pc:docMk/>
          <pc:sldMk cId="819066986" sldId="410"/>
        </pc:sldMkLst>
        <pc:spChg chg="add mod">
          <ac:chgData name="Khaled taha" userId="912087602c74ab8a" providerId="LiveId" clId="{58B121E7-63A7-4330-86D4-8A88A1192A57}" dt="2025-07-03T12:08:49.193" v="2496" actId="1076"/>
          <ac:spMkLst>
            <pc:docMk/>
            <pc:sldMk cId="819066986" sldId="410"/>
            <ac:spMk id="3" creationId="{F913B379-20CC-0872-9A32-42B09FDD4478}"/>
          </ac:spMkLst>
        </pc:spChg>
        <pc:spChg chg="add mod">
          <ac:chgData name="Khaled taha" userId="912087602c74ab8a" providerId="LiveId" clId="{58B121E7-63A7-4330-86D4-8A88A1192A57}" dt="2025-07-05T04:28:54.279" v="20253"/>
          <ac:spMkLst>
            <pc:docMk/>
            <pc:sldMk cId="819066986" sldId="410"/>
            <ac:spMk id="4" creationId="{5418DBCE-F405-85FE-EDC7-BD0DEEACFFE5}"/>
          </ac:spMkLst>
        </pc:spChg>
        <pc:spChg chg="add mod">
          <ac:chgData name="Khaled taha" userId="912087602c74ab8a" providerId="LiveId" clId="{58B121E7-63A7-4330-86D4-8A88A1192A57}" dt="2025-07-03T16:53:09.800" v="12236"/>
          <ac:spMkLst>
            <pc:docMk/>
            <pc:sldMk cId="819066986" sldId="410"/>
            <ac:spMk id="10" creationId="{C14AE367-18EE-83F7-7673-C3E877FD7267}"/>
          </ac:spMkLst>
        </pc:spChg>
        <pc:spChg chg="del">
          <ac:chgData name="Khaled taha" userId="912087602c74ab8a" providerId="LiveId" clId="{58B121E7-63A7-4330-86D4-8A88A1192A57}" dt="2025-07-05T04:28:54.114" v="20252" actId="478"/>
          <ac:spMkLst>
            <pc:docMk/>
            <pc:sldMk cId="819066986" sldId="410"/>
            <ac:spMk id="75" creationId="{7391EBF6-62FA-4005-5226-492FE8B3DD7A}"/>
          </ac:spMkLst>
        </pc:spChg>
        <pc:spChg chg="mod">
          <ac:chgData name="Khaled taha" userId="912087602c74ab8a" providerId="LiveId" clId="{58B121E7-63A7-4330-86D4-8A88A1192A57}" dt="2025-07-03T12:06:11.865" v="2434" actId="1076"/>
          <ac:spMkLst>
            <pc:docMk/>
            <pc:sldMk cId="819066986" sldId="410"/>
            <ac:spMk id="76" creationId="{DB5B6F0B-6C46-7F4D-8DC0-637AA6619A9C}"/>
          </ac:spMkLst>
        </pc:spChg>
        <pc:spChg chg="mod">
          <ac:chgData name="Khaled taha" userId="912087602c74ab8a" providerId="LiveId" clId="{58B121E7-63A7-4330-86D4-8A88A1192A57}" dt="2025-07-05T16:50:42.741" v="25482" actId="207"/>
          <ac:spMkLst>
            <pc:docMk/>
            <pc:sldMk cId="819066986" sldId="410"/>
            <ac:spMk id="106" creationId="{83EA39D6-2A4C-29DE-6F3B-20C24FA0923F}"/>
          </ac:spMkLst>
        </pc:spChg>
        <pc:spChg chg="mod">
          <ac:chgData name="Khaled taha" userId="912087602c74ab8a" providerId="LiveId" clId="{58B121E7-63A7-4330-86D4-8A88A1192A57}" dt="2025-07-05T16:50:26.295" v="25480" actId="207"/>
          <ac:spMkLst>
            <pc:docMk/>
            <pc:sldMk cId="819066986" sldId="410"/>
            <ac:spMk id="107" creationId="{AA0E2550-613A-36A7-D5AF-71CB3C9D80AF}"/>
          </ac:spMkLst>
        </pc:spChg>
        <pc:spChg chg="mod">
          <ac:chgData name="Khaled taha" userId="912087602c74ab8a" providerId="LiveId" clId="{58B121E7-63A7-4330-86D4-8A88A1192A57}" dt="2025-07-05T16:50:26.295" v="25480" actId="207"/>
          <ac:spMkLst>
            <pc:docMk/>
            <pc:sldMk cId="819066986" sldId="410"/>
            <ac:spMk id="110" creationId="{7EB6AEA4-2B05-C1A7-2675-BDB3BDDAFB36}"/>
          </ac:spMkLst>
        </pc:spChg>
        <pc:spChg chg="mod">
          <ac:chgData name="Khaled taha" userId="912087602c74ab8a" providerId="LiveId" clId="{58B121E7-63A7-4330-86D4-8A88A1192A57}" dt="2025-07-05T16:50:26.295" v="25480" actId="207"/>
          <ac:spMkLst>
            <pc:docMk/>
            <pc:sldMk cId="819066986" sldId="410"/>
            <ac:spMk id="112" creationId="{62F22CE5-09D2-A691-37AE-D778101C559B}"/>
          </ac:spMkLst>
        </pc:spChg>
        <pc:spChg chg="mod">
          <ac:chgData name="Khaled taha" userId="912087602c74ab8a" providerId="LiveId" clId="{58B121E7-63A7-4330-86D4-8A88A1192A57}" dt="2025-07-03T00:20:57.546" v="1277" actId="1076"/>
          <ac:spMkLst>
            <pc:docMk/>
            <pc:sldMk cId="819066986" sldId="410"/>
            <ac:spMk id="264" creationId="{4EC5BDF4-927C-A340-7D74-988A2F979834}"/>
          </ac:spMkLst>
        </pc:spChg>
        <pc:spChg chg="mod">
          <ac:chgData name="Khaled taha" userId="912087602c74ab8a" providerId="LiveId" clId="{58B121E7-63A7-4330-86D4-8A88A1192A57}" dt="2025-07-03T00:20:25.971" v="1272" actId="2711"/>
          <ac:spMkLst>
            <pc:docMk/>
            <pc:sldMk cId="819066986" sldId="410"/>
            <ac:spMk id="265" creationId="{8F78262D-9104-44F0-4819-ED270142E262}"/>
          </ac:spMkLst>
        </pc:spChg>
        <pc:spChg chg="mod">
          <ac:chgData name="Khaled taha" userId="912087602c74ab8a" providerId="LiveId" clId="{58B121E7-63A7-4330-86D4-8A88A1192A57}" dt="2025-07-03T00:20:25.971" v="1272" actId="2711"/>
          <ac:spMkLst>
            <pc:docMk/>
            <pc:sldMk cId="819066986" sldId="410"/>
            <ac:spMk id="266" creationId="{7BF55AD2-8555-11FA-19EF-56FA49F13998}"/>
          </ac:spMkLst>
        </pc:spChg>
        <pc:spChg chg="mod">
          <ac:chgData name="Khaled taha" userId="912087602c74ab8a" providerId="LiveId" clId="{58B121E7-63A7-4330-86D4-8A88A1192A57}" dt="2025-07-03T00:20:25.971" v="1272" actId="2711"/>
          <ac:spMkLst>
            <pc:docMk/>
            <pc:sldMk cId="819066986" sldId="410"/>
            <ac:spMk id="267" creationId="{64F66D43-BB77-4332-F4AF-1E398BDDB83B}"/>
          </ac:spMkLst>
        </pc:spChg>
        <pc:spChg chg="mod">
          <ac:chgData name="Khaled taha" userId="912087602c74ab8a" providerId="LiveId" clId="{58B121E7-63A7-4330-86D4-8A88A1192A57}" dt="2025-07-03T00:20:43.530" v="1275" actId="1076"/>
          <ac:spMkLst>
            <pc:docMk/>
            <pc:sldMk cId="819066986" sldId="410"/>
            <ac:spMk id="268" creationId="{57A8C28A-AD68-E412-3C49-5BA2BEF28B87}"/>
          </ac:spMkLst>
        </pc:spChg>
        <pc:spChg chg="mod">
          <ac:chgData name="Khaled taha" userId="912087602c74ab8a" providerId="LiveId" clId="{58B121E7-63A7-4330-86D4-8A88A1192A57}" dt="2025-07-03T12:08:53.009" v="2497" actId="1076"/>
          <ac:spMkLst>
            <pc:docMk/>
            <pc:sldMk cId="819066986" sldId="410"/>
            <ac:spMk id="270" creationId="{4B5C2ADF-AA57-2FE7-7070-8BEEAF0A2A7F}"/>
          </ac:spMkLst>
        </pc:spChg>
        <pc:grpChg chg="add mod">
          <ac:chgData name="Khaled taha" userId="912087602c74ab8a" providerId="LiveId" clId="{58B121E7-63A7-4330-86D4-8A88A1192A57}" dt="2025-07-05T16:50:26.295" v="25480" actId="207"/>
          <ac:grpSpMkLst>
            <pc:docMk/>
            <pc:sldMk cId="819066986" sldId="410"/>
            <ac:grpSpMk id="104" creationId="{6C89531F-CFE2-E4E7-5A44-DFDD6CCD85E9}"/>
          </ac:grpSpMkLst>
        </pc:grpChg>
        <pc:picChg chg="add mod">
          <ac:chgData name="Khaled taha" userId="912087602c74ab8a" providerId="LiveId" clId="{58B121E7-63A7-4330-86D4-8A88A1192A57}" dt="2025-07-05T04:28:54.279" v="20253"/>
          <ac:picMkLst>
            <pc:docMk/>
            <pc:sldMk cId="819066986" sldId="410"/>
            <ac:picMk id="2" creationId="{DDB15A47-E35F-CE2A-B215-700367D13F01}"/>
          </ac:picMkLst>
        </pc:picChg>
        <pc:picChg chg="del">
          <ac:chgData name="Khaled taha" userId="912087602c74ab8a" providerId="LiveId" clId="{58B121E7-63A7-4330-86D4-8A88A1192A57}" dt="2025-07-05T04:28:54.114" v="20252" actId="478"/>
          <ac:picMkLst>
            <pc:docMk/>
            <pc:sldMk cId="819066986" sldId="410"/>
            <ac:picMk id="74" creationId="{4E3299A6-5B8D-E9B4-EDE4-892328351051}"/>
          </ac:picMkLst>
        </pc:picChg>
        <pc:picChg chg="mod">
          <ac:chgData name="Khaled taha" userId="912087602c74ab8a" providerId="LiveId" clId="{58B121E7-63A7-4330-86D4-8A88A1192A57}" dt="2025-07-05T16:50:26.295" v="25480" actId="207"/>
          <ac:picMkLst>
            <pc:docMk/>
            <pc:sldMk cId="819066986" sldId="410"/>
            <ac:picMk id="108" creationId="{0BBD5B5A-3122-C573-0301-C6A476987A57}"/>
          </ac:picMkLst>
        </pc:picChg>
        <pc:picChg chg="mod">
          <ac:chgData name="Khaled taha" userId="912087602c74ab8a" providerId="LiveId" clId="{58B121E7-63A7-4330-86D4-8A88A1192A57}" dt="2025-07-05T16:50:26.295" v="25480" actId="207"/>
          <ac:picMkLst>
            <pc:docMk/>
            <pc:sldMk cId="819066986" sldId="410"/>
            <ac:picMk id="109" creationId="{76F6B678-5148-DBFB-5032-8EAB862F0A71}"/>
          </ac:picMkLst>
        </pc:picChg>
        <pc:picChg chg="mod">
          <ac:chgData name="Khaled taha" userId="912087602c74ab8a" providerId="LiveId" clId="{58B121E7-63A7-4330-86D4-8A88A1192A57}" dt="2025-07-05T16:50:26.295" v="25480" actId="207"/>
          <ac:picMkLst>
            <pc:docMk/>
            <pc:sldMk cId="819066986" sldId="410"/>
            <ac:picMk id="111" creationId="{9E252707-5DC4-622D-85CE-B3BC31F8BAAC}"/>
          </ac:picMkLst>
        </pc:picChg>
        <pc:picChg chg="mod">
          <ac:chgData name="Khaled taha" userId="912087602c74ab8a" providerId="LiveId" clId="{58B121E7-63A7-4330-86D4-8A88A1192A57}" dt="2025-07-05T16:50:26.295" v="25480" actId="207"/>
          <ac:picMkLst>
            <pc:docMk/>
            <pc:sldMk cId="819066986" sldId="410"/>
            <ac:picMk id="113" creationId="{4CC8E4AC-7CFE-F0CD-827E-E557B038F9EC}"/>
          </ac:picMkLst>
        </pc:picChg>
      </pc:sldChg>
      <pc:sldChg chg="add del">
        <pc:chgData name="Khaled taha" userId="912087602c74ab8a" providerId="LiveId" clId="{58B121E7-63A7-4330-86D4-8A88A1192A57}" dt="2025-07-02T23:24:50.703" v="362"/>
        <pc:sldMkLst>
          <pc:docMk/>
          <pc:sldMk cId="88913911" sldId="411"/>
        </pc:sldMkLst>
      </pc:sldChg>
      <pc:sldChg chg="addSp delSp modSp add del mod">
        <pc:chgData name="Khaled taha" userId="912087602c74ab8a" providerId="LiveId" clId="{58B121E7-63A7-4330-86D4-8A88A1192A57}" dt="2025-07-03T00:32:53.133" v="1355" actId="47"/>
        <pc:sldMkLst>
          <pc:docMk/>
          <pc:sldMk cId="944169594" sldId="411"/>
        </pc:sldMkLst>
      </pc:sldChg>
      <pc:sldChg chg="addSp delSp modSp add del mod ord modTransition">
        <pc:chgData name="Khaled taha" userId="912087602c74ab8a" providerId="LiveId" clId="{58B121E7-63A7-4330-86D4-8A88A1192A57}" dt="2025-07-05T04:28:21.574" v="20247" actId="1076"/>
        <pc:sldMkLst>
          <pc:docMk/>
          <pc:sldMk cId="3919063841" sldId="411"/>
        </pc:sldMkLst>
        <pc:spChg chg="add mod ord">
          <ac:chgData name="Khaled taha" userId="912087602c74ab8a" providerId="LiveId" clId="{58B121E7-63A7-4330-86D4-8A88A1192A57}" dt="2025-07-05T04:27:59.711" v="20244" actId="1076"/>
          <ac:spMkLst>
            <pc:docMk/>
            <pc:sldMk cId="3919063841" sldId="411"/>
            <ac:spMk id="2" creationId="{6401FC06-5F9D-A382-5CD5-BDEF041E9C87}"/>
          </ac:spMkLst>
        </pc:spChg>
        <pc:spChg chg="mod ord">
          <ac:chgData name="Khaled taha" userId="912087602c74ab8a" providerId="LiveId" clId="{58B121E7-63A7-4330-86D4-8A88A1192A57}" dt="2025-07-04T14:23:37.816" v="13450" actId="167"/>
          <ac:spMkLst>
            <pc:docMk/>
            <pc:sldMk cId="3919063841" sldId="411"/>
            <ac:spMk id="4" creationId="{30D03AAC-CF96-B50D-E8CC-644E83467C64}"/>
          </ac:spMkLst>
        </pc:spChg>
        <pc:spChg chg="add mod">
          <ac:chgData name="Khaled taha" userId="912087602c74ab8a" providerId="LiveId" clId="{58B121E7-63A7-4330-86D4-8A88A1192A57}" dt="2025-07-04T14:59:05.177" v="14035" actId="1076"/>
          <ac:spMkLst>
            <pc:docMk/>
            <pc:sldMk cId="3919063841" sldId="411"/>
            <ac:spMk id="18" creationId="{AC6A4F39-9368-E6D2-7468-2C625ADC5801}"/>
          </ac:spMkLst>
        </pc:spChg>
        <pc:spChg chg="add mod">
          <ac:chgData name="Khaled taha" userId="912087602c74ab8a" providerId="LiveId" clId="{58B121E7-63A7-4330-86D4-8A88A1192A57}" dt="2025-07-04T15:05:29.743" v="14458" actId="1038"/>
          <ac:spMkLst>
            <pc:docMk/>
            <pc:sldMk cId="3919063841" sldId="411"/>
            <ac:spMk id="60" creationId="{55B64F41-FCBA-30BA-F474-704674BF713A}"/>
          </ac:spMkLst>
        </pc:spChg>
        <pc:spChg chg="add mod">
          <ac:chgData name="Khaled taha" userId="912087602c74ab8a" providerId="LiveId" clId="{58B121E7-63A7-4330-86D4-8A88A1192A57}" dt="2025-07-04T15:05:29.743" v="14458" actId="1038"/>
          <ac:spMkLst>
            <pc:docMk/>
            <pc:sldMk cId="3919063841" sldId="411"/>
            <ac:spMk id="63" creationId="{415B2C2B-0DED-2EE3-B146-C587BBB471EF}"/>
          </ac:spMkLst>
        </pc:spChg>
        <pc:spChg chg="add mod">
          <ac:chgData name="Khaled taha" userId="912087602c74ab8a" providerId="LiveId" clId="{58B121E7-63A7-4330-86D4-8A88A1192A57}" dt="2025-07-04T15:05:29.743" v="14458" actId="1038"/>
          <ac:spMkLst>
            <pc:docMk/>
            <pc:sldMk cId="3919063841" sldId="411"/>
            <ac:spMk id="64" creationId="{BC7242F6-84E1-E6D6-63C9-2BC4B5D4D425}"/>
          </ac:spMkLst>
        </pc:spChg>
        <pc:spChg chg="add mod">
          <ac:chgData name="Khaled taha" userId="912087602c74ab8a" providerId="LiveId" clId="{58B121E7-63A7-4330-86D4-8A88A1192A57}" dt="2025-07-04T15:05:29.743" v="14458" actId="1038"/>
          <ac:spMkLst>
            <pc:docMk/>
            <pc:sldMk cId="3919063841" sldId="411"/>
            <ac:spMk id="65" creationId="{4EBE2C08-9A22-6C82-813A-7D9E1E1109E7}"/>
          </ac:spMkLst>
        </pc:spChg>
        <pc:spChg chg="add mod">
          <ac:chgData name="Khaled taha" userId="912087602c74ab8a" providerId="LiveId" clId="{58B121E7-63A7-4330-86D4-8A88A1192A57}" dt="2025-07-04T15:05:29.743" v="14458" actId="1038"/>
          <ac:spMkLst>
            <pc:docMk/>
            <pc:sldMk cId="3919063841" sldId="411"/>
            <ac:spMk id="66" creationId="{014EB2C3-7E92-CC6F-0912-8CAA13CC6461}"/>
          </ac:spMkLst>
        </pc:spChg>
        <pc:spChg chg="add mod">
          <ac:chgData name="Khaled taha" userId="912087602c74ab8a" providerId="LiveId" clId="{58B121E7-63A7-4330-86D4-8A88A1192A57}" dt="2025-07-04T15:05:29.743" v="14458" actId="1038"/>
          <ac:spMkLst>
            <pc:docMk/>
            <pc:sldMk cId="3919063841" sldId="411"/>
            <ac:spMk id="69" creationId="{0147363E-D8FF-02F0-6152-7A911BDF3EF8}"/>
          </ac:spMkLst>
        </pc:spChg>
        <pc:spChg chg="add mod">
          <ac:chgData name="Khaled taha" userId="912087602c74ab8a" providerId="LiveId" clId="{58B121E7-63A7-4330-86D4-8A88A1192A57}" dt="2025-07-04T15:05:29.743" v="14458" actId="1038"/>
          <ac:spMkLst>
            <pc:docMk/>
            <pc:sldMk cId="3919063841" sldId="411"/>
            <ac:spMk id="71" creationId="{EAE3E103-F536-4424-F45F-342F327A2DDD}"/>
          </ac:spMkLst>
        </pc:spChg>
        <pc:spChg chg="mod">
          <ac:chgData name="Khaled taha" userId="912087602c74ab8a" providerId="LiveId" clId="{58B121E7-63A7-4330-86D4-8A88A1192A57}" dt="2025-07-05T04:28:21.574" v="20247" actId="1076"/>
          <ac:spMkLst>
            <pc:docMk/>
            <pc:sldMk cId="3919063841" sldId="411"/>
            <ac:spMk id="75" creationId="{8F0ABC38-EF5D-5F31-F487-9BE5B29D890F}"/>
          </ac:spMkLst>
        </pc:spChg>
        <pc:spChg chg="add mod">
          <ac:chgData name="Khaled taha" userId="912087602c74ab8a" providerId="LiveId" clId="{58B121E7-63A7-4330-86D4-8A88A1192A57}" dt="2025-07-04T15:05:29.743" v="14458" actId="1038"/>
          <ac:spMkLst>
            <pc:docMk/>
            <pc:sldMk cId="3919063841" sldId="411"/>
            <ac:spMk id="77" creationId="{DAF7AC95-5802-B710-0CAC-23EC8CF5908D}"/>
          </ac:spMkLst>
        </pc:spChg>
        <pc:spChg chg="add mod">
          <ac:chgData name="Khaled taha" userId="912087602c74ab8a" providerId="LiveId" clId="{58B121E7-63A7-4330-86D4-8A88A1192A57}" dt="2025-07-04T15:05:29.743" v="14458" actId="1038"/>
          <ac:spMkLst>
            <pc:docMk/>
            <pc:sldMk cId="3919063841" sldId="411"/>
            <ac:spMk id="78" creationId="{7185A091-FA63-85DF-41A2-8163CC38D9D0}"/>
          </ac:spMkLst>
        </pc:spChg>
        <pc:spChg chg="add mod">
          <ac:chgData name="Khaled taha" userId="912087602c74ab8a" providerId="LiveId" clId="{58B121E7-63A7-4330-86D4-8A88A1192A57}" dt="2025-07-04T15:05:29.743" v="14458" actId="1038"/>
          <ac:spMkLst>
            <pc:docMk/>
            <pc:sldMk cId="3919063841" sldId="411"/>
            <ac:spMk id="80" creationId="{414C9540-6891-2404-8C35-9F19B4458E33}"/>
          </ac:spMkLst>
        </pc:spChg>
        <pc:picChg chg="mod">
          <ac:chgData name="Khaled taha" userId="912087602c74ab8a" providerId="LiveId" clId="{58B121E7-63A7-4330-86D4-8A88A1192A57}" dt="2025-07-05T04:28:08.325" v="20245" actId="1076"/>
          <ac:picMkLst>
            <pc:docMk/>
            <pc:sldMk cId="3919063841" sldId="411"/>
            <ac:picMk id="74" creationId="{3338341D-2B79-7DB2-FDEA-4D5E70987481}"/>
          </ac:picMkLst>
        </pc:picChg>
      </pc:sldChg>
      <pc:sldChg chg="addSp delSp modSp new add del mod modTransition delAnim modAnim">
        <pc:chgData name="Khaled taha" userId="912087602c74ab8a" providerId="LiveId" clId="{58B121E7-63A7-4330-86D4-8A88A1192A57}" dt="2025-07-04T16:14:55.113" v="15053" actId="47"/>
        <pc:sldMkLst>
          <pc:docMk/>
          <pc:sldMk cId="3367857717" sldId="412"/>
        </pc:sldMkLst>
      </pc:sldChg>
      <pc:sldChg chg="modSp add del mod">
        <pc:chgData name="Khaled taha" userId="912087602c74ab8a" providerId="LiveId" clId="{58B121E7-63A7-4330-86D4-8A88A1192A57}" dt="2025-07-03T01:05:36.563" v="1792" actId="47"/>
        <pc:sldMkLst>
          <pc:docMk/>
          <pc:sldMk cId="2898853453" sldId="413"/>
        </pc:sldMkLst>
      </pc:sldChg>
      <pc:sldChg chg="delSp add del mod">
        <pc:chgData name="Khaled taha" userId="912087602c74ab8a" providerId="LiveId" clId="{58B121E7-63A7-4330-86D4-8A88A1192A57}" dt="2025-07-03T01:02:54.494" v="1763" actId="47"/>
        <pc:sldMkLst>
          <pc:docMk/>
          <pc:sldMk cId="3945620111" sldId="413"/>
        </pc:sldMkLst>
      </pc:sldChg>
      <pc:sldChg chg="addSp delSp modSp add del mod modTransition">
        <pc:chgData name="Khaled taha" userId="912087602c74ab8a" providerId="LiveId" clId="{58B121E7-63A7-4330-86D4-8A88A1192A57}" dt="2025-07-03T12:10:02.544" v="2505" actId="47"/>
        <pc:sldMkLst>
          <pc:docMk/>
          <pc:sldMk cId="1501044904" sldId="414"/>
        </pc:sldMkLst>
      </pc:sldChg>
      <pc:sldChg chg="add del">
        <pc:chgData name="Khaled taha" userId="912087602c74ab8a" providerId="LiveId" clId="{58B121E7-63A7-4330-86D4-8A88A1192A57}" dt="2025-07-03T01:04:12.227" v="1773" actId="47"/>
        <pc:sldMkLst>
          <pc:docMk/>
          <pc:sldMk cId="557334371" sldId="415"/>
        </pc:sldMkLst>
      </pc:sldChg>
      <pc:sldChg chg="modSp add mod modTransition">
        <pc:chgData name="Khaled taha" userId="912087602c74ab8a" providerId="LiveId" clId="{58B121E7-63A7-4330-86D4-8A88A1192A57}" dt="2025-07-04T18:04:50.702" v="18711"/>
        <pc:sldMkLst>
          <pc:docMk/>
          <pc:sldMk cId="2998208390" sldId="416"/>
        </pc:sldMkLst>
        <pc:spChg chg="mod">
          <ac:chgData name="Khaled taha" userId="912087602c74ab8a" providerId="LiveId" clId="{58B121E7-63A7-4330-86D4-8A88A1192A57}" dt="2025-07-03T01:07:24.456" v="1878" actId="20577"/>
          <ac:spMkLst>
            <pc:docMk/>
            <pc:sldMk cId="2998208390" sldId="416"/>
            <ac:spMk id="70" creationId="{091EC24C-C26C-614A-21B2-EAD8D46646C1}"/>
          </ac:spMkLst>
        </pc:spChg>
      </pc:sldChg>
      <pc:sldChg chg="addSp delSp modSp add del mod modTransition">
        <pc:chgData name="Khaled taha" userId="912087602c74ab8a" providerId="LiveId" clId="{58B121E7-63A7-4330-86D4-8A88A1192A57}" dt="2025-07-04T17:55:04.042" v="18649" actId="47"/>
        <pc:sldMkLst>
          <pc:docMk/>
          <pc:sldMk cId="218753356" sldId="417"/>
        </pc:sldMkLst>
      </pc:sldChg>
      <pc:sldChg chg="addSp delSp modSp add del mod ord modTransition">
        <pc:chgData name="Khaled taha" userId="912087602c74ab8a" providerId="LiveId" clId="{58B121E7-63A7-4330-86D4-8A88A1192A57}" dt="2025-07-03T12:09:55.639" v="2501" actId="47"/>
        <pc:sldMkLst>
          <pc:docMk/>
          <pc:sldMk cId="3929038690" sldId="418"/>
        </pc:sldMkLst>
      </pc:sldChg>
      <pc:sldChg chg="add del">
        <pc:chgData name="Khaled taha" userId="912087602c74ab8a" providerId="LiveId" clId="{58B121E7-63A7-4330-86D4-8A88A1192A57}" dt="2025-07-03T01:05:45.103" v="1796"/>
        <pc:sldMkLst>
          <pc:docMk/>
          <pc:sldMk cId="1470529706" sldId="419"/>
        </pc:sldMkLst>
      </pc:sldChg>
      <pc:sldChg chg="addSp delSp modSp add mod ord modTransition">
        <pc:chgData name="Khaled taha" userId="912087602c74ab8a" providerId="LiveId" clId="{58B121E7-63A7-4330-86D4-8A88A1192A57}" dt="2025-07-05T04:29:03.805" v="20255"/>
        <pc:sldMkLst>
          <pc:docMk/>
          <pc:sldMk cId="2268515618" sldId="419"/>
        </pc:sldMkLst>
        <pc:spChg chg="add mod">
          <ac:chgData name="Khaled taha" userId="912087602c74ab8a" providerId="LiveId" clId="{58B121E7-63A7-4330-86D4-8A88A1192A57}" dt="2025-07-03T12:09:06.270" v="2499"/>
          <ac:spMkLst>
            <pc:docMk/>
            <pc:sldMk cId="2268515618" sldId="419"/>
            <ac:spMk id="3" creationId="{37CAA2D8-F075-4F6E-BA35-862B3FA10306}"/>
          </ac:spMkLst>
        </pc:spChg>
        <pc:spChg chg="add mod">
          <ac:chgData name="Khaled taha" userId="912087602c74ab8a" providerId="LiveId" clId="{58B121E7-63A7-4330-86D4-8A88A1192A57}" dt="2025-07-05T04:29:03.805" v="20255"/>
          <ac:spMkLst>
            <pc:docMk/>
            <pc:sldMk cId="2268515618" sldId="419"/>
            <ac:spMk id="4" creationId="{FA75E195-9549-7631-0481-1A3C0BF664D5}"/>
          </ac:spMkLst>
        </pc:spChg>
        <pc:spChg chg="add mod">
          <ac:chgData name="Khaled taha" userId="912087602c74ab8a" providerId="LiveId" clId="{58B121E7-63A7-4330-86D4-8A88A1192A57}" dt="2025-07-03T12:09:06.270" v="2499"/>
          <ac:spMkLst>
            <pc:docMk/>
            <pc:sldMk cId="2268515618" sldId="419"/>
            <ac:spMk id="5" creationId="{8ADA0798-A7DB-36D3-480C-16B6BE11A45D}"/>
          </ac:spMkLst>
        </pc:spChg>
        <pc:spChg chg="add mod">
          <ac:chgData name="Khaled taha" userId="912087602c74ab8a" providerId="LiveId" clId="{58B121E7-63A7-4330-86D4-8A88A1192A57}" dt="2025-07-03T12:09:06.270" v="2499"/>
          <ac:spMkLst>
            <pc:docMk/>
            <pc:sldMk cId="2268515618" sldId="419"/>
            <ac:spMk id="6" creationId="{4419C5DA-5098-DC65-E591-2D99C3A776F6}"/>
          </ac:spMkLst>
        </pc:spChg>
        <pc:spChg chg="add mod">
          <ac:chgData name="Khaled taha" userId="912087602c74ab8a" providerId="LiveId" clId="{58B121E7-63A7-4330-86D4-8A88A1192A57}" dt="2025-07-03T12:09:06.270" v="2499"/>
          <ac:spMkLst>
            <pc:docMk/>
            <pc:sldMk cId="2268515618" sldId="419"/>
            <ac:spMk id="7" creationId="{A5801455-FED7-0630-4CAB-065A702BEAF5}"/>
          </ac:spMkLst>
        </pc:spChg>
        <pc:spChg chg="add mod">
          <ac:chgData name="Khaled taha" userId="912087602c74ab8a" providerId="LiveId" clId="{58B121E7-63A7-4330-86D4-8A88A1192A57}" dt="2025-07-03T12:09:06.270" v="2499"/>
          <ac:spMkLst>
            <pc:docMk/>
            <pc:sldMk cId="2268515618" sldId="419"/>
            <ac:spMk id="8" creationId="{634D3AFD-B647-E9CE-9D48-C4198014B4DC}"/>
          </ac:spMkLst>
        </pc:spChg>
        <pc:spChg chg="add mod">
          <ac:chgData name="Khaled taha" userId="912087602c74ab8a" providerId="LiveId" clId="{58B121E7-63A7-4330-86D4-8A88A1192A57}" dt="2025-07-03T12:09:06.270" v="2499"/>
          <ac:spMkLst>
            <pc:docMk/>
            <pc:sldMk cId="2268515618" sldId="419"/>
            <ac:spMk id="9" creationId="{C472C452-D8E8-0916-7293-CE084DFCFF4B}"/>
          </ac:spMkLst>
        </pc:spChg>
        <pc:spChg chg="add mod">
          <ac:chgData name="Khaled taha" userId="912087602c74ab8a" providerId="LiveId" clId="{58B121E7-63A7-4330-86D4-8A88A1192A57}" dt="2025-07-03T12:09:06.270" v="2499"/>
          <ac:spMkLst>
            <pc:docMk/>
            <pc:sldMk cId="2268515618" sldId="419"/>
            <ac:spMk id="10" creationId="{B1830640-39E3-001C-37EC-3C764B522898}"/>
          </ac:spMkLst>
        </pc:spChg>
        <pc:spChg chg="add del">
          <ac:chgData name="Khaled taha" userId="912087602c74ab8a" providerId="LiveId" clId="{58B121E7-63A7-4330-86D4-8A88A1192A57}" dt="2025-07-03T16:52:40.881" v="12224" actId="478"/>
          <ac:spMkLst>
            <pc:docMk/>
            <pc:sldMk cId="2268515618" sldId="419"/>
            <ac:spMk id="50" creationId="{75BF1AAE-112A-E648-83D5-CE1DFFA5D0F8}"/>
          </ac:spMkLst>
        </pc:spChg>
        <pc:spChg chg="del">
          <ac:chgData name="Khaled taha" userId="912087602c74ab8a" providerId="LiveId" clId="{58B121E7-63A7-4330-86D4-8A88A1192A57}" dt="2025-07-05T04:29:03.616" v="20254" actId="478"/>
          <ac:spMkLst>
            <pc:docMk/>
            <pc:sldMk cId="2268515618" sldId="419"/>
            <ac:spMk id="75" creationId="{EC782680-FED7-0EEE-2963-55A9EC973C18}"/>
          </ac:spMkLst>
        </pc:spChg>
        <pc:picChg chg="add mod">
          <ac:chgData name="Khaled taha" userId="912087602c74ab8a" providerId="LiveId" clId="{58B121E7-63A7-4330-86D4-8A88A1192A57}" dt="2025-07-05T04:29:03.805" v="20255"/>
          <ac:picMkLst>
            <pc:docMk/>
            <pc:sldMk cId="2268515618" sldId="419"/>
            <ac:picMk id="2" creationId="{A9866C46-0555-ECF9-38A3-D2C86F637FAA}"/>
          </ac:picMkLst>
        </pc:picChg>
        <pc:picChg chg="del">
          <ac:chgData name="Khaled taha" userId="912087602c74ab8a" providerId="LiveId" clId="{58B121E7-63A7-4330-86D4-8A88A1192A57}" dt="2025-07-05T04:29:03.616" v="20254" actId="478"/>
          <ac:picMkLst>
            <pc:docMk/>
            <pc:sldMk cId="2268515618" sldId="419"/>
            <ac:picMk id="74" creationId="{0EF390D0-8D1B-6910-AF39-BF79462D72AD}"/>
          </ac:picMkLst>
        </pc:picChg>
      </pc:sldChg>
      <pc:sldChg chg="addSp delSp modSp add mod modTransition delAnim modAnim">
        <pc:chgData name="Khaled taha" userId="912087602c74ab8a" providerId="LiveId" clId="{58B121E7-63A7-4330-86D4-8A88A1192A57}" dt="2025-07-05T04:29:11.869" v="20257"/>
        <pc:sldMkLst>
          <pc:docMk/>
          <pc:sldMk cId="2609153001" sldId="420"/>
        </pc:sldMkLst>
        <pc:spChg chg="add mod ord">
          <ac:chgData name="Khaled taha" userId="912087602c74ab8a" providerId="LiveId" clId="{58B121E7-63A7-4330-86D4-8A88A1192A57}" dt="2025-07-03T16:52:42.373" v="12230" actId="166"/>
          <ac:spMkLst>
            <pc:docMk/>
            <pc:sldMk cId="2609153001" sldId="420"/>
            <ac:spMk id="3" creationId="{6CF2A61C-1EFC-302F-1206-A0FD23E918A7}"/>
          </ac:spMkLst>
        </pc:spChg>
        <pc:spChg chg="add mod">
          <ac:chgData name="Khaled taha" userId="912087602c74ab8a" providerId="LiveId" clId="{58B121E7-63A7-4330-86D4-8A88A1192A57}" dt="2025-07-05T04:29:11.869" v="20257"/>
          <ac:spMkLst>
            <pc:docMk/>
            <pc:sldMk cId="2609153001" sldId="420"/>
            <ac:spMk id="4" creationId="{3334D98F-D2AE-91A5-0719-8B954F17C216}"/>
          </ac:spMkLst>
        </pc:spChg>
        <pc:spChg chg="mod">
          <ac:chgData name="Khaled taha" userId="912087602c74ab8a" providerId="LiveId" clId="{58B121E7-63A7-4330-86D4-8A88A1192A57}" dt="2025-07-03T12:07:48.668" v="2481" actId="255"/>
          <ac:spMkLst>
            <pc:docMk/>
            <pc:sldMk cId="2609153001" sldId="420"/>
            <ac:spMk id="50" creationId="{4A23C01D-1C27-DFCB-8678-25F3EC4E658D}"/>
          </ac:spMkLst>
        </pc:spChg>
        <pc:spChg chg="del">
          <ac:chgData name="Khaled taha" userId="912087602c74ab8a" providerId="LiveId" clId="{58B121E7-63A7-4330-86D4-8A88A1192A57}" dt="2025-07-05T04:29:11.677" v="20256" actId="478"/>
          <ac:spMkLst>
            <pc:docMk/>
            <pc:sldMk cId="2609153001" sldId="420"/>
            <ac:spMk id="75" creationId="{1242103D-6A3B-12EA-5CBE-EFC15D95C78B}"/>
          </ac:spMkLst>
        </pc:spChg>
        <pc:spChg chg="mod">
          <ac:chgData name="Khaled taha" userId="912087602c74ab8a" providerId="LiveId" clId="{58B121E7-63A7-4330-86D4-8A88A1192A57}" dt="2025-07-03T12:09:39.386" v="2500" actId="688"/>
          <ac:spMkLst>
            <pc:docMk/>
            <pc:sldMk cId="2609153001" sldId="420"/>
            <ac:spMk id="110" creationId="{2DB7D0DC-0E83-8668-9E72-F99DEC4F821D}"/>
          </ac:spMkLst>
        </pc:spChg>
        <pc:grpChg chg="mod">
          <ac:chgData name="Khaled taha" userId="912087602c74ab8a" providerId="LiveId" clId="{58B121E7-63A7-4330-86D4-8A88A1192A57}" dt="2025-07-03T12:08:00.157" v="2482" actId="688"/>
          <ac:grpSpMkLst>
            <pc:docMk/>
            <pc:sldMk cId="2609153001" sldId="420"/>
            <ac:grpSpMk id="104" creationId="{6C4B6E6B-E59D-2F82-7A53-F09F8991196B}"/>
          </ac:grpSpMkLst>
        </pc:grpChg>
        <pc:picChg chg="add mod">
          <ac:chgData name="Khaled taha" userId="912087602c74ab8a" providerId="LiveId" clId="{58B121E7-63A7-4330-86D4-8A88A1192A57}" dt="2025-07-05T04:29:11.869" v="20257"/>
          <ac:picMkLst>
            <pc:docMk/>
            <pc:sldMk cId="2609153001" sldId="420"/>
            <ac:picMk id="2" creationId="{E1CF0737-6E6C-8423-587A-0DCDDD6173FE}"/>
          </ac:picMkLst>
        </pc:picChg>
        <pc:picChg chg="del">
          <ac:chgData name="Khaled taha" userId="912087602c74ab8a" providerId="LiveId" clId="{58B121E7-63A7-4330-86D4-8A88A1192A57}" dt="2025-07-05T04:29:11.677" v="20256" actId="478"/>
          <ac:picMkLst>
            <pc:docMk/>
            <pc:sldMk cId="2609153001" sldId="420"/>
            <ac:picMk id="74" creationId="{05FA8E6E-A4A1-FFED-9259-D3C70405F3EB}"/>
          </ac:picMkLst>
        </pc:picChg>
        <pc:picChg chg="mod">
          <ac:chgData name="Khaled taha" userId="912087602c74ab8a" providerId="LiveId" clId="{58B121E7-63A7-4330-86D4-8A88A1192A57}" dt="2025-07-03T12:09:39.386" v="2500" actId="688"/>
          <ac:picMkLst>
            <pc:docMk/>
            <pc:sldMk cId="2609153001" sldId="420"/>
            <ac:picMk id="108" creationId="{74567BB3-F2F5-A4A3-DAB9-3A848301046A}"/>
          </ac:picMkLst>
        </pc:picChg>
        <pc:picChg chg="mod">
          <ac:chgData name="Khaled taha" userId="912087602c74ab8a" providerId="LiveId" clId="{58B121E7-63A7-4330-86D4-8A88A1192A57}" dt="2025-07-03T12:09:39.386" v="2500" actId="688"/>
          <ac:picMkLst>
            <pc:docMk/>
            <pc:sldMk cId="2609153001" sldId="420"/>
            <ac:picMk id="109" creationId="{1165DCBD-B019-CAF5-8A04-4B85666FCCDD}"/>
          </ac:picMkLst>
        </pc:picChg>
        <pc:picChg chg="mod">
          <ac:chgData name="Khaled taha" userId="912087602c74ab8a" providerId="LiveId" clId="{58B121E7-63A7-4330-86D4-8A88A1192A57}" dt="2025-07-03T12:09:39.386" v="2500" actId="688"/>
          <ac:picMkLst>
            <pc:docMk/>
            <pc:sldMk cId="2609153001" sldId="420"/>
            <ac:picMk id="111" creationId="{CA8DE00F-7EEA-781C-28E8-12088C876C5A}"/>
          </ac:picMkLst>
        </pc:picChg>
        <pc:picChg chg="mod">
          <ac:chgData name="Khaled taha" userId="912087602c74ab8a" providerId="LiveId" clId="{58B121E7-63A7-4330-86D4-8A88A1192A57}" dt="2025-07-03T12:09:39.386" v="2500" actId="688"/>
          <ac:picMkLst>
            <pc:docMk/>
            <pc:sldMk cId="2609153001" sldId="420"/>
            <ac:picMk id="113" creationId="{D3F22569-A2F6-0AFB-8467-441D94134CDA}"/>
          </ac:picMkLst>
        </pc:picChg>
      </pc:sldChg>
      <pc:sldChg chg="addSp delSp modSp add del mod ord modTransition">
        <pc:chgData name="Khaled taha" userId="912087602c74ab8a" providerId="LiveId" clId="{58B121E7-63A7-4330-86D4-8A88A1192A57}" dt="2025-07-05T04:29:27.806" v="20259"/>
        <pc:sldMkLst>
          <pc:docMk/>
          <pc:sldMk cId="643141319" sldId="421"/>
        </pc:sldMkLst>
        <pc:spChg chg="mod">
          <ac:chgData name="Khaled taha" userId="912087602c74ab8a" providerId="LiveId" clId="{58B121E7-63A7-4330-86D4-8A88A1192A57}" dt="2025-07-03T12:16:20.217" v="2608" actId="1076"/>
          <ac:spMkLst>
            <pc:docMk/>
            <pc:sldMk cId="643141319" sldId="421"/>
            <ac:spMk id="3" creationId="{2A4224AE-6648-8E19-30FF-3D6C678861F2}"/>
          </ac:spMkLst>
        </pc:spChg>
        <pc:spChg chg="add mod">
          <ac:chgData name="Khaled taha" userId="912087602c74ab8a" providerId="LiveId" clId="{58B121E7-63A7-4330-86D4-8A88A1192A57}" dt="2025-07-05T04:29:27.806" v="20259"/>
          <ac:spMkLst>
            <pc:docMk/>
            <pc:sldMk cId="643141319" sldId="421"/>
            <ac:spMk id="4" creationId="{6DE1AF9C-5842-2817-6B5F-2CA54CB7A575}"/>
          </ac:spMkLst>
        </pc:spChg>
        <pc:spChg chg="del">
          <ac:chgData name="Khaled taha" userId="912087602c74ab8a" providerId="LiveId" clId="{58B121E7-63A7-4330-86D4-8A88A1192A57}" dt="2025-07-05T04:29:27.226" v="20258" actId="478"/>
          <ac:spMkLst>
            <pc:docMk/>
            <pc:sldMk cId="643141319" sldId="421"/>
            <ac:spMk id="75" creationId="{C6743754-B2E9-1CCE-3CDD-2F6AB2D22F54}"/>
          </ac:spMkLst>
        </pc:spChg>
        <pc:picChg chg="add mod">
          <ac:chgData name="Khaled taha" userId="912087602c74ab8a" providerId="LiveId" clId="{58B121E7-63A7-4330-86D4-8A88A1192A57}" dt="2025-07-05T04:29:27.806" v="20259"/>
          <ac:picMkLst>
            <pc:docMk/>
            <pc:sldMk cId="643141319" sldId="421"/>
            <ac:picMk id="2" creationId="{AE04D0DC-7082-DA49-2575-456CCDD043FD}"/>
          </ac:picMkLst>
        </pc:picChg>
        <pc:picChg chg="del">
          <ac:chgData name="Khaled taha" userId="912087602c74ab8a" providerId="LiveId" clId="{58B121E7-63A7-4330-86D4-8A88A1192A57}" dt="2025-07-05T04:29:27.226" v="20258" actId="478"/>
          <ac:picMkLst>
            <pc:docMk/>
            <pc:sldMk cId="643141319" sldId="421"/>
            <ac:picMk id="74" creationId="{498FADE1-840F-6740-5166-967031842BBF}"/>
          </ac:picMkLst>
        </pc:picChg>
      </pc:sldChg>
      <pc:sldChg chg="add del">
        <pc:chgData name="Khaled taha" userId="912087602c74ab8a" providerId="LiveId" clId="{58B121E7-63A7-4330-86D4-8A88A1192A57}" dt="2025-07-03T12:10:13.419" v="2508" actId="47"/>
        <pc:sldMkLst>
          <pc:docMk/>
          <pc:sldMk cId="1458264557" sldId="422"/>
        </pc:sldMkLst>
      </pc:sldChg>
      <pc:sldChg chg="addSp delSp modSp add mod modTransition">
        <pc:chgData name="Khaled taha" userId="912087602c74ab8a" providerId="LiveId" clId="{58B121E7-63A7-4330-86D4-8A88A1192A57}" dt="2025-07-05T04:29:32.907" v="20261"/>
        <pc:sldMkLst>
          <pc:docMk/>
          <pc:sldMk cId="4019255100" sldId="422"/>
        </pc:sldMkLst>
        <pc:spChg chg="mod">
          <ac:chgData name="Khaled taha" userId="912087602c74ab8a" providerId="LiveId" clId="{58B121E7-63A7-4330-86D4-8A88A1192A57}" dt="2025-07-03T12:10:26.313" v="2541" actId="255"/>
          <ac:spMkLst>
            <pc:docMk/>
            <pc:sldMk cId="4019255100" sldId="422"/>
            <ac:spMk id="3" creationId="{616C8702-0368-4F83-0AEF-FDA87EFCC3E7}"/>
          </ac:spMkLst>
        </pc:spChg>
        <pc:spChg chg="add mod">
          <ac:chgData name="Khaled taha" userId="912087602c74ab8a" providerId="LiveId" clId="{58B121E7-63A7-4330-86D4-8A88A1192A57}" dt="2025-07-05T04:29:32.907" v="20261"/>
          <ac:spMkLst>
            <pc:docMk/>
            <pc:sldMk cId="4019255100" sldId="422"/>
            <ac:spMk id="4" creationId="{4A80BC5E-9B54-31CA-177E-7F56276CD395}"/>
          </ac:spMkLst>
        </pc:spChg>
        <pc:spChg chg="del">
          <ac:chgData name="Khaled taha" userId="912087602c74ab8a" providerId="LiveId" clId="{58B121E7-63A7-4330-86D4-8A88A1192A57}" dt="2025-07-05T04:29:32.733" v="20260" actId="478"/>
          <ac:spMkLst>
            <pc:docMk/>
            <pc:sldMk cId="4019255100" sldId="422"/>
            <ac:spMk id="75" creationId="{68A42E70-D175-F4A9-37EF-E329D6F8B2A8}"/>
          </ac:spMkLst>
        </pc:spChg>
        <pc:spChg chg="mod">
          <ac:chgData name="Khaled taha" userId="912087602c74ab8a" providerId="LiveId" clId="{58B121E7-63A7-4330-86D4-8A88A1192A57}" dt="2025-07-03T12:14:10.570" v="2584" actId="688"/>
          <ac:spMkLst>
            <pc:docMk/>
            <pc:sldMk cId="4019255100" sldId="422"/>
            <ac:spMk id="107" creationId="{D5A3E034-DBAD-2BD1-51F1-8EE20030A116}"/>
          </ac:spMkLst>
        </pc:spChg>
        <pc:spChg chg="mod">
          <ac:chgData name="Khaled taha" userId="912087602c74ab8a" providerId="LiveId" clId="{58B121E7-63A7-4330-86D4-8A88A1192A57}" dt="2025-07-03T12:14:12.586" v="2587" actId="1076"/>
          <ac:spMkLst>
            <pc:docMk/>
            <pc:sldMk cId="4019255100" sldId="422"/>
            <ac:spMk id="265" creationId="{444CF34E-E3AE-8A4F-0121-BD3BFC3DB753}"/>
          </ac:spMkLst>
        </pc:spChg>
        <pc:grpChg chg="mod">
          <ac:chgData name="Khaled taha" userId="912087602c74ab8a" providerId="LiveId" clId="{58B121E7-63A7-4330-86D4-8A88A1192A57}" dt="2025-07-03T12:14:10.162" v="2583" actId="688"/>
          <ac:grpSpMkLst>
            <pc:docMk/>
            <pc:sldMk cId="4019255100" sldId="422"/>
            <ac:grpSpMk id="104" creationId="{6CCF8632-19CC-17F8-108D-89F8E85DFACA}"/>
          </ac:grpSpMkLst>
        </pc:grpChg>
        <pc:picChg chg="add mod">
          <ac:chgData name="Khaled taha" userId="912087602c74ab8a" providerId="LiveId" clId="{58B121E7-63A7-4330-86D4-8A88A1192A57}" dt="2025-07-05T04:29:32.907" v="20261"/>
          <ac:picMkLst>
            <pc:docMk/>
            <pc:sldMk cId="4019255100" sldId="422"/>
            <ac:picMk id="2" creationId="{5C858CE5-2394-17DF-E815-6F202EE2D6E8}"/>
          </ac:picMkLst>
        </pc:picChg>
        <pc:picChg chg="del">
          <ac:chgData name="Khaled taha" userId="912087602c74ab8a" providerId="LiveId" clId="{58B121E7-63A7-4330-86D4-8A88A1192A57}" dt="2025-07-05T04:29:32.733" v="20260" actId="478"/>
          <ac:picMkLst>
            <pc:docMk/>
            <pc:sldMk cId="4019255100" sldId="422"/>
            <ac:picMk id="74" creationId="{F459E75E-7360-32B7-18E6-0A015C355F48}"/>
          </ac:picMkLst>
        </pc:picChg>
        <pc:picChg chg="mod">
          <ac:chgData name="Khaled taha" userId="912087602c74ab8a" providerId="LiveId" clId="{58B121E7-63A7-4330-86D4-8A88A1192A57}" dt="2025-07-03T12:14:10.570" v="2584" actId="688"/>
          <ac:picMkLst>
            <pc:docMk/>
            <pc:sldMk cId="4019255100" sldId="422"/>
            <ac:picMk id="108" creationId="{AAF81E73-03AB-6CA0-32C8-A0117DEBFB1B}"/>
          </ac:picMkLst>
        </pc:picChg>
        <pc:picChg chg="mod">
          <ac:chgData name="Khaled taha" userId="912087602c74ab8a" providerId="LiveId" clId="{58B121E7-63A7-4330-86D4-8A88A1192A57}" dt="2025-07-03T12:14:10.570" v="2584" actId="688"/>
          <ac:picMkLst>
            <pc:docMk/>
            <pc:sldMk cId="4019255100" sldId="422"/>
            <ac:picMk id="109" creationId="{71FA4D42-CD17-F176-36F2-E964B82C6BB9}"/>
          </ac:picMkLst>
        </pc:picChg>
        <pc:picChg chg="mod">
          <ac:chgData name="Khaled taha" userId="912087602c74ab8a" providerId="LiveId" clId="{58B121E7-63A7-4330-86D4-8A88A1192A57}" dt="2025-07-03T12:14:10.570" v="2584" actId="688"/>
          <ac:picMkLst>
            <pc:docMk/>
            <pc:sldMk cId="4019255100" sldId="422"/>
            <ac:picMk id="111" creationId="{10D15FAA-88EC-A3C9-C6D5-CD6340311209}"/>
          </ac:picMkLst>
        </pc:picChg>
        <pc:picChg chg="mod">
          <ac:chgData name="Khaled taha" userId="912087602c74ab8a" providerId="LiveId" clId="{58B121E7-63A7-4330-86D4-8A88A1192A57}" dt="2025-07-03T12:14:10.570" v="2584" actId="688"/>
          <ac:picMkLst>
            <pc:docMk/>
            <pc:sldMk cId="4019255100" sldId="422"/>
            <ac:picMk id="113" creationId="{6F395213-C285-D4B4-8BD0-CB613F1EFD7A}"/>
          </ac:picMkLst>
        </pc:picChg>
      </pc:sldChg>
      <pc:sldChg chg="addSp delSp modSp add del mod ord modTransition">
        <pc:chgData name="Khaled taha" userId="912087602c74ab8a" providerId="LiveId" clId="{58B121E7-63A7-4330-86D4-8A88A1192A57}" dt="2025-07-05T04:29:42.203" v="20263"/>
        <pc:sldMkLst>
          <pc:docMk/>
          <pc:sldMk cId="3048136633" sldId="423"/>
        </pc:sldMkLst>
        <pc:spChg chg="add mod">
          <ac:chgData name="Khaled taha" userId="912087602c74ab8a" providerId="LiveId" clId="{58B121E7-63A7-4330-86D4-8A88A1192A57}" dt="2025-07-05T04:29:42.203" v="20263"/>
          <ac:spMkLst>
            <pc:docMk/>
            <pc:sldMk cId="3048136633" sldId="423"/>
            <ac:spMk id="3" creationId="{76FF3584-417F-19A2-6BEC-3FFA40C5E15A}"/>
          </ac:spMkLst>
        </pc:spChg>
        <pc:spChg chg="del">
          <ac:chgData name="Khaled taha" userId="912087602c74ab8a" providerId="LiveId" clId="{58B121E7-63A7-4330-86D4-8A88A1192A57}" dt="2025-07-05T04:29:42.030" v="20262" actId="478"/>
          <ac:spMkLst>
            <pc:docMk/>
            <pc:sldMk cId="3048136633" sldId="423"/>
            <ac:spMk id="75" creationId="{4E18FE5A-3025-51C8-A863-85B6F73A0A05}"/>
          </ac:spMkLst>
        </pc:spChg>
        <pc:spChg chg="mod">
          <ac:chgData name="Khaled taha" userId="912087602c74ab8a" providerId="LiveId" clId="{58B121E7-63A7-4330-86D4-8A88A1192A57}" dt="2025-07-03T12:14:06.271" v="2572" actId="1076"/>
          <ac:spMkLst>
            <pc:docMk/>
            <pc:sldMk cId="3048136633" sldId="423"/>
            <ac:spMk id="265" creationId="{2F1232F2-F2D8-5789-E937-3FE44A6BD938}"/>
          </ac:spMkLst>
        </pc:spChg>
        <pc:spChg chg="mod">
          <ac:chgData name="Khaled taha" userId="912087602c74ab8a" providerId="LiveId" clId="{58B121E7-63A7-4330-86D4-8A88A1192A57}" dt="2025-07-03T12:14:06.256" v="2567" actId="1076"/>
          <ac:spMkLst>
            <pc:docMk/>
            <pc:sldMk cId="3048136633" sldId="423"/>
            <ac:spMk id="266" creationId="{55761A1A-6D33-476C-E423-0AB80BECF75E}"/>
          </ac:spMkLst>
        </pc:spChg>
        <pc:grpChg chg="mod">
          <ac:chgData name="Khaled taha" userId="912087602c74ab8a" providerId="LiveId" clId="{58B121E7-63A7-4330-86D4-8A88A1192A57}" dt="2025-07-03T12:14:06.266" v="2569" actId="688"/>
          <ac:grpSpMkLst>
            <pc:docMk/>
            <pc:sldMk cId="3048136633" sldId="423"/>
            <ac:grpSpMk id="104" creationId="{4DE90BC6-491A-DF04-6F98-80CBD00F1073}"/>
          </ac:grpSpMkLst>
        </pc:grpChg>
        <pc:picChg chg="add mod">
          <ac:chgData name="Khaled taha" userId="912087602c74ab8a" providerId="LiveId" clId="{58B121E7-63A7-4330-86D4-8A88A1192A57}" dt="2025-07-05T04:29:42.203" v="20263"/>
          <ac:picMkLst>
            <pc:docMk/>
            <pc:sldMk cId="3048136633" sldId="423"/>
            <ac:picMk id="2" creationId="{985B5998-7909-9D9C-975A-A6881EF633B8}"/>
          </ac:picMkLst>
        </pc:picChg>
        <pc:picChg chg="del">
          <ac:chgData name="Khaled taha" userId="912087602c74ab8a" providerId="LiveId" clId="{58B121E7-63A7-4330-86D4-8A88A1192A57}" dt="2025-07-05T04:29:42.030" v="20262" actId="478"/>
          <ac:picMkLst>
            <pc:docMk/>
            <pc:sldMk cId="3048136633" sldId="423"/>
            <ac:picMk id="74" creationId="{B68859AD-B2B6-0CCD-02B8-9E9E23516A90}"/>
          </ac:picMkLst>
        </pc:picChg>
        <pc:picChg chg="mod">
          <ac:chgData name="Khaled taha" userId="912087602c74ab8a" providerId="LiveId" clId="{58B121E7-63A7-4330-86D4-8A88A1192A57}" dt="2025-07-03T12:14:06.257" v="2568" actId="688"/>
          <ac:picMkLst>
            <pc:docMk/>
            <pc:sldMk cId="3048136633" sldId="423"/>
            <ac:picMk id="108" creationId="{04D0F475-75F0-EE5D-FE75-DD0FF901697D}"/>
          </ac:picMkLst>
        </pc:picChg>
        <pc:picChg chg="mod">
          <ac:chgData name="Khaled taha" userId="912087602c74ab8a" providerId="LiveId" clId="{58B121E7-63A7-4330-86D4-8A88A1192A57}" dt="2025-07-03T12:14:06.257" v="2568" actId="688"/>
          <ac:picMkLst>
            <pc:docMk/>
            <pc:sldMk cId="3048136633" sldId="423"/>
            <ac:picMk id="109" creationId="{0A24B2F3-F70E-E79F-B8F9-BD852CC9CC15}"/>
          </ac:picMkLst>
        </pc:picChg>
        <pc:picChg chg="mod">
          <ac:chgData name="Khaled taha" userId="912087602c74ab8a" providerId="LiveId" clId="{58B121E7-63A7-4330-86D4-8A88A1192A57}" dt="2025-07-03T12:14:06.257" v="2568" actId="688"/>
          <ac:picMkLst>
            <pc:docMk/>
            <pc:sldMk cId="3048136633" sldId="423"/>
            <ac:picMk id="111" creationId="{7D5B46D1-08DC-A976-F5A2-197B31F0F055}"/>
          </ac:picMkLst>
        </pc:picChg>
        <pc:picChg chg="mod">
          <ac:chgData name="Khaled taha" userId="912087602c74ab8a" providerId="LiveId" clId="{58B121E7-63A7-4330-86D4-8A88A1192A57}" dt="2025-07-03T12:14:06.257" v="2568" actId="688"/>
          <ac:picMkLst>
            <pc:docMk/>
            <pc:sldMk cId="3048136633" sldId="423"/>
            <ac:picMk id="113" creationId="{77B9B55B-266C-793D-E3E0-805A3153A245}"/>
          </ac:picMkLst>
        </pc:picChg>
      </pc:sldChg>
      <pc:sldChg chg="add del">
        <pc:chgData name="Khaled taha" userId="912087602c74ab8a" providerId="LiveId" clId="{58B121E7-63A7-4330-86D4-8A88A1192A57}" dt="2025-07-03T12:14:06.247" v="2564"/>
        <pc:sldMkLst>
          <pc:docMk/>
          <pc:sldMk cId="1721544580" sldId="424"/>
        </pc:sldMkLst>
      </pc:sldChg>
      <pc:sldChg chg="addSp delSp modSp add mod modTransition">
        <pc:chgData name="Khaled taha" userId="912087602c74ab8a" providerId="LiveId" clId="{58B121E7-63A7-4330-86D4-8A88A1192A57}" dt="2025-07-05T04:29:46.979" v="20265"/>
        <pc:sldMkLst>
          <pc:docMk/>
          <pc:sldMk cId="3384010421" sldId="424"/>
        </pc:sldMkLst>
        <pc:spChg chg="add mod">
          <ac:chgData name="Khaled taha" userId="912087602c74ab8a" providerId="LiveId" clId="{58B121E7-63A7-4330-86D4-8A88A1192A57}" dt="2025-07-05T04:29:46.979" v="20265"/>
          <ac:spMkLst>
            <pc:docMk/>
            <pc:sldMk cId="3384010421" sldId="424"/>
            <ac:spMk id="3" creationId="{BBCDBBD1-3203-C4A2-586F-963437AE0F5F}"/>
          </ac:spMkLst>
        </pc:spChg>
        <pc:spChg chg="del">
          <ac:chgData name="Khaled taha" userId="912087602c74ab8a" providerId="LiveId" clId="{58B121E7-63A7-4330-86D4-8A88A1192A57}" dt="2025-07-05T04:29:46.770" v="20264" actId="478"/>
          <ac:spMkLst>
            <pc:docMk/>
            <pc:sldMk cId="3384010421" sldId="424"/>
            <ac:spMk id="75" creationId="{5AAF28C0-5E1E-AF91-A5A4-708AC049F252}"/>
          </ac:spMkLst>
        </pc:spChg>
        <pc:picChg chg="add mod">
          <ac:chgData name="Khaled taha" userId="912087602c74ab8a" providerId="LiveId" clId="{58B121E7-63A7-4330-86D4-8A88A1192A57}" dt="2025-07-05T04:29:46.979" v="20265"/>
          <ac:picMkLst>
            <pc:docMk/>
            <pc:sldMk cId="3384010421" sldId="424"/>
            <ac:picMk id="2" creationId="{CDCA6D2A-AC66-50D5-16D3-5441957301F0}"/>
          </ac:picMkLst>
        </pc:picChg>
        <pc:picChg chg="del">
          <ac:chgData name="Khaled taha" userId="912087602c74ab8a" providerId="LiveId" clId="{58B121E7-63A7-4330-86D4-8A88A1192A57}" dt="2025-07-05T04:29:46.770" v="20264" actId="478"/>
          <ac:picMkLst>
            <pc:docMk/>
            <pc:sldMk cId="3384010421" sldId="424"/>
            <ac:picMk id="74" creationId="{9B6A82EB-478C-DAA8-94EE-8B3837F606C7}"/>
          </ac:picMkLst>
        </pc:picChg>
      </pc:sldChg>
      <pc:sldChg chg="addSp delSp modSp add mod ord modTransition">
        <pc:chgData name="Khaled taha" userId="912087602c74ab8a" providerId="LiveId" clId="{58B121E7-63A7-4330-86D4-8A88A1192A57}" dt="2025-07-05T04:30:30.296" v="20270"/>
        <pc:sldMkLst>
          <pc:docMk/>
          <pc:sldMk cId="3662830527" sldId="425"/>
        </pc:sldMkLst>
        <pc:spChg chg="add mod">
          <ac:chgData name="Khaled taha" userId="912087602c74ab8a" providerId="LiveId" clId="{58B121E7-63A7-4330-86D4-8A88A1192A57}" dt="2025-07-05T04:30:30.296" v="20270"/>
          <ac:spMkLst>
            <pc:docMk/>
            <pc:sldMk cId="3662830527" sldId="425"/>
            <ac:spMk id="3" creationId="{3DD415C1-CB4A-578F-82AF-1FF860F99DEF}"/>
          </ac:spMkLst>
        </pc:spChg>
        <pc:spChg chg="mod">
          <ac:chgData name="Khaled taha" userId="912087602c74ab8a" providerId="LiveId" clId="{58B121E7-63A7-4330-86D4-8A88A1192A57}" dt="2025-07-03T12:21:03.048" v="2648"/>
          <ac:spMkLst>
            <pc:docMk/>
            <pc:sldMk cId="3662830527" sldId="425"/>
            <ac:spMk id="13" creationId="{0FAC5234-70C5-845F-0AC0-35589B83CABA}"/>
          </ac:spMkLst>
        </pc:spChg>
        <pc:spChg chg="mod">
          <ac:chgData name="Khaled taha" userId="912087602c74ab8a" providerId="LiveId" clId="{58B121E7-63A7-4330-86D4-8A88A1192A57}" dt="2025-07-03T12:21:03.048" v="2648"/>
          <ac:spMkLst>
            <pc:docMk/>
            <pc:sldMk cId="3662830527" sldId="425"/>
            <ac:spMk id="14" creationId="{028F281A-131D-D3C6-E275-5C171011286F}"/>
          </ac:spMkLst>
        </pc:spChg>
        <pc:spChg chg="mod">
          <ac:chgData name="Khaled taha" userId="912087602c74ab8a" providerId="LiveId" clId="{58B121E7-63A7-4330-86D4-8A88A1192A57}" dt="2025-07-03T12:33:30.328" v="2770" actId="688"/>
          <ac:spMkLst>
            <pc:docMk/>
            <pc:sldMk cId="3662830527" sldId="425"/>
            <ac:spMk id="15" creationId="{498AB0C4-1C6E-3159-60A4-0D3C6F7DFFB6}"/>
          </ac:spMkLst>
        </pc:spChg>
        <pc:spChg chg="mod">
          <ac:chgData name="Khaled taha" userId="912087602c74ab8a" providerId="LiveId" clId="{58B121E7-63A7-4330-86D4-8A88A1192A57}" dt="2025-07-03T12:33:30.328" v="2770" actId="688"/>
          <ac:spMkLst>
            <pc:docMk/>
            <pc:sldMk cId="3662830527" sldId="425"/>
            <ac:spMk id="16" creationId="{54A92DB4-DC35-BA5B-E88C-60BC6154F0E6}"/>
          </ac:spMkLst>
        </pc:spChg>
        <pc:spChg chg="mod">
          <ac:chgData name="Khaled taha" userId="912087602c74ab8a" providerId="LiveId" clId="{58B121E7-63A7-4330-86D4-8A88A1192A57}" dt="2025-07-03T12:21:03.048" v="2648"/>
          <ac:spMkLst>
            <pc:docMk/>
            <pc:sldMk cId="3662830527" sldId="425"/>
            <ac:spMk id="17" creationId="{12EBE0A4-2B69-DF3F-14E4-09A93C38BB15}"/>
          </ac:spMkLst>
        </pc:spChg>
        <pc:spChg chg="del">
          <ac:chgData name="Khaled taha" userId="912087602c74ab8a" providerId="LiveId" clId="{58B121E7-63A7-4330-86D4-8A88A1192A57}" dt="2025-07-05T04:30:29.960" v="20269" actId="478"/>
          <ac:spMkLst>
            <pc:docMk/>
            <pc:sldMk cId="3662830527" sldId="425"/>
            <ac:spMk id="75" creationId="{25DE31EC-1ADE-A5DF-C464-9097BF7AA019}"/>
          </ac:spMkLst>
        </pc:spChg>
        <pc:grpChg chg="add mod ord">
          <ac:chgData name="Khaled taha" userId="912087602c74ab8a" providerId="LiveId" clId="{58B121E7-63A7-4330-86D4-8A88A1192A57}" dt="2025-07-05T04:30:25.016" v="20268" actId="167"/>
          <ac:grpSpMkLst>
            <pc:docMk/>
            <pc:sldMk cId="3662830527" sldId="425"/>
            <ac:grpSpMk id="12" creationId="{C42CD3C8-5649-1221-2408-335602ECB1B2}"/>
          </ac:grpSpMkLst>
        </pc:grpChg>
        <pc:grpChg chg="mod">
          <ac:chgData name="Khaled taha" userId="912087602c74ab8a" providerId="LiveId" clId="{58B121E7-63A7-4330-86D4-8A88A1192A57}" dt="2025-07-03T12:32:14.561" v="2763" actId="688"/>
          <ac:grpSpMkLst>
            <pc:docMk/>
            <pc:sldMk cId="3662830527" sldId="425"/>
            <ac:grpSpMk id="104" creationId="{554D9072-2A04-AA6B-0436-368F128B78F2}"/>
          </ac:grpSpMkLst>
        </pc:grpChg>
        <pc:picChg chg="add mod">
          <ac:chgData name="Khaled taha" userId="912087602c74ab8a" providerId="LiveId" clId="{58B121E7-63A7-4330-86D4-8A88A1192A57}" dt="2025-07-05T04:30:30.296" v="20270"/>
          <ac:picMkLst>
            <pc:docMk/>
            <pc:sldMk cId="3662830527" sldId="425"/>
            <ac:picMk id="2" creationId="{4B67C992-9147-BBF1-B9DE-AF249E45E085}"/>
          </ac:picMkLst>
        </pc:picChg>
        <pc:picChg chg="mod">
          <ac:chgData name="Khaled taha" userId="912087602c74ab8a" providerId="LiveId" clId="{58B121E7-63A7-4330-86D4-8A88A1192A57}" dt="2025-07-03T12:33:30.328" v="2770" actId="688"/>
          <ac:picMkLst>
            <pc:docMk/>
            <pc:sldMk cId="3662830527" sldId="425"/>
            <ac:picMk id="18" creationId="{D66C0556-8A91-BE1A-5FAD-971237C1676B}"/>
          </ac:picMkLst>
        </pc:picChg>
        <pc:picChg chg="mod">
          <ac:chgData name="Khaled taha" userId="912087602c74ab8a" providerId="LiveId" clId="{58B121E7-63A7-4330-86D4-8A88A1192A57}" dt="2025-07-03T12:33:30.328" v="2770" actId="688"/>
          <ac:picMkLst>
            <pc:docMk/>
            <pc:sldMk cId="3662830527" sldId="425"/>
            <ac:picMk id="19" creationId="{FBC21640-EF09-F8AF-F450-31D435EA7A11}"/>
          </ac:picMkLst>
        </pc:picChg>
        <pc:picChg chg="mod">
          <ac:chgData name="Khaled taha" userId="912087602c74ab8a" providerId="LiveId" clId="{58B121E7-63A7-4330-86D4-8A88A1192A57}" dt="2025-07-03T12:33:30.328" v="2770" actId="688"/>
          <ac:picMkLst>
            <pc:docMk/>
            <pc:sldMk cId="3662830527" sldId="425"/>
            <ac:picMk id="20" creationId="{B47E9D86-65C9-63CE-6D63-BC65FCC9F094}"/>
          </ac:picMkLst>
        </pc:picChg>
        <pc:picChg chg="mod">
          <ac:chgData name="Khaled taha" userId="912087602c74ab8a" providerId="LiveId" clId="{58B121E7-63A7-4330-86D4-8A88A1192A57}" dt="2025-07-03T12:33:30.328" v="2770" actId="688"/>
          <ac:picMkLst>
            <pc:docMk/>
            <pc:sldMk cId="3662830527" sldId="425"/>
            <ac:picMk id="21" creationId="{23ED6545-7E3D-6310-906C-87E5680A62AA}"/>
          </ac:picMkLst>
        </pc:picChg>
        <pc:picChg chg="del">
          <ac:chgData name="Khaled taha" userId="912087602c74ab8a" providerId="LiveId" clId="{58B121E7-63A7-4330-86D4-8A88A1192A57}" dt="2025-07-05T04:30:29.960" v="20269" actId="478"/>
          <ac:picMkLst>
            <pc:docMk/>
            <pc:sldMk cId="3662830527" sldId="425"/>
            <ac:picMk id="74" creationId="{36658CE4-4DD9-0C66-381C-518AF21208D4}"/>
          </ac:picMkLst>
        </pc:picChg>
      </pc:sldChg>
      <pc:sldChg chg="add del">
        <pc:chgData name="Khaled taha" userId="912087602c74ab8a" providerId="LiveId" clId="{58B121E7-63A7-4330-86D4-8A88A1192A57}" dt="2025-07-03T12:21:50.998" v="2655" actId="47"/>
        <pc:sldMkLst>
          <pc:docMk/>
          <pc:sldMk cId="1796285395" sldId="426"/>
        </pc:sldMkLst>
      </pc:sldChg>
      <pc:sldChg chg="addSp delSp modSp add mod modTransition">
        <pc:chgData name="Khaled taha" userId="912087602c74ab8a" providerId="LiveId" clId="{58B121E7-63A7-4330-86D4-8A88A1192A57}" dt="2025-07-05T04:31:24.191" v="20280" actId="166"/>
        <pc:sldMkLst>
          <pc:docMk/>
          <pc:sldMk cId="3795951429" sldId="426"/>
        </pc:sldMkLst>
        <pc:spChg chg="add mod">
          <ac:chgData name="Khaled taha" userId="912087602c74ab8a" providerId="LiveId" clId="{58B121E7-63A7-4330-86D4-8A88A1192A57}" dt="2025-07-03T12:22:04.696" v="2658"/>
          <ac:spMkLst>
            <pc:docMk/>
            <pc:sldMk cId="3795951429" sldId="426"/>
            <ac:spMk id="2" creationId="{D9EE5115-8456-8086-4816-845378CCD758}"/>
          </ac:spMkLst>
        </pc:spChg>
        <pc:spChg chg="add mod">
          <ac:chgData name="Khaled taha" userId="912087602c74ab8a" providerId="LiveId" clId="{58B121E7-63A7-4330-86D4-8A88A1192A57}" dt="2025-07-03T12:22:13.303" v="2660"/>
          <ac:spMkLst>
            <pc:docMk/>
            <pc:sldMk cId="3795951429" sldId="426"/>
            <ac:spMk id="3" creationId="{B73B171A-7037-9F84-2BBF-CFB1E3BFA567}"/>
          </ac:spMkLst>
        </pc:spChg>
        <pc:spChg chg="add mod">
          <ac:chgData name="Khaled taha" userId="912087602c74ab8a" providerId="LiveId" clId="{58B121E7-63A7-4330-86D4-8A88A1192A57}" dt="2025-07-05T04:31:19.488" v="20279"/>
          <ac:spMkLst>
            <pc:docMk/>
            <pc:sldMk cId="3795951429" sldId="426"/>
            <ac:spMk id="5" creationId="{589B046E-1243-4B04-D4E2-4C627AF41FAE}"/>
          </ac:spMkLst>
        </pc:spChg>
        <pc:spChg chg="ord">
          <ac:chgData name="Khaled taha" userId="912087602c74ab8a" providerId="LiveId" clId="{58B121E7-63A7-4330-86D4-8A88A1192A57}" dt="2025-07-05T04:31:05.165" v="20276" actId="167"/>
          <ac:spMkLst>
            <pc:docMk/>
            <pc:sldMk cId="3795951429" sldId="426"/>
            <ac:spMk id="13" creationId="{C2F4D302-EBDA-6703-794D-FB2CE4AA417B}"/>
          </ac:spMkLst>
        </pc:spChg>
        <pc:spChg chg="del">
          <ac:chgData name="Khaled taha" userId="912087602c74ab8a" providerId="LiveId" clId="{58B121E7-63A7-4330-86D4-8A88A1192A57}" dt="2025-07-05T04:31:19.288" v="20278" actId="478"/>
          <ac:spMkLst>
            <pc:docMk/>
            <pc:sldMk cId="3795951429" sldId="426"/>
            <ac:spMk id="75" creationId="{C7C501B1-6E78-B5CC-6ACC-451BBC950CD4}"/>
          </ac:spMkLst>
        </pc:spChg>
        <pc:spChg chg="mod">
          <ac:chgData name="Khaled taha" userId="912087602c74ab8a" providerId="LiveId" clId="{58B121E7-63A7-4330-86D4-8A88A1192A57}" dt="2025-07-03T12:32:48.485" v="2768" actId="688"/>
          <ac:spMkLst>
            <pc:docMk/>
            <pc:sldMk cId="3795951429" sldId="426"/>
            <ac:spMk id="107" creationId="{68A11577-DABA-A989-3189-F277FA6D4CE2}"/>
          </ac:spMkLst>
        </pc:spChg>
        <pc:grpChg chg="mod ord">
          <ac:chgData name="Khaled taha" userId="912087602c74ab8a" providerId="LiveId" clId="{58B121E7-63A7-4330-86D4-8A88A1192A57}" dt="2025-07-05T04:31:24.191" v="20280" actId="166"/>
          <ac:grpSpMkLst>
            <pc:docMk/>
            <pc:sldMk cId="3795951429" sldId="426"/>
            <ac:grpSpMk id="12" creationId="{A99058BC-5D09-0C05-83E2-33377305C2FC}"/>
          </ac:grpSpMkLst>
        </pc:grpChg>
        <pc:grpChg chg="mod">
          <ac:chgData name="Khaled taha" userId="912087602c74ab8a" providerId="LiveId" clId="{58B121E7-63A7-4330-86D4-8A88A1192A57}" dt="2025-07-03T12:32:33.155" v="2767" actId="688"/>
          <ac:grpSpMkLst>
            <pc:docMk/>
            <pc:sldMk cId="3795951429" sldId="426"/>
            <ac:grpSpMk id="104" creationId="{DA8A24B7-A7FA-6180-A30F-EB958371EBA6}"/>
          </ac:grpSpMkLst>
        </pc:grpChg>
        <pc:picChg chg="add mod">
          <ac:chgData name="Khaled taha" userId="912087602c74ab8a" providerId="LiveId" clId="{58B121E7-63A7-4330-86D4-8A88A1192A57}" dt="2025-07-05T04:31:19.488" v="20279"/>
          <ac:picMkLst>
            <pc:docMk/>
            <pc:sldMk cId="3795951429" sldId="426"/>
            <ac:picMk id="4" creationId="{6FE5F12E-B2AA-101B-F163-68AEF8127B2D}"/>
          </ac:picMkLst>
        </pc:picChg>
        <pc:picChg chg="del">
          <ac:chgData name="Khaled taha" userId="912087602c74ab8a" providerId="LiveId" clId="{58B121E7-63A7-4330-86D4-8A88A1192A57}" dt="2025-07-05T04:31:19.288" v="20278" actId="478"/>
          <ac:picMkLst>
            <pc:docMk/>
            <pc:sldMk cId="3795951429" sldId="426"/>
            <ac:picMk id="74" creationId="{5D9BC8A6-E3D8-F948-869B-BADE2C0799A6}"/>
          </ac:picMkLst>
        </pc:picChg>
        <pc:picChg chg="mod">
          <ac:chgData name="Khaled taha" userId="912087602c74ab8a" providerId="LiveId" clId="{58B121E7-63A7-4330-86D4-8A88A1192A57}" dt="2025-07-03T12:32:48.485" v="2768" actId="688"/>
          <ac:picMkLst>
            <pc:docMk/>
            <pc:sldMk cId="3795951429" sldId="426"/>
            <ac:picMk id="108" creationId="{6FC6B201-21FA-4C90-DCD4-5768E96233FC}"/>
          </ac:picMkLst>
        </pc:picChg>
        <pc:picChg chg="mod">
          <ac:chgData name="Khaled taha" userId="912087602c74ab8a" providerId="LiveId" clId="{58B121E7-63A7-4330-86D4-8A88A1192A57}" dt="2025-07-03T12:32:48.485" v="2768" actId="688"/>
          <ac:picMkLst>
            <pc:docMk/>
            <pc:sldMk cId="3795951429" sldId="426"/>
            <ac:picMk id="109" creationId="{4F9AB0D3-CA97-9CED-300B-F49C824A2300}"/>
          </ac:picMkLst>
        </pc:picChg>
        <pc:picChg chg="mod">
          <ac:chgData name="Khaled taha" userId="912087602c74ab8a" providerId="LiveId" clId="{58B121E7-63A7-4330-86D4-8A88A1192A57}" dt="2025-07-03T12:32:48.485" v="2768" actId="688"/>
          <ac:picMkLst>
            <pc:docMk/>
            <pc:sldMk cId="3795951429" sldId="426"/>
            <ac:picMk id="111" creationId="{E378E1A0-F3BB-C7BF-0C79-1256D6343A5E}"/>
          </ac:picMkLst>
        </pc:picChg>
        <pc:picChg chg="mod">
          <ac:chgData name="Khaled taha" userId="912087602c74ab8a" providerId="LiveId" clId="{58B121E7-63A7-4330-86D4-8A88A1192A57}" dt="2025-07-03T12:32:48.485" v="2768" actId="688"/>
          <ac:picMkLst>
            <pc:docMk/>
            <pc:sldMk cId="3795951429" sldId="426"/>
            <ac:picMk id="113" creationId="{AA6199E2-915B-47C7-A352-C86850AD1089}"/>
          </ac:picMkLst>
        </pc:picChg>
      </pc:sldChg>
      <pc:sldChg chg="addSp delSp modSp add del mod">
        <pc:chgData name="Khaled taha" userId="912087602c74ab8a" providerId="LiveId" clId="{58B121E7-63A7-4330-86D4-8A88A1192A57}" dt="2025-07-03T12:25:31.477" v="2696"/>
        <pc:sldMkLst>
          <pc:docMk/>
          <pc:sldMk cId="1532523227" sldId="427"/>
        </pc:sldMkLst>
      </pc:sldChg>
      <pc:sldChg chg="addSp delSp modSp add mod ord modTransition">
        <pc:chgData name="Khaled taha" userId="912087602c74ab8a" providerId="LiveId" clId="{58B121E7-63A7-4330-86D4-8A88A1192A57}" dt="2025-07-05T04:33:14.589" v="20292" actId="166"/>
        <pc:sldMkLst>
          <pc:docMk/>
          <pc:sldMk cId="3992558286" sldId="427"/>
        </pc:sldMkLst>
        <pc:spChg chg="add mod">
          <ac:chgData name="Khaled taha" userId="912087602c74ab8a" providerId="LiveId" clId="{58B121E7-63A7-4330-86D4-8A88A1192A57}" dt="2025-07-05T04:31:56.922" v="20283"/>
          <ac:spMkLst>
            <pc:docMk/>
            <pc:sldMk cId="3992558286" sldId="427"/>
            <ac:spMk id="4" creationId="{094F162B-292E-2E24-D8A8-D71FBD602DD1}"/>
          </ac:spMkLst>
        </pc:spChg>
        <pc:spChg chg="add del mod">
          <ac:chgData name="Khaled taha" userId="912087602c74ab8a" providerId="LiveId" clId="{58B121E7-63A7-4330-86D4-8A88A1192A57}" dt="2025-07-05T04:33:03.066" v="20291" actId="478"/>
          <ac:spMkLst>
            <pc:docMk/>
            <pc:sldMk cId="3992558286" sldId="427"/>
            <ac:spMk id="5" creationId="{3E18F738-3024-AA21-8B02-4E59C808A583}"/>
          </ac:spMkLst>
        </pc:spChg>
        <pc:spChg chg="add del mod">
          <ac:chgData name="Khaled taha" userId="912087602c74ab8a" providerId="LiveId" clId="{58B121E7-63A7-4330-86D4-8A88A1192A57}" dt="2025-07-05T04:33:03.066" v="20291" actId="478"/>
          <ac:spMkLst>
            <pc:docMk/>
            <pc:sldMk cId="3992558286" sldId="427"/>
            <ac:spMk id="6" creationId="{487D0195-3C59-2B8F-9D2B-3E0BDB20AD5A}"/>
          </ac:spMkLst>
        </pc:spChg>
        <pc:spChg chg="del">
          <ac:chgData name="Khaled taha" userId="912087602c74ab8a" providerId="LiveId" clId="{58B121E7-63A7-4330-86D4-8A88A1192A57}" dt="2025-07-05T04:31:56.565" v="20282" actId="478"/>
          <ac:spMkLst>
            <pc:docMk/>
            <pc:sldMk cId="3992558286" sldId="427"/>
            <ac:spMk id="75" creationId="{69FA4DCA-ADF2-4AF0-AE83-132E97E4BB61}"/>
          </ac:spMkLst>
        </pc:spChg>
        <pc:grpChg chg="ord">
          <ac:chgData name="Khaled taha" userId="912087602c74ab8a" providerId="LiveId" clId="{58B121E7-63A7-4330-86D4-8A88A1192A57}" dt="2025-07-05T04:33:14.589" v="20292" actId="166"/>
          <ac:grpSpMkLst>
            <pc:docMk/>
            <pc:sldMk cId="3992558286" sldId="427"/>
            <ac:grpSpMk id="12" creationId="{2D643414-3202-360C-DA0E-3599A76824B5}"/>
          </ac:grpSpMkLst>
        </pc:grpChg>
        <pc:picChg chg="add mod">
          <ac:chgData name="Khaled taha" userId="912087602c74ab8a" providerId="LiveId" clId="{58B121E7-63A7-4330-86D4-8A88A1192A57}" dt="2025-07-05T04:31:56.922" v="20283"/>
          <ac:picMkLst>
            <pc:docMk/>
            <pc:sldMk cId="3992558286" sldId="427"/>
            <ac:picMk id="3" creationId="{99B70BC6-57BA-DB92-6598-15257933F59F}"/>
          </ac:picMkLst>
        </pc:picChg>
        <pc:picChg chg="del">
          <ac:chgData name="Khaled taha" userId="912087602c74ab8a" providerId="LiveId" clId="{58B121E7-63A7-4330-86D4-8A88A1192A57}" dt="2025-07-05T04:31:56.565" v="20282" actId="478"/>
          <ac:picMkLst>
            <pc:docMk/>
            <pc:sldMk cId="3992558286" sldId="427"/>
            <ac:picMk id="74" creationId="{16518CC9-5BEC-866E-217F-0AA9431AD512}"/>
          </ac:picMkLst>
        </pc:picChg>
      </pc:sldChg>
      <pc:sldChg chg="modSp add del mod ord">
        <pc:chgData name="Khaled taha" userId="912087602c74ab8a" providerId="LiveId" clId="{58B121E7-63A7-4330-86D4-8A88A1192A57}" dt="2025-07-03T12:25:21.452" v="2689"/>
        <pc:sldMkLst>
          <pc:docMk/>
          <pc:sldMk cId="285841977" sldId="428"/>
        </pc:sldMkLst>
      </pc:sldChg>
      <pc:sldChg chg="addSp delSp modSp add mod modTransition">
        <pc:chgData name="Khaled taha" userId="912087602c74ab8a" providerId="LiveId" clId="{58B121E7-63A7-4330-86D4-8A88A1192A57}" dt="2025-07-05T05:39:07.599" v="22273" actId="166"/>
        <pc:sldMkLst>
          <pc:docMk/>
          <pc:sldMk cId="2172640605" sldId="428"/>
        </pc:sldMkLst>
        <pc:spChg chg="add mod">
          <ac:chgData name="Khaled taha" userId="912087602c74ab8a" providerId="LiveId" clId="{58B121E7-63A7-4330-86D4-8A88A1192A57}" dt="2025-07-05T04:33:22.516" v="20295"/>
          <ac:spMkLst>
            <pc:docMk/>
            <pc:sldMk cId="2172640605" sldId="428"/>
            <ac:spMk id="2" creationId="{BF51C079-83E4-AFE9-FA26-0C187448238E}"/>
          </ac:spMkLst>
        </pc:spChg>
        <pc:spChg chg="add mod">
          <ac:chgData name="Khaled taha" userId="912087602c74ab8a" providerId="LiveId" clId="{58B121E7-63A7-4330-86D4-8A88A1192A57}" dt="2025-07-03T12:27:11.617" v="2717" actId="1076"/>
          <ac:spMkLst>
            <pc:docMk/>
            <pc:sldMk cId="2172640605" sldId="428"/>
            <ac:spMk id="3" creationId="{D3AE8E41-91E5-6EA3-B3B7-5ED7EEE409CC}"/>
          </ac:spMkLst>
        </pc:spChg>
        <pc:spChg chg="add mod">
          <ac:chgData name="Khaled taha" userId="912087602c74ab8a" providerId="LiveId" clId="{58B121E7-63A7-4330-86D4-8A88A1192A57}" dt="2025-07-03T12:27:19.193" v="2718" actId="1076"/>
          <ac:spMkLst>
            <pc:docMk/>
            <pc:sldMk cId="2172640605" sldId="428"/>
            <ac:spMk id="4" creationId="{D141DB49-2652-69CB-A4F7-3C11A21D11D9}"/>
          </ac:spMkLst>
        </pc:spChg>
        <pc:spChg chg="add mod">
          <ac:chgData name="Khaled taha" userId="912087602c74ab8a" providerId="LiveId" clId="{58B121E7-63A7-4330-86D4-8A88A1192A57}" dt="2025-07-05T04:33:46.651" v="20296"/>
          <ac:spMkLst>
            <pc:docMk/>
            <pc:sldMk cId="2172640605" sldId="428"/>
            <ac:spMk id="6" creationId="{FC42BD62-5708-8CB9-CCAB-983F48619520}"/>
          </ac:spMkLst>
        </pc:spChg>
        <pc:spChg chg="del">
          <ac:chgData name="Khaled taha" userId="912087602c74ab8a" providerId="LiveId" clId="{58B121E7-63A7-4330-86D4-8A88A1192A57}" dt="2025-07-05T04:33:22.123" v="20294" actId="478"/>
          <ac:spMkLst>
            <pc:docMk/>
            <pc:sldMk cId="2172640605" sldId="428"/>
            <ac:spMk id="75" creationId="{0CB04641-1FCE-C8CD-8312-7113FCF7537F}"/>
          </ac:spMkLst>
        </pc:spChg>
        <pc:grpChg chg="mod ord">
          <ac:chgData name="Khaled taha" userId="912087602c74ab8a" providerId="LiveId" clId="{58B121E7-63A7-4330-86D4-8A88A1192A57}" dt="2025-07-05T05:39:07.599" v="22273" actId="166"/>
          <ac:grpSpMkLst>
            <pc:docMk/>
            <pc:sldMk cId="2172640605" sldId="428"/>
            <ac:grpSpMk id="12" creationId="{60E0CF07-7A45-30A1-C630-4997EDC2EF62}"/>
          </ac:grpSpMkLst>
        </pc:grpChg>
        <pc:picChg chg="add mod">
          <ac:chgData name="Khaled taha" userId="912087602c74ab8a" providerId="LiveId" clId="{58B121E7-63A7-4330-86D4-8A88A1192A57}" dt="2025-07-05T04:33:46.651" v="20296"/>
          <ac:picMkLst>
            <pc:docMk/>
            <pc:sldMk cId="2172640605" sldId="428"/>
            <ac:picMk id="5" creationId="{5F1C4F61-A7B6-9884-96C5-2E2E3188DE2D}"/>
          </ac:picMkLst>
        </pc:picChg>
        <pc:picChg chg="mod">
          <ac:chgData name="Khaled taha" userId="912087602c74ab8a" providerId="LiveId" clId="{58B121E7-63A7-4330-86D4-8A88A1192A57}" dt="2025-07-03T12:27:43.273" v="2721" actId="688"/>
          <ac:picMkLst>
            <pc:docMk/>
            <pc:sldMk cId="2172640605" sldId="428"/>
            <ac:picMk id="18" creationId="{F2E6722D-21B2-388B-8B64-902B6390A7E1}"/>
          </ac:picMkLst>
        </pc:picChg>
        <pc:picChg chg="mod">
          <ac:chgData name="Khaled taha" userId="912087602c74ab8a" providerId="LiveId" clId="{58B121E7-63A7-4330-86D4-8A88A1192A57}" dt="2025-07-03T12:27:43.273" v="2721" actId="688"/>
          <ac:picMkLst>
            <pc:docMk/>
            <pc:sldMk cId="2172640605" sldId="428"/>
            <ac:picMk id="19" creationId="{B7C23ACF-7E6B-7E9B-D0CC-143A434ED713}"/>
          </ac:picMkLst>
        </pc:picChg>
        <pc:picChg chg="mod">
          <ac:chgData name="Khaled taha" userId="912087602c74ab8a" providerId="LiveId" clId="{58B121E7-63A7-4330-86D4-8A88A1192A57}" dt="2025-07-03T12:27:43.273" v="2721" actId="688"/>
          <ac:picMkLst>
            <pc:docMk/>
            <pc:sldMk cId="2172640605" sldId="428"/>
            <ac:picMk id="20" creationId="{1D037A2F-24E0-7937-867F-D3F9D73317B4}"/>
          </ac:picMkLst>
        </pc:picChg>
        <pc:picChg chg="mod">
          <ac:chgData name="Khaled taha" userId="912087602c74ab8a" providerId="LiveId" clId="{58B121E7-63A7-4330-86D4-8A88A1192A57}" dt="2025-07-03T12:27:43.273" v="2721" actId="688"/>
          <ac:picMkLst>
            <pc:docMk/>
            <pc:sldMk cId="2172640605" sldId="428"/>
            <ac:picMk id="21" creationId="{893E2DED-C3AC-5620-CBA1-287B4D305B63}"/>
          </ac:picMkLst>
        </pc:picChg>
        <pc:picChg chg="del">
          <ac:chgData name="Khaled taha" userId="912087602c74ab8a" providerId="LiveId" clId="{58B121E7-63A7-4330-86D4-8A88A1192A57}" dt="2025-07-05T04:33:22.123" v="20294" actId="478"/>
          <ac:picMkLst>
            <pc:docMk/>
            <pc:sldMk cId="2172640605" sldId="428"/>
            <ac:picMk id="74" creationId="{79151F21-DEE1-8D0A-ADA3-88D7D0586870}"/>
          </ac:picMkLst>
        </pc:picChg>
      </pc:sldChg>
      <pc:sldChg chg="addSp delSp modSp add mod modTransition">
        <pc:chgData name="Khaled taha" userId="912087602c74ab8a" providerId="LiveId" clId="{58B121E7-63A7-4330-86D4-8A88A1192A57}" dt="2025-07-05T04:34:18.893" v="20300" actId="166"/>
        <pc:sldMkLst>
          <pc:docMk/>
          <pc:sldMk cId="2786729368" sldId="429"/>
        </pc:sldMkLst>
        <pc:spChg chg="add mod">
          <ac:chgData name="Khaled taha" userId="912087602c74ab8a" providerId="LiveId" clId="{58B121E7-63A7-4330-86D4-8A88A1192A57}" dt="2025-07-05T04:34:15.603" v="20299"/>
          <ac:spMkLst>
            <pc:docMk/>
            <pc:sldMk cId="2786729368" sldId="429"/>
            <ac:spMk id="3" creationId="{6DD83326-F0D0-7C63-10F9-987D18FFFC55}"/>
          </ac:spMkLst>
        </pc:spChg>
        <pc:spChg chg="del">
          <ac:chgData name="Khaled taha" userId="912087602c74ab8a" providerId="LiveId" clId="{58B121E7-63A7-4330-86D4-8A88A1192A57}" dt="2025-07-05T04:34:15.451" v="20298" actId="478"/>
          <ac:spMkLst>
            <pc:docMk/>
            <pc:sldMk cId="2786729368" sldId="429"/>
            <ac:spMk id="75" creationId="{B98C0E49-2A12-792E-CF7E-DA58B5D380B8}"/>
          </ac:spMkLst>
        </pc:spChg>
        <pc:grpChg chg="ord">
          <ac:chgData name="Khaled taha" userId="912087602c74ab8a" providerId="LiveId" clId="{58B121E7-63A7-4330-86D4-8A88A1192A57}" dt="2025-07-05T04:34:18.893" v="20300" actId="166"/>
          <ac:grpSpMkLst>
            <pc:docMk/>
            <pc:sldMk cId="2786729368" sldId="429"/>
            <ac:grpSpMk id="12" creationId="{FD468FA5-D6D7-A817-6E12-C1293358ABDB}"/>
          </ac:grpSpMkLst>
        </pc:grpChg>
        <pc:picChg chg="add mod">
          <ac:chgData name="Khaled taha" userId="912087602c74ab8a" providerId="LiveId" clId="{58B121E7-63A7-4330-86D4-8A88A1192A57}" dt="2025-07-05T04:34:15.603" v="20299"/>
          <ac:picMkLst>
            <pc:docMk/>
            <pc:sldMk cId="2786729368" sldId="429"/>
            <ac:picMk id="2" creationId="{67263CD1-1920-6EB0-2FB2-BC16E17F009C}"/>
          </ac:picMkLst>
        </pc:picChg>
        <pc:picChg chg="del">
          <ac:chgData name="Khaled taha" userId="912087602c74ab8a" providerId="LiveId" clId="{58B121E7-63A7-4330-86D4-8A88A1192A57}" dt="2025-07-05T04:34:15.451" v="20298" actId="478"/>
          <ac:picMkLst>
            <pc:docMk/>
            <pc:sldMk cId="2786729368" sldId="429"/>
            <ac:picMk id="74" creationId="{05D16DF0-2EE1-6032-C267-43A0B40B0B4C}"/>
          </ac:picMkLst>
        </pc:picChg>
      </pc:sldChg>
      <pc:sldChg chg="addSp delSp modSp add mod modTransition">
        <pc:chgData name="Khaled taha" userId="912087602c74ab8a" providerId="LiveId" clId="{58B121E7-63A7-4330-86D4-8A88A1192A57}" dt="2025-07-05T04:34:37.924" v="20304" actId="166"/>
        <pc:sldMkLst>
          <pc:docMk/>
          <pc:sldMk cId="96487857" sldId="430"/>
        </pc:sldMkLst>
        <pc:spChg chg="add mod">
          <ac:chgData name="Khaled taha" userId="912087602c74ab8a" providerId="LiveId" clId="{58B121E7-63A7-4330-86D4-8A88A1192A57}" dt="2025-07-03T12:28:14.557" v="2728"/>
          <ac:spMkLst>
            <pc:docMk/>
            <pc:sldMk cId="96487857" sldId="430"/>
            <ac:spMk id="2" creationId="{CAFF0BBA-358C-42BA-6DAC-430443C44C20}"/>
          </ac:spMkLst>
        </pc:spChg>
        <pc:spChg chg="add mod">
          <ac:chgData name="Khaled taha" userId="912087602c74ab8a" providerId="LiveId" clId="{58B121E7-63A7-4330-86D4-8A88A1192A57}" dt="2025-07-03T12:28:14.557" v="2728"/>
          <ac:spMkLst>
            <pc:docMk/>
            <pc:sldMk cId="96487857" sldId="430"/>
            <ac:spMk id="3" creationId="{DEB3D9F5-A167-7421-A66C-19FFED04049B}"/>
          </ac:spMkLst>
        </pc:spChg>
        <pc:spChg chg="add mod">
          <ac:chgData name="Khaled taha" userId="912087602c74ab8a" providerId="LiveId" clId="{58B121E7-63A7-4330-86D4-8A88A1192A57}" dt="2025-07-05T04:34:34.019" v="20303"/>
          <ac:spMkLst>
            <pc:docMk/>
            <pc:sldMk cId="96487857" sldId="430"/>
            <ac:spMk id="5" creationId="{928D261B-2317-978B-349C-F964BA67F47E}"/>
          </ac:spMkLst>
        </pc:spChg>
        <pc:spChg chg="add mod">
          <ac:chgData name="Khaled taha" userId="912087602c74ab8a" providerId="LiveId" clId="{58B121E7-63A7-4330-86D4-8A88A1192A57}" dt="2025-07-03T12:28:26.865" v="2731"/>
          <ac:spMkLst>
            <pc:docMk/>
            <pc:sldMk cId="96487857" sldId="430"/>
            <ac:spMk id="6" creationId="{A48F3933-8B8D-114F-F795-75DB4C9C605E}"/>
          </ac:spMkLst>
        </pc:spChg>
        <pc:spChg chg="del">
          <ac:chgData name="Khaled taha" userId="912087602c74ab8a" providerId="LiveId" clId="{58B121E7-63A7-4330-86D4-8A88A1192A57}" dt="2025-07-05T04:34:33.856" v="20302" actId="478"/>
          <ac:spMkLst>
            <pc:docMk/>
            <pc:sldMk cId="96487857" sldId="430"/>
            <ac:spMk id="75" creationId="{56FFAB25-A819-548C-C790-57469E365D9E}"/>
          </ac:spMkLst>
        </pc:spChg>
        <pc:grpChg chg="mod ord">
          <ac:chgData name="Khaled taha" userId="912087602c74ab8a" providerId="LiveId" clId="{58B121E7-63A7-4330-86D4-8A88A1192A57}" dt="2025-07-05T04:34:37.924" v="20304" actId="166"/>
          <ac:grpSpMkLst>
            <pc:docMk/>
            <pc:sldMk cId="96487857" sldId="430"/>
            <ac:grpSpMk id="12" creationId="{627BCA3D-5D26-C5F8-3B7A-56A100955E17}"/>
          </ac:grpSpMkLst>
        </pc:grpChg>
        <pc:picChg chg="add mod">
          <ac:chgData name="Khaled taha" userId="912087602c74ab8a" providerId="LiveId" clId="{58B121E7-63A7-4330-86D4-8A88A1192A57}" dt="2025-07-05T04:34:34.019" v="20303"/>
          <ac:picMkLst>
            <pc:docMk/>
            <pc:sldMk cId="96487857" sldId="430"/>
            <ac:picMk id="4" creationId="{7E8180D9-D269-1E14-DD36-B5E874A1C9C3}"/>
          </ac:picMkLst>
        </pc:picChg>
        <pc:picChg chg="mod">
          <ac:chgData name="Khaled taha" userId="912087602c74ab8a" providerId="LiveId" clId="{58B121E7-63A7-4330-86D4-8A88A1192A57}" dt="2025-07-03T12:28:51.598" v="2734" actId="688"/>
          <ac:picMkLst>
            <pc:docMk/>
            <pc:sldMk cId="96487857" sldId="430"/>
            <ac:picMk id="18" creationId="{03E0CAA2-1E7D-E77A-FC9C-6FF2D9381191}"/>
          </ac:picMkLst>
        </pc:picChg>
        <pc:picChg chg="mod">
          <ac:chgData name="Khaled taha" userId="912087602c74ab8a" providerId="LiveId" clId="{58B121E7-63A7-4330-86D4-8A88A1192A57}" dt="2025-07-03T12:28:51.598" v="2734" actId="688"/>
          <ac:picMkLst>
            <pc:docMk/>
            <pc:sldMk cId="96487857" sldId="430"/>
            <ac:picMk id="19" creationId="{36737CEB-3BDA-2E7B-B793-390F68167E67}"/>
          </ac:picMkLst>
        </pc:picChg>
        <pc:picChg chg="mod">
          <ac:chgData name="Khaled taha" userId="912087602c74ab8a" providerId="LiveId" clId="{58B121E7-63A7-4330-86D4-8A88A1192A57}" dt="2025-07-03T12:28:51.598" v="2734" actId="688"/>
          <ac:picMkLst>
            <pc:docMk/>
            <pc:sldMk cId="96487857" sldId="430"/>
            <ac:picMk id="20" creationId="{E18F24E1-C17D-88FC-BAF8-E6D954935FA2}"/>
          </ac:picMkLst>
        </pc:picChg>
        <pc:picChg chg="mod">
          <ac:chgData name="Khaled taha" userId="912087602c74ab8a" providerId="LiveId" clId="{58B121E7-63A7-4330-86D4-8A88A1192A57}" dt="2025-07-03T12:28:51.598" v="2734" actId="688"/>
          <ac:picMkLst>
            <pc:docMk/>
            <pc:sldMk cId="96487857" sldId="430"/>
            <ac:picMk id="21" creationId="{CCFB62AA-34F5-B257-17A7-44F1D9B3DF3D}"/>
          </ac:picMkLst>
        </pc:picChg>
        <pc:picChg chg="del">
          <ac:chgData name="Khaled taha" userId="912087602c74ab8a" providerId="LiveId" clId="{58B121E7-63A7-4330-86D4-8A88A1192A57}" dt="2025-07-05T04:34:33.856" v="20302" actId="478"/>
          <ac:picMkLst>
            <pc:docMk/>
            <pc:sldMk cId="96487857" sldId="430"/>
            <ac:picMk id="74" creationId="{3572D5E1-F0AC-D0CB-9E2C-42C8999189BB}"/>
          </ac:picMkLst>
        </pc:picChg>
      </pc:sldChg>
      <pc:sldChg chg="addSp delSp modSp add mod ord modTransition">
        <pc:chgData name="Khaled taha" userId="912087602c74ab8a" providerId="LiveId" clId="{58B121E7-63A7-4330-86D4-8A88A1192A57}" dt="2025-07-05T05:38:56.336" v="22272" actId="166"/>
        <pc:sldMkLst>
          <pc:docMk/>
          <pc:sldMk cId="4021086935" sldId="431"/>
        </pc:sldMkLst>
        <pc:spChg chg="add mod">
          <ac:chgData name="Khaled taha" userId="912087602c74ab8a" providerId="LiveId" clId="{58B121E7-63A7-4330-86D4-8A88A1192A57}" dt="2025-07-05T04:35:00.311" v="20311"/>
          <ac:spMkLst>
            <pc:docMk/>
            <pc:sldMk cId="4021086935" sldId="431"/>
            <ac:spMk id="3" creationId="{06BFA82F-3ABF-D530-3252-ED394EA0F55E}"/>
          </ac:spMkLst>
        </pc:spChg>
        <pc:spChg chg="add mod">
          <ac:chgData name="Khaled taha" userId="912087602c74ab8a" providerId="LiveId" clId="{58B121E7-63A7-4330-86D4-8A88A1192A57}" dt="2025-07-03T12:29:18.820" v="2741"/>
          <ac:spMkLst>
            <pc:docMk/>
            <pc:sldMk cId="4021086935" sldId="431"/>
            <ac:spMk id="4" creationId="{A5B67A10-4A44-2FBE-892D-FE5F2347681D}"/>
          </ac:spMkLst>
        </pc:spChg>
        <pc:spChg chg="add mod">
          <ac:chgData name="Khaled taha" userId="912087602c74ab8a" providerId="LiveId" clId="{58B121E7-63A7-4330-86D4-8A88A1192A57}" dt="2025-07-03T12:29:18.820" v="2741"/>
          <ac:spMkLst>
            <pc:docMk/>
            <pc:sldMk cId="4021086935" sldId="431"/>
            <ac:spMk id="5" creationId="{5A98DF45-E4D0-A84F-9E83-DCA903008854}"/>
          </ac:spMkLst>
        </pc:spChg>
        <pc:spChg chg="mod">
          <ac:chgData name="Khaled taha" userId="912087602c74ab8a" providerId="LiveId" clId="{58B121E7-63A7-4330-86D4-8A88A1192A57}" dt="2025-07-03T12:29:43.048" v="2743" actId="688"/>
          <ac:spMkLst>
            <pc:docMk/>
            <pc:sldMk cId="4021086935" sldId="431"/>
            <ac:spMk id="14" creationId="{1F40B913-DC7E-37F1-4D54-546128059685}"/>
          </ac:spMkLst>
        </pc:spChg>
        <pc:spChg chg="mod">
          <ac:chgData name="Khaled taha" userId="912087602c74ab8a" providerId="LiveId" clId="{58B121E7-63A7-4330-86D4-8A88A1192A57}" dt="2025-07-03T12:29:52.065" v="2744" actId="688"/>
          <ac:spMkLst>
            <pc:docMk/>
            <pc:sldMk cId="4021086935" sldId="431"/>
            <ac:spMk id="16" creationId="{2324981A-53A2-C2B9-C6BF-3360BAFFED8E}"/>
          </ac:spMkLst>
        </pc:spChg>
        <pc:spChg chg="del">
          <ac:chgData name="Khaled taha" userId="912087602c74ab8a" providerId="LiveId" clId="{58B121E7-63A7-4330-86D4-8A88A1192A57}" dt="2025-07-05T04:35:00.103" v="20310" actId="478"/>
          <ac:spMkLst>
            <pc:docMk/>
            <pc:sldMk cId="4021086935" sldId="431"/>
            <ac:spMk id="75" creationId="{6FC88B57-F1DC-FF98-3C95-864A9550FDC2}"/>
          </ac:spMkLst>
        </pc:spChg>
        <pc:grpChg chg="mod ord">
          <ac:chgData name="Khaled taha" userId="912087602c74ab8a" providerId="LiveId" clId="{58B121E7-63A7-4330-86D4-8A88A1192A57}" dt="2025-07-05T05:38:56.336" v="22272" actId="166"/>
          <ac:grpSpMkLst>
            <pc:docMk/>
            <pc:sldMk cId="4021086935" sldId="431"/>
            <ac:grpSpMk id="12" creationId="{35C1B5D7-941D-E763-867E-18C5119FC74E}"/>
          </ac:grpSpMkLst>
        </pc:grpChg>
        <pc:picChg chg="add mod">
          <ac:chgData name="Khaled taha" userId="912087602c74ab8a" providerId="LiveId" clId="{58B121E7-63A7-4330-86D4-8A88A1192A57}" dt="2025-07-05T04:35:00.311" v="20311"/>
          <ac:picMkLst>
            <pc:docMk/>
            <pc:sldMk cId="4021086935" sldId="431"/>
            <ac:picMk id="2" creationId="{1A49304A-9469-DACB-2867-2AD084AF6F35}"/>
          </ac:picMkLst>
        </pc:picChg>
        <pc:picChg chg="mod">
          <ac:chgData name="Khaled taha" userId="912087602c74ab8a" providerId="LiveId" clId="{58B121E7-63A7-4330-86D4-8A88A1192A57}" dt="2025-07-03T12:29:58.599" v="2745" actId="688"/>
          <ac:picMkLst>
            <pc:docMk/>
            <pc:sldMk cId="4021086935" sldId="431"/>
            <ac:picMk id="18" creationId="{9211CA18-17AB-FD82-4F8C-63D3C0BECDF4}"/>
          </ac:picMkLst>
        </pc:picChg>
        <pc:picChg chg="mod">
          <ac:chgData name="Khaled taha" userId="912087602c74ab8a" providerId="LiveId" clId="{58B121E7-63A7-4330-86D4-8A88A1192A57}" dt="2025-07-03T12:29:43.048" v="2743" actId="688"/>
          <ac:picMkLst>
            <pc:docMk/>
            <pc:sldMk cId="4021086935" sldId="431"/>
            <ac:picMk id="19" creationId="{43355C04-65CF-3CD4-7296-060880618879}"/>
          </ac:picMkLst>
        </pc:picChg>
        <pc:picChg chg="mod">
          <ac:chgData name="Khaled taha" userId="912087602c74ab8a" providerId="LiveId" clId="{58B121E7-63A7-4330-86D4-8A88A1192A57}" dt="2025-07-03T12:29:52.065" v="2744" actId="688"/>
          <ac:picMkLst>
            <pc:docMk/>
            <pc:sldMk cId="4021086935" sldId="431"/>
            <ac:picMk id="20" creationId="{C3E661C9-CBCE-9468-49CB-ED672992B8A4}"/>
          </ac:picMkLst>
        </pc:picChg>
        <pc:picChg chg="mod">
          <ac:chgData name="Khaled taha" userId="912087602c74ab8a" providerId="LiveId" clId="{58B121E7-63A7-4330-86D4-8A88A1192A57}" dt="2025-07-03T12:29:43.048" v="2743" actId="688"/>
          <ac:picMkLst>
            <pc:docMk/>
            <pc:sldMk cId="4021086935" sldId="431"/>
            <ac:picMk id="21" creationId="{01AF4773-82C1-55F5-3A49-DA7828923FF7}"/>
          </ac:picMkLst>
        </pc:picChg>
        <pc:picChg chg="del">
          <ac:chgData name="Khaled taha" userId="912087602c74ab8a" providerId="LiveId" clId="{58B121E7-63A7-4330-86D4-8A88A1192A57}" dt="2025-07-05T04:35:00.103" v="20310" actId="478"/>
          <ac:picMkLst>
            <pc:docMk/>
            <pc:sldMk cId="4021086935" sldId="431"/>
            <ac:picMk id="74" creationId="{6E710F8E-B2B5-1802-7EF4-BA9BA6144833}"/>
          </ac:picMkLst>
        </pc:picChg>
      </pc:sldChg>
      <pc:sldChg chg="addSp delSp modSp add mod ord modTransition">
        <pc:chgData name="Khaled taha" userId="912087602c74ab8a" providerId="LiveId" clId="{58B121E7-63A7-4330-86D4-8A88A1192A57}" dt="2025-07-05T04:34:52.338" v="20308" actId="166"/>
        <pc:sldMkLst>
          <pc:docMk/>
          <pc:sldMk cId="1676278526" sldId="432"/>
        </pc:sldMkLst>
        <pc:spChg chg="add mod">
          <ac:chgData name="Khaled taha" userId="912087602c74ab8a" providerId="LiveId" clId="{58B121E7-63A7-4330-86D4-8A88A1192A57}" dt="2025-07-05T04:34:48.545" v="20307"/>
          <ac:spMkLst>
            <pc:docMk/>
            <pc:sldMk cId="1676278526" sldId="432"/>
            <ac:spMk id="4" creationId="{06C10DCF-E08A-2B9F-372E-BA893D678753}"/>
          </ac:spMkLst>
        </pc:spChg>
        <pc:spChg chg="del">
          <ac:chgData name="Khaled taha" userId="912087602c74ab8a" providerId="LiveId" clId="{58B121E7-63A7-4330-86D4-8A88A1192A57}" dt="2025-07-05T04:34:48.206" v="20306" actId="478"/>
          <ac:spMkLst>
            <pc:docMk/>
            <pc:sldMk cId="1676278526" sldId="432"/>
            <ac:spMk id="75" creationId="{770D2B99-8724-2AE7-5462-1B7BB5177F99}"/>
          </ac:spMkLst>
        </pc:spChg>
        <pc:grpChg chg="ord">
          <ac:chgData name="Khaled taha" userId="912087602c74ab8a" providerId="LiveId" clId="{58B121E7-63A7-4330-86D4-8A88A1192A57}" dt="2025-07-05T04:34:52.338" v="20308" actId="166"/>
          <ac:grpSpMkLst>
            <pc:docMk/>
            <pc:sldMk cId="1676278526" sldId="432"/>
            <ac:grpSpMk id="12" creationId="{8BA6B3B4-DEA8-A816-B31C-178A55202CD1}"/>
          </ac:grpSpMkLst>
        </pc:grpChg>
        <pc:picChg chg="add mod">
          <ac:chgData name="Khaled taha" userId="912087602c74ab8a" providerId="LiveId" clId="{58B121E7-63A7-4330-86D4-8A88A1192A57}" dt="2025-07-05T04:34:48.545" v="20307"/>
          <ac:picMkLst>
            <pc:docMk/>
            <pc:sldMk cId="1676278526" sldId="432"/>
            <ac:picMk id="3" creationId="{1BB6A2CA-FE72-36ED-4292-1B92371AC720}"/>
          </ac:picMkLst>
        </pc:picChg>
        <pc:picChg chg="del">
          <ac:chgData name="Khaled taha" userId="912087602c74ab8a" providerId="LiveId" clId="{58B121E7-63A7-4330-86D4-8A88A1192A57}" dt="2025-07-05T04:34:48.206" v="20306" actId="478"/>
          <ac:picMkLst>
            <pc:docMk/>
            <pc:sldMk cId="1676278526" sldId="432"/>
            <ac:picMk id="74" creationId="{1B9D4FD9-8220-3887-7B16-D0B05A8A530B}"/>
          </ac:picMkLst>
        </pc:picChg>
      </pc:sldChg>
      <pc:sldChg chg="addSp delSp modSp add mod modTransition">
        <pc:chgData name="Khaled taha" userId="912087602c74ab8a" providerId="LiveId" clId="{58B121E7-63A7-4330-86D4-8A88A1192A57}" dt="2025-07-05T04:35:57.075" v="20315" actId="166"/>
        <pc:sldMkLst>
          <pc:docMk/>
          <pc:sldMk cId="1868831160" sldId="433"/>
        </pc:sldMkLst>
        <pc:spChg chg="add mod">
          <ac:chgData name="Khaled taha" userId="912087602c74ab8a" providerId="LiveId" clId="{58B121E7-63A7-4330-86D4-8A88A1192A57}" dt="2025-07-05T04:35:54.539" v="20314"/>
          <ac:spMkLst>
            <pc:docMk/>
            <pc:sldMk cId="1868831160" sldId="433"/>
            <ac:spMk id="3" creationId="{19866429-C4FC-F66B-13F2-605BFF886C21}"/>
          </ac:spMkLst>
        </pc:spChg>
        <pc:spChg chg="del">
          <ac:chgData name="Khaled taha" userId="912087602c74ab8a" providerId="LiveId" clId="{58B121E7-63A7-4330-86D4-8A88A1192A57}" dt="2025-07-05T04:35:53.464" v="20313" actId="478"/>
          <ac:spMkLst>
            <pc:docMk/>
            <pc:sldMk cId="1868831160" sldId="433"/>
            <ac:spMk id="75" creationId="{6DD5C1B4-7A5D-2CB0-5FF3-E4835F642FAE}"/>
          </ac:spMkLst>
        </pc:spChg>
        <pc:grpChg chg="ord">
          <ac:chgData name="Khaled taha" userId="912087602c74ab8a" providerId="LiveId" clId="{58B121E7-63A7-4330-86D4-8A88A1192A57}" dt="2025-07-05T04:35:57.075" v="20315" actId="166"/>
          <ac:grpSpMkLst>
            <pc:docMk/>
            <pc:sldMk cId="1868831160" sldId="433"/>
            <ac:grpSpMk id="12" creationId="{B93B45F5-64B6-90DF-25AF-1D301B3D159A}"/>
          </ac:grpSpMkLst>
        </pc:grpChg>
        <pc:picChg chg="add mod">
          <ac:chgData name="Khaled taha" userId="912087602c74ab8a" providerId="LiveId" clId="{58B121E7-63A7-4330-86D4-8A88A1192A57}" dt="2025-07-05T04:35:54.539" v="20314"/>
          <ac:picMkLst>
            <pc:docMk/>
            <pc:sldMk cId="1868831160" sldId="433"/>
            <ac:picMk id="2" creationId="{1E71EC14-D0B1-C3FB-5C5B-6C2FF5C3DC34}"/>
          </ac:picMkLst>
        </pc:picChg>
        <pc:picChg chg="del">
          <ac:chgData name="Khaled taha" userId="912087602c74ab8a" providerId="LiveId" clId="{58B121E7-63A7-4330-86D4-8A88A1192A57}" dt="2025-07-05T04:35:53.464" v="20313" actId="478"/>
          <ac:picMkLst>
            <pc:docMk/>
            <pc:sldMk cId="1868831160" sldId="433"/>
            <ac:picMk id="74" creationId="{292DBAE6-3824-B9C9-1F9E-FF8F559EFED1}"/>
          </ac:picMkLst>
        </pc:picChg>
      </pc:sldChg>
      <pc:sldChg chg="addSp delSp modSp add mod modTransition setBg">
        <pc:chgData name="Khaled taha" userId="912087602c74ab8a" providerId="LiveId" clId="{58B121E7-63A7-4330-86D4-8A88A1192A57}" dt="2025-07-05T05:38:47.098" v="22271" actId="166"/>
        <pc:sldMkLst>
          <pc:docMk/>
          <pc:sldMk cId="528588303" sldId="434"/>
        </pc:sldMkLst>
        <pc:spChg chg="add mod">
          <ac:chgData name="Khaled taha" userId="912087602c74ab8a" providerId="LiveId" clId="{58B121E7-63A7-4330-86D4-8A88A1192A57}" dt="2025-07-03T12:30:44.260" v="2755"/>
          <ac:spMkLst>
            <pc:docMk/>
            <pc:sldMk cId="528588303" sldId="434"/>
            <ac:spMk id="2" creationId="{1C55BC4C-EA81-07EA-1D28-1A3A08E5C51C}"/>
          </ac:spMkLst>
        </pc:spChg>
        <pc:spChg chg="add mod">
          <ac:chgData name="Khaled taha" userId="912087602c74ab8a" providerId="LiveId" clId="{58B121E7-63A7-4330-86D4-8A88A1192A57}" dt="2025-07-05T04:36:32.711" v="20318"/>
          <ac:spMkLst>
            <pc:docMk/>
            <pc:sldMk cId="528588303" sldId="434"/>
            <ac:spMk id="4" creationId="{20C03DB6-07B4-F736-C55E-E56B3501B334}"/>
          </ac:spMkLst>
        </pc:spChg>
        <pc:spChg chg="del">
          <ac:chgData name="Khaled taha" userId="912087602c74ab8a" providerId="LiveId" clId="{58B121E7-63A7-4330-86D4-8A88A1192A57}" dt="2025-07-05T04:36:32.508" v="20317" actId="478"/>
          <ac:spMkLst>
            <pc:docMk/>
            <pc:sldMk cId="528588303" sldId="434"/>
            <ac:spMk id="75" creationId="{D994A870-4B1B-9229-7DCC-18D680CF6723}"/>
          </ac:spMkLst>
        </pc:spChg>
        <pc:grpChg chg="mod ord">
          <ac:chgData name="Khaled taha" userId="912087602c74ab8a" providerId="LiveId" clId="{58B121E7-63A7-4330-86D4-8A88A1192A57}" dt="2025-07-05T05:38:47.098" v="22271" actId="166"/>
          <ac:grpSpMkLst>
            <pc:docMk/>
            <pc:sldMk cId="528588303" sldId="434"/>
            <ac:grpSpMk id="12" creationId="{906544DF-BE11-4101-A87E-A927C5535D6D}"/>
          </ac:grpSpMkLst>
        </pc:grpChg>
        <pc:picChg chg="add mod">
          <ac:chgData name="Khaled taha" userId="912087602c74ab8a" providerId="LiveId" clId="{58B121E7-63A7-4330-86D4-8A88A1192A57}" dt="2025-07-05T04:36:32.711" v="20318"/>
          <ac:picMkLst>
            <pc:docMk/>
            <pc:sldMk cId="528588303" sldId="434"/>
            <ac:picMk id="3" creationId="{64826449-8025-2EF8-8A50-C81FFA1932F4}"/>
          </ac:picMkLst>
        </pc:picChg>
        <pc:picChg chg="mod">
          <ac:chgData name="Khaled taha" userId="912087602c74ab8a" providerId="LiveId" clId="{58B121E7-63A7-4330-86D4-8A88A1192A57}" dt="2025-07-03T12:31:08.751" v="2758" actId="688"/>
          <ac:picMkLst>
            <pc:docMk/>
            <pc:sldMk cId="528588303" sldId="434"/>
            <ac:picMk id="18" creationId="{F8AF34A0-2D3E-B7C6-3153-CAB868255C91}"/>
          </ac:picMkLst>
        </pc:picChg>
        <pc:picChg chg="mod">
          <ac:chgData name="Khaled taha" userId="912087602c74ab8a" providerId="LiveId" clId="{58B121E7-63A7-4330-86D4-8A88A1192A57}" dt="2025-07-03T12:31:08.751" v="2758" actId="688"/>
          <ac:picMkLst>
            <pc:docMk/>
            <pc:sldMk cId="528588303" sldId="434"/>
            <ac:picMk id="19" creationId="{B0D592CD-32A5-496F-8167-C95BE9DC4E4C}"/>
          </ac:picMkLst>
        </pc:picChg>
        <pc:picChg chg="mod">
          <ac:chgData name="Khaled taha" userId="912087602c74ab8a" providerId="LiveId" clId="{58B121E7-63A7-4330-86D4-8A88A1192A57}" dt="2025-07-03T12:31:08.751" v="2758" actId="688"/>
          <ac:picMkLst>
            <pc:docMk/>
            <pc:sldMk cId="528588303" sldId="434"/>
            <ac:picMk id="20" creationId="{1F60C8C2-E0D5-E2C8-53F3-91085AD33C22}"/>
          </ac:picMkLst>
        </pc:picChg>
        <pc:picChg chg="mod">
          <ac:chgData name="Khaled taha" userId="912087602c74ab8a" providerId="LiveId" clId="{58B121E7-63A7-4330-86D4-8A88A1192A57}" dt="2025-07-03T12:31:08.751" v="2758" actId="688"/>
          <ac:picMkLst>
            <pc:docMk/>
            <pc:sldMk cId="528588303" sldId="434"/>
            <ac:picMk id="21" creationId="{CCE49186-042E-DAEB-ACC9-EBC17D8899E7}"/>
          </ac:picMkLst>
        </pc:picChg>
        <pc:picChg chg="del">
          <ac:chgData name="Khaled taha" userId="912087602c74ab8a" providerId="LiveId" clId="{58B121E7-63A7-4330-86D4-8A88A1192A57}" dt="2025-07-05T04:36:32.508" v="20317" actId="478"/>
          <ac:picMkLst>
            <pc:docMk/>
            <pc:sldMk cId="528588303" sldId="434"/>
            <ac:picMk id="74" creationId="{F7128F1E-B9F0-156C-89B5-DDD5316A2187}"/>
          </ac:picMkLst>
        </pc:picChg>
      </pc:sldChg>
      <pc:sldChg chg="add del">
        <pc:chgData name="Khaled taha" userId="912087602c74ab8a" providerId="LiveId" clId="{58B121E7-63A7-4330-86D4-8A88A1192A57}" dt="2025-07-03T12:36:00.582" v="2846"/>
        <pc:sldMkLst>
          <pc:docMk/>
          <pc:sldMk cId="691612374" sldId="435"/>
        </pc:sldMkLst>
      </pc:sldChg>
      <pc:sldChg chg="add del ord modTransition">
        <pc:chgData name="Khaled taha" userId="912087602c74ab8a" providerId="LiveId" clId="{58B121E7-63A7-4330-86D4-8A88A1192A57}" dt="2025-07-03T14:05:42.393" v="4782" actId="47"/>
        <pc:sldMkLst>
          <pc:docMk/>
          <pc:sldMk cId="1791027612" sldId="435"/>
        </pc:sldMkLst>
      </pc:sldChg>
      <pc:sldChg chg="addSp delSp modSp add del mod ord modTransition">
        <pc:chgData name="Khaled taha" userId="912087602c74ab8a" providerId="LiveId" clId="{58B121E7-63A7-4330-86D4-8A88A1192A57}" dt="2025-07-03T12:41:26.595" v="2871" actId="47"/>
        <pc:sldMkLst>
          <pc:docMk/>
          <pc:sldMk cId="3358548068" sldId="435"/>
        </pc:sldMkLst>
      </pc:sldChg>
      <pc:sldChg chg="add ord modTransition">
        <pc:chgData name="Khaled taha" userId="912087602c74ab8a" providerId="LiveId" clId="{58B121E7-63A7-4330-86D4-8A88A1192A57}" dt="2025-07-04T18:29:01.552" v="18800"/>
        <pc:sldMkLst>
          <pc:docMk/>
          <pc:sldMk cId="2979875808" sldId="436"/>
        </pc:sldMkLst>
      </pc:sldChg>
      <pc:sldChg chg="add del ord">
        <pc:chgData name="Khaled taha" userId="912087602c74ab8a" providerId="LiveId" clId="{58B121E7-63A7-4330-86D4-8A88A1192A57}" dt="2025-07-03T12:41:25.045" v="2870" actId="47"/>
        <pc:sldMkLst>
          <pc:docMk/>
          <pc:sldMk cId="3593715839" sldId="436"/>
        </pc:sldMkLst>
      </pc:sldChg>
      <pc:sldChg chg="add ord modTransition">
        <pc:chgData name="Khaled taha" userId="912087602c74ab8a" providerId="LiveId" clId="{58B121E7-63A7-4330-86D4-8A88A1192A57}" dt="2025-07-04T18:29:01.552" v="18800"/>
        <pc:sldMkLst>
          <pc:docMk/>
          <pc:sldMk cId="2443156523" sldId="437"/>
        </pc:sldMkLst>
      </pc:sldChg>
      <pc:sldChg chg="add del ord modTransition">
        <pc:chgData name="Khaled taha" userId="912087602c74ab8a" providerId="LiveId" clId="{58B121E7-63A7-4330-86D4-8A88A1192A57}" dt="2025-07-05T00:50:45.873" v="18808" actId="47"/>
        <pc:sldMkLst>
          <pc:docMk/>
          <pc:sldMk cId="287446640" sldId="438"/>
        </pc:sldMkLst>
      </pc:sldChg>
      <pc:sldChg chg="add del ord modTransition">
        <pc:chgData name="Khaled taha" userId="912087602c74ab8a" providerId="LiveId" clId="{58B121E7-63A7-4330-86D4-8A88A1192A57}" dt="2025-07-03T12:47:00.781" v="2926"/>
        <pc:sldMkLst>
          <pc:docMk/>
          <pc:sldMk cId="2684875582" sldId="438"/>
        </pc:sldMkLst>
      </pc:sldChg>
      <pc:sldChg chg="addSp delSp modSp add mod ord modTransition">
        <pc:chgData name="Khaled taha" userId="912087602c74ab8a" providerId="LiveId" clId="{58B121E7-63A7-4330-86D4-8A88A1192A57}" dt="2025-07-06T05:31:13.754" v="33070" actId="1035"/>
        <pc:sldMkLst>
          <pc:docMk/>
          <pc:sldMk cId="875387549" sldId="439"/>
        </pc:sldMkLst>
        <pc:spChg chg="add del mod">
          <ac:chgData name="Khaled taha" userId="912087602c74ab8a" providerId="LiveId" clId="{58B121E7-63A7-4330-86D4-8A88A1192A57}" dt="2025-07-05T16:20:56.490" v="25095" actId="478"/>
          <ac:spMkLst>
            <pc:docMk/>
            <pc:sldMk cId="875387549" sldId="439"/>
            <ac:spMk id="3" creationId="{DE7169DE-A2BC-9921-56FC-582A5EA23721}"/>
          </ac:spMkLst>
        </pc:spChg>
        <pc:spChg chg="mod">
          <ac:chgData name="Khaled taha" userId="912087602c74ab8a" providerId="LiveId" clId="{58B121E7-63A7-4330-86D4-8A88A1192A57}" dt="2025-07-05T16:44:26.670" v="25453" actId="255"/>
          <ac:spMkLst>
            <pc:docMk/>
            <pc:sldMk cId="875387549" sldId="439"/>
            <ac:spMk id="4" creationId="{7171A264-9A87-0019-CB1B-5B0F237C012D}"/>
          </ac:spMkLst>
        </pc:spChg>
        <pc:spChg chg="add mod">
          <ac:chgData name="Khaled taha" userId="912087602c74ab8a" providerId="LiveId" clId="{58B121E7-63A7-4330-86D4-8A88A1192A57}" dt="2025-07-05T16:20:56.722" v="25096"/>
          <ac:spMkLst>
            <pc:docMk/>
            <pc:sldMk cId="875387549" sldId="439"/>
            <ac:spMk id="7" creationId="{CAE58242-89F9-93EE-B8C1-CCF71C910873}"/>
          </ac:spMkLst>
        </pc:spChg>
        <pc:spChg chg="mod">
          <ac:chgData name="Khaled taha" userId="912087602c74ab8a" providerId="LiveId" clId="{58B121E7-63A7-4330-86D4-8A88A1192A57}" dt="2025-07-05T16:43:55.344" v="25448" actId="255"/>
          <ac:spMkLst>
            <pc:docMk/>
            <pc:sldMk cId="875387549" sldId="439"/>
            <ac:spMk id="8" creationId="{D7994A23-C75D-525E-6DA3-FC6F2015F3DF}"/>
          </ac:spMkLst>
        </pc:spChg>
        <pc:spChg chg="mod">
          <ac:chgData name="Khaled taha" userId="912087602c74ab8a" providerId="LiveId" clId="{58B121E7-63A7-4330-86D4-8A88A1192A57}" dt="2025-07-05T16:44:16.976" v="25452" actId="1076"/>
          <ac:spMkLst>
            <pc:docMk/>
            <pc:sldMk cId="875387549" sldId="439"/>
            <ac:spMk id="10" creationId="{4587ABDD-A264-1ECE-FFD0-49BF010A2529}"/>
          </ac:spMkLst>
        </pc:spChg>
        <pc:spChg chg="mod">
          <ac:chgData name="Khaled taha" userId="912087602c74ab8a" providerId="LiveId" clId="{58B121E7-63A7-4330-86D4-8A88A1192A57}" dt="2025-07-05T16:44:16.976" v="25452" actId="1076"/>
          <ac:spMkLst>
            <pc:docMk/>
            <pc:sldMk cId="875387549" sldId="439"/>
            <ac:spMk id="12" creationId="{1EF12857-3AAD-C260-CA61-6E7B83378D98}"/>
          </ac:spMkLst>
        </pc:spChg>
        <pc:spChg chg="mod">
          <ac:chgData name="Khaled taha" userId="912087602c74ab8a" providerId="LiveId" clId="{58B121E7-63A7-4330-86D4-8A88A1192A57}" dt="2025-07-05T16:44:16.976" v="25452" actId="1076"/>
          <ac:spMkLst>
            <pc:docMk/>
            <pc:sldMk cId="875387549" sldId="439"/>
            <ac:spMk id="14" creationId="{5965EBF2-CD17-EBEE-F7E6-86CA71DD4B38}"/>
          </ac:spMkLst>
        </pc:spChg>
        <pc:spChg chg="add del mod">
          <ac:chgData name="Khaled taha" userId="912087602c74ab8a" providerId="LiveId" clId="{58B121E7-63A7-4330-86D4-8A88A1192A57}" dt="2025-07-06T05:31:06.267" v="33048" actId="478"/>
          <ac:spMkLst>
            <pc:docMk/>
            <pc:sldMk cId="875387549" sldId="439"/>
            <ac:spMk id="16" creationId="{E72674C5-EC33-75C3-D079-60D760A8B230}"/>
          </ac:spMkLst>
        </pc:spChg>
        <pc:spChg chg="add mod">
          <ac:chgData name="Khaled taha" userId="912087602c74ab8a" providerId="LiveId" clId="{58B121E7-63A7-4330-86D4-8A88A1192A57}" dt="2025-07-06T05:31:13.754" v="33070" actId="1035"/>
          <ac:spMkLst>
            <pc:docMk/>
            <pc:sldMk cId="875387549" sldId="439"/>
            <ac:spMk id="17" creationId="{63D15FB2-FA9D-EFB5-242F-9E028437BAC8}"/>
          </ac:spMkLst>
        </pc:spChg>
        <pc:spChg chg="add del">
          <ac:chgData name="Khaled taha" userId="912087602c74ab8a" providerId="LiveId" clId="{58B121E7-63A7-4330-86D4-8A88A1192A57}" dt="2025-07-04T17:27:30.968" v="17648" actId="478"/>
          <ac:spMkLst>
            <pc:docMk/>
            <pc:sldMk cId="875387549" sldId="439"/>
            <ac:spMk id="22" creationId="{F1FFEF96-C776-ADB8-BC7F-26642C1D821A}"/>
          </ac:spMkLst>
        </pc:spChg>
        <pc:spChg chg="mod">
          <ac:chgData name="Khaled taha" userId="912087602c74ab8a" providerId="LiveId" clId="{58B121E7-63A7-4330-86D4-8A88A1192A57}" dt="2025-07-03T15:45:17.611" v="6433" actId="688"/>
          <ac:spMkLst>
            <pc:docMk/>
            <pc:sldMk cId="875387549" sldId="439"/>
            <ac:spMk id="23" creationId="{D8314F38-5CE9-4662-B143-9032C999D700}"/>
          </ac:spMkLst>
        </pc:spChg>
        <pc:spChg chg="del">
          <ac:chgData name="Khaled taha" userId="912087602c74ab8a" providerId="LiveId" clId="{58B121E7-63A7-4330-86D4-8A88A1192A57}" dt="2025-07-06T05:31:00.101" v="33045" actId="21"/>
          <ac:spMkLst>
            <pc:docMk/>
            <pc:sldMk cId="875387549" sldId="439"/>
            <ac:spMk id="32" creationId="{E72674C5-EC33-75C3-D079-60D760A8B230}"/>
          </ac:spMkLst>
        </pc:spChg>
        <pc:spChg chg="del">
          <ac:chgData name="Khaled taha" userId="912087602c74ab8a" providerId="LiveId" clId="{58B121E7-63A7-4330-86D4-8A88A1192A57}" dt="2025-07-05T16:18:57.059" v="25074" actId="478"/>
          <ac:spMkLst>
            <pc:docMk/>
            <pc:sldMk cId="875387549" sldId="439"/>
            <ac:spMk id="70" creationId="{B7B222C8-2B01-05C0-F028-63D2E736403B}"/>
          </ac:spMkLst>
        </pc:spChg>
        <pc:picChg chg="add del mod">
          <ac:chgData name="Khaled taha" userId="912087602c74ab8a" providerId="LiveId" clId="{58B121E7-63A7-4330-86D4-8A88A1192A57}" dt="2025-07-05T16:20:56.490" v="25095" actId="478"/>
          <ac:picMkLst>
            <pc:docMk/>
            <pc:sldMk cId="875387549" sldId="439"/>
            <ac:picMk id="5" creationId="{F7F77725-02B3-9668-7C8C-2F7CD74FC986}"/>
          </ac:picMkLst>
        </pc:picChg>
        <pc:picChg chg="add del mod">
          <ac:chgData name="Khaled taha" userId="912087602c74ab8a" providerId="LiveId" clId="{58B121E7-63A7-4330-86D4-8A88A1192A57}" dt="2025-07-05T16:25:01.075" v="25184" actId="478"/>
          <ac:picMkLst>
            <pc:docMk/>
            <pc:sldMk cId="875387549" sldId="439"/>
            <ac:picMk id="9" creationId="{5740940A-F061-2565-4076-756B15FD473F}"/>
          </ac:picMkLst>
        </pc:picChg>
        <pc:picChg chg="add mod">
          <ac:chgData name="Khaled taha" userId="912087602c74ab8a" providerId="LiveId" clId="{58B121E7-63A7-4330-86D4-8A88A1192A57}" dt="2025-07-05T16:25:01.313" v="25185"/>
          <ac:picMkLst>
            <pc:docMk/>
            <pc:sldMk cId="875387549" sldId="439"/>
            <ac:picMk id="13" creationId="{A3FC3135-0FE7-28B2-69A3-5EA917CA39CC}"/>
          </ac:picMkLst>
        </pc:picChg>
        <pc:picChg chg="mod">
          <ac:chgData name="Khaled taha" userId="912087602c74ab8a" providerId="LiveId" clId="{58B121E7-63A7-4330-86D4-8A88A1192A57}" dt="2025-07-04T17:25:41.247" v="17572" actId="207"/>
          <ac:picMkLst>
            <pc:docMk/>
            <pc:sldMk cId="875387549" sldId="439"/>
            <ac:picMk id="25" creationId="{88B36B54-A0EB-5848-1BD6-45937F7AC662}"/>
          </ac:picMkLst>
        </pc:picChg>
        <pc:picChg chg="mod">
          <ac:chgData name="Khaled taha" userId="912087602c74ab8a" providerId="LiveId" clId="{58B121E7-63A7-4330-86D4-8A88A1192A57}" dt="2025-07-04T17:25:41.247" v="17572" actId="207"/>
          <ac:picMkLst>
            <pc:docMk/>
            <pc:sldMk cId="875387549" sldId="439"/>
            <ac:picMk id="26" creationId="{73989406-A67E-C0AD-7E38-12C469F84C04}"/>
          </ac:picMkLst>
        </pc:picChg>
        <pc:picChg chg="mod">
          <ac:chgData name="Khaled taha" userId="912087602c74ab8a" providerId="LiveId" clId="{58B121E7-63A7-4330-86D4-8A88A1192A57}" dt="2025-07-04T17:25:41.247" v="17572" actId="207"/>
          <ac:picMkLst>
            <pc:docMk/>
            <pc:sldMk cId="875387549" sldId="439"/>
            <ac:picMk id="29" creationId="{4E68B480-3FED-1C7C-60B5-1E46F96B4831}"/>
          </ac:picMkLst>
        </pc:picChg>
        <pc:picChg chg="mod">
          <ac:chgData name="Khaled taha" userId="912087602c74ab8a" providerId="LiveId" clId="{58B121E7-63A7-4330-86D4-8A88A1192A57}" dt="2025-07-04T17:25:41.247" v="17572" actId="207"/>
          <ac:picMkLst>
            <pc:docMk/>
            <pc:sldMk cId="875387549" sldId="439"/>
            <ac:picMk id="31" creationId="{744C1110-F654-9E41-BB4D-791810B1D29C}"/>
          </ac:picMkLst>
        </pc:picChg>
        <pc:picChg chg="del">
          <ac:chgData name="Khaled taha" userId="912087602c74ab8a" providerId="LiveId" clId="{58B121E7-63A7-4330-86D4-8A88A1192A57}" dt="2025-07-05T16:18:57.059" v="25074" actId="478"/>
          <ac:picMkLst>
            <pc:docMk/>
            <pc:sldMk cId="875387549" sldId="439"/>
            <ac:picMk id="72" creationId="{E2543DE1-58B5-3D89-7F87-FBB61D880F55}"/>
          </ac:picMkLst>
        </pc:picChg>
        <pc:cxnChg chg="del">
          <ac:chgData name="Khaled taha" userId="912087602c74ab8a" providerId="LiveId" clId="{58B121E7-63A7-4330-86D4-8A88A1192A57}" dt="2025-07-05T16:18:57.059" v="25074" actId="478"/>
          <ac:cxnSpMkLst>
            <pc:docMk/>
            <pc:sldMk cId="875387549" sldId="439"/>
            <ac:cxnSpMk id="2" creationId="{49B4F47C-ED0F-EB9F-D531-15F7BAD6DA17}"/>
          </ac:cxnSpMkLst>
        </pc:cxnChg>
        <pc:cxnChg chg="add del mod">
          <ac:chgData name="Khaled taha" userId="912087602c74ab8a" providerId="LiveId" clId="{58B121E7-63A7-4330-86D4-8A88A1192A57}" dt="2025-07-05T16:20:56.490" v="25095" actId="478"/>
          <ac:cxnSpMkLst>
            <pc:docMk/>
            <pc:sldMk cId="875387549" sldId="439"/>
            <ac:cxnSpMk id="6" creationId="{0527F74E-EC1F-F845-EE8C-25693B9BF681}"/>
          </ac:cxnSpMkLst>
        </pc:cxnChg>
        <pc:cxnChg chg="add del mod">
          <ac:chgData name="Khaled taha" userId="912087602c74ab8a" providerId="LiveId" clId="{58B121E7-63A7-4330-86D4-8A88A1192A57}" dt="2025-07-05T16:25:41.019" v="25196" actId="478"/>
          <ac:cxnSpMkLst>
            <pc:docMk/>
            <pc:sldMk cId="875387549" sldId="439"/>
            <ac:cxnSpMk id="11" creationId="{02C1C75A-78FB-CB6B-71B7-395C81E9DBF0}"/>
          </ac:cxnSpMkLst>
        </pc:cxnChg>
        <pc:cxnChg chg="add mod">
          <ac:chgData name="Khaled taha" userId="912087602c74ab8a" providerId="LiveId" clId="{58B121E7-63A7-4330-86D4-8A88A1192A57}" dt="2025-07-05T16:25:41.279" v="25197"/>
          <ac:cxnSpMkLst>
            <pc:docMk/>
            <pc:sldMk cId="875387549" sldId="439"/>
            <ac:cxnSpMk id="15" creationId="{700CB6C6-6F33-332E-EE8D-98CB5697EF38}"/>
          </ac:cxnSpMkLst>
        </pc:cxnChg>
      </pc:sldChg>
      <pc:sldChg chg="add del ord modTransition">
        <pc:chgData name="Khaled taha" userId="912087602c74ab8a" providerId="LiveId" clId="{58B121E7-63A7-4330-86D4-8A88A1192A57}" dt="2025-07-03T12:47:00.737" v="2924"/>
        <pc:sldMkLst>
          <pc:docMk/>
          <pc:sldMk cId="2360453003" sldId="439"/>
        </pc:sldMkLst>
      </pc:sldChg>
      <pc:sldChg chg="add del ord modTransition">
        <pc:chgData name="Khaled taha" userId="912087602c74ab8a" providerId="LiveId" clId="{58B121E7-63A7-4330-86D4-8A88A1192A57}" dt="2025-07-03T12:47:00.693" v="2922"/>
        <pc:sldMkLst>
          <pc:docMk/>
          <pc:sldMk cId="985582240" sldId="440"/>
        </pc:sldMkLst>
      </pc:sldChg>
      <pc:sldChg chg="addSp delSp modSp add mod ord modTransition">
        <pc:chgData name="Khaled taha" userId="912087602c74ab8a" providerId="LiveId" clId="{58B121E7-63A7-4330-86D4-8A88A1192A57}" dt="2025-07-05T09:19:35.801" v="24472" actId="21"/>
        <pc:sldMkLst>
          <pc:docMk/>
          <pc:sldMk cId="3195301484" sldId="440"/>
        </pc:sldMkLst>
        <pc:spChg chg="mod">
          <ac:chgData name="Khaled taha" userId="912087602c74ab8a" providerId="LiveId" clId="{58B121E7-63A7-4330-86D4-8A88A1192A57}" dt="2025-07-05T09:09:51.188" v="24357"/>
          <ac:spMkLst>
            <pc:docMk/>
            <pc:sldMk cId="3195301484" sldId="440"/>
            <ac:spMk id="3" creationId="{4BD4C97F-A206-6AA0-490F-C4696CD51A54}"/>
          </ac:spMkLst>
        </pc:spChg>
        <pc:spChg chg="mod">
          <ac:chgData name="Khaled taha" userId="912087602c74ab8a" providerId="LiveId" clId="{58B121E7-63A7-4330-86D4-8A88A1192A57}" dt="2025-07-05T09:09:51.188" v="24357"/>
          <ac:spMkLst>
            <pc:docMk/>
            <pc:sldMk cId="3195301484" sldId="440"/>
            <ac:spMk id="4" creationId="{D1EA7CDC-8EF8-9995-F51F-0C007D939F23}"/>
          </ac:spMkLst>
        </pc:spChg>
        <pc:spChg chg="add del mod">
          <ac:chgData name="Khaled taha" userId="912087602c74ab8a" providerId="LiveId" clId="{58B121E7-63A7-4330-86D4-8A88A1192A57}" dt="2025-07-05T09:10:23.136" v="24368" actId="478"/>
          <ac:spMkLst>
            <pc:docMk/>
            <pc:sldMk cId="3195301484" sldId="440"/>
            <ac:spMk id="5" creationId="{01547121-5F04-3F64-E73A-D81EC612D992}"/>
          </ac:spMkLst>
        </pc:spChg>
        <pc:spChg chg="mod">
          <ac:chgData name="Khaled taha" userId="912087602c74ab8a" providerId="LiveId" clId="{58B121E7-63A7-4330-86D4-8A88A1192A57}" dt="2025-07-05T09:10:06.941" v="24360"/>
          <ac:spMkLst>
            <pc:docMk/>
            <pc:sldMk cId="3195301484" sldId="440"/>
            <ac:spMk id="7" creationId="{661D1837-92DD-A728-E92C-127CB9972C3D}"/>
          </ac:spMkLst>
        </pc:spChg>
        <pc:spChg chg="mod">
          <ac:chgData name="Khaled taha" userId="912087602c74ab8a" providerId="LiveId" clId="{58B121E7-63A7-4330-86D4-8A88A1192A57}" dt="2025-07-05T09:10:06.941" v="24360"/>
          <ac:spMkLst>
            <pc:docMk/>
            <pc:sldMk cId="3195301484" sldId="440"/>
            <ac:spMk id="8" creationId="{BC21B1F6-E05F-E7E8-A3AE-D1A93BB1E01B}"/>
          </ac:spMkLst>
        </pc:spChg>
        <pc:grpChg chg="add mod">
          <ac:chgData name="Khaled taha" userId="912087602c74ab8a" providerId="LiveId" clId="{58B121E7-63A7-4330-86D4-8A88A1192A57}" dt="2025-07-05T09:09:51.188" v="24357"/>
          <ac:grpSpMkLst>
            <pc:docMk/>
            <pc:sldMk cId="3195301484" sldId="440"/>
            <ac:grpSpMk id="2" creationId="{6269C6A5-A5AE-2EFA-30A7-EFD612E2AFCF}"/>
          </ac:grpSpMkLst>
        </pc:grpChg>
        <pc:grpChg chg="add del mod">
          <ac:chgData name="Khaled taha" userId="912087602c74ab8a" providerId="LiveId" clId="{58B121E7-63A7-4330-86D4-8A88A1192A57}" dt="2025-07-05T09:19:35.801" v="24472" actId="21"/>
          <ac:grpSpMkLst>
            <pc:docMk/>
            <pc:sldMk cId="3195301484" sldId="440"/>
            <ac:grpSpMk id="6" creationId="{40E88685-8FB6-15FD-26E7-6E60F44B14EB}"/>
          </ac:grpSpMkLst>
        </pc:grpChg>
      </pc:sldChg>
      <pc:sldChg chg="add del ord modTransition">
        <pc:chgData name="Khaled taha" userId="912087602c74ab8a" providerId="LiveId" clId="{58B121E7-63A7-4330-86D4-8A88A1192A57}" dt="2025-07-03T12:47:00.655" v="2920"/>
        <pc:sldMkLst>
          <pc:docMk/>
          <pc:sldMk cId="332910005" sldId="441"/>
        </pc:sldMkLst>
      </pc:sldChg>
      <pc:sldChg chg="add ord modTransition">
        <pc:chgData name="Khaled taha" userId="912087602c74ab8a" providerId="LiveId" clId="{58B121E7-63A7-4330-86D4-8A88A1192A57}" dt="2025-07-04T18:29:01.552" v="18800"/>
        <pc:sldMkLst>
          <pc:docMk/>
          <pc:sldMk cId="1740083478" sldId="441"/>
        </pc:sldMkLst>
      </pc:sldChg>
      <pc:sldChg chg="add ord modTransition">
        <pc:chgData name="Khaled taha" userId="912087602c74ab8a" providerId="LiveId" clId="{58B121E7-63A7-4330-86D4-8A88A1192A57}" dt="2025-07-04T18:29:01.552" v="18800"/>
        <pc:sldMkLst>
          <pc:docMk/>
          <pc:sldMk cId="1508756341" sldId="442"/>
        </pc:sldMkLst>
      </pc:sldChg>
      <pc:sldChg chg="addSp delSp modSp add del mod ord">
        <pc:chgData name="Khaled taha" userId="912087602c74ab8a" providerId="LiveId" clId="{58B121E7-63A7-4330-86D4-8A88A1192A57}" dt="2025-07-03T12:47:00.588" v="2915"/>
        <pc:sldMkLst>
          <pc:docMk/>
          <pc:sldMk cId="2179279668" sldId="442"/>
        </pc:sldMkLst>
      </pc:sldChg>
      <pc:sldChg chg="add del">
        <pc:chgData name="Khaled taha" userId="912087602c74ab8a" providerId="LiveId" clId="{58B121E7-63A7-4330-86D4-8A88A1192A57}" dt="2025-07-03T13:29:30.434" v="3789"/>
        <pc:sldMkLst>
          <pc:docMk/>
          <pc:sldMk cId="315449675" sldId="443"/>
        </pc:sldMkLst>
      </pc:sldChg>
      <pc:sldChg chg="add del">
        <pc:chgData name="Khaled taha" userId="912087602c74ab8a" providerId="LiveId" clId="{58B121E7-63A7-4330-86D4-8A88A1192A57}" dt="2025-07-03T13:29:04.947" v="3769"/>
        <pc:sldMkLst>
          <pc:docMk/>
          <pc:sldMk cId="2446926667" sldId="443"/>
        </pc:sldMkLst>
      </pc:sldChg>
      <pc:sldChg chg="addSp delSp modSp add del mod">
        <pc:chgData name="Khaled taha" userId="912087602c74ab8a" providerId="LiveId" clId="{58B121E7-63A7-4330-86D4-8A88A1192A57}" dt="2025-07-03T13:59:03.620" v="4459" actId="47"/>
        <pc:sldMkLst>
          <pc:docMk/>
          <pc:sldMk cId="2453902623" sldId="443"/>
        </pc:sldMkLst>
      </pc:sldChg>
      <pc:sldChg chg="add del">
        <pc:chgData name="Khaled taha" userId="912087602c74ab8a" providerId="LiveId" clId="{58B121E7-63A7-4330-86D4-8A88A1192A57}" dt="2025-07-03T13:13:16.376" v="3485"/>
        <pc:sldMkLst>
          <pc:docMk/>
          <pc:sldMk cId="2517262164" sldId="443"/>
        </pc:sldMkLst>
      </pc:sldChg>
      <pc:sldChg chg="add del">
        <pc:chgData name="Khaled taha" userId="912087602c74ab8a" providerId="LiveId" clId="{58B121E7-63A7-4330-86D4-8A88A1192A57}" dt="2025-07-03T12:51:12.785" v="3156" actId="47"/>
        <pc:sldMkLst>
          <pc:docMk/>
          <pc:sldMk cId="2863267325" sldId="443"/>
        </pc:sldMkLst>
      </pc:sldChg>
      <pc:sldChg chg="addSp delSp modSp add del mod ord modTransition">
        <pc:chgData name="Khaled taha" userId="912087602c74ab8a" providerId="LiveId" clId="{58B121E7-63A7-4330-86D4-8A88A1192A57}" dt="2025-07-05T05:13:33.275" v="21807" actId="47"/>
        <pc:sldMkLst>
          <pc:docMk/>
          <pc:sldMk cId="3407886813" sldId="443"/>
        </pc:sldMkLst>
        <pc:spChg chg="add del">
          <ac:chgData name="Khaled taha" userId="912087602c74ab8a" providerId="LiveId" clId="{58B121E7-63A7-4330-86D4-8A88A1192A57}" dt="2025-07-05T05:13:25.087" v="21805" actId="478"/>
          <ac:spMkLst>
            <pc:docMk/>
            <pc:sldMk cId="3407886813" sldId="443"/>
            <ac:spMk id="2" creationId="{DB2EF244-6787-3A3D-01D1-503FF534CFF4}"/>
          </ac:spMkLst>
        </pc:spChg>
        <pc:spChg chg="add del mod">
          <ac:chgData name="Khaled taha" userId="912087602c74ab8a" providerId="LiveId" clId="{58B121E7-63A7-4330-86D4-8A88A1192A57}" dt="2025-07-05T05:08:59.573" v="21765" actId="478"/>
          <ac:spMkLst>
            <pc:docMk/>
            <pc:sldMk cId="3407886813" sldId="443"/>
            <ac:spMk id="4" creationId="{5498C774-94F3-D32A-4A44-187C11AA6E80}"/>
          </ac:spMkLst>
        </pc:spChg>
        <pc:spChg chg="add del mod">
          <ac:chgData name="Khaled taha" userId="912087602c74ab8a" providerId="LiveId" clId="{58B121E7-63A7-4330-86D4-8A88A1192A57}" dt="2025-07-05T00:51:04.901" v="18810" actId="478"/>
          <ac:spMkLst>
            <pc:docMk/>
            <pc:sldMk cId="3407886813" sldId="443"/>
            <ac:spMk id="6" creationId="{B1E05683-59F9-20B7-04FE-CE6D2E91D76E}"/>
          </ac:spMkLst>
        </pc:spChg>
        <pc:spChg chg="add del mod">
          <ac:chgData name="Khaled taha" userId="912087602c74ab8a" providerId="LiveId" clId="{58B121E7-63A7-4330-86D4-8A88A1192A57}" dt="2025-07-05T00:51:03.183" v="18809" actId="478"/>
          <ac:spMkLst>
            <pc:docMk/>
            <pc:sldMk cId="3407886813" sldId="443"/>
            <ac:spMk id="8" creationId="{93AF1E4B-BE14-205E-A230-4E9DE48BBCC5}"/>
          </ac:spMkLst>
        </pc:spChg>
        <pc:spChg chg="mod">
          <ac:chgData name="Khaled taha" userId="912087602c74ab8a" providerId="LiveId" clId="{58B121E7-63A7-4330-86D4-8A88A1192A57}" dt="2025-07-05T05:13:06.774" v="21798"/>
          <ac:spMkLst>
            <pc:docMk/>
            <pc:sldMk cId="3407886813" sldId="443"/>
            <ac:spMk id="8" creationId="{9F95A7D7-3965-E955-7C52-1F0A7736EA0D}"/>
          </ac:spMkLst>
        </pc:spChg>
        <pc:spChg chg="mod">
          <ac:chgData name="Khaled taha" userId="912087602c74ab8a" providerId="LiveId" clId="{58B121E7-63A7-4330-86D4-8A88A1192A57}" dt="2025-07-05T05:13:06.774" v="21798"/>
          <ac:spMkLst>
            <pc:docMk/>
            <pc:sldMk cId="3407886813" sldId="443"/>
            <ac:spMk id="9" creationId="{D744B203-5E04-8566-B20A-C69099415872}"/>
          </ac:spMkLst>
        </pc:spChg>
        <pc:spChg chg="add del mod">
          <ac:chgData name="Khaled taha" userId="912087602c74ab8a" providerId="LiveId" clId="{58B121E7-63A7-4330-86D4-8A88A1192A57}" dt="2025-07-05T00:51:03.183" v="18809" actId="478"/>
          <ac:spMkLst>
            <pc:docMk/>
            <pc:sldMk cId="3407886813" sldId="443"/>
            <ac:spMk id="9" creationId="{F61D162B-A9E6-AE36-8693-1521D4D03E05}"/>
          </ac:spMkLst>
        </pc:spChg>
        <pc:spChg chg="add del mod">
          <ac:chgData name="Khaled taha" userId="912087602c74ab8a" providerId="LiveId" clId="{58B121E7-63A7-4330-86D4-8A88A1192A57}" dt="2025-07-05T00:51:03.183" v="18809" actId="478"/>
          <ac:spMkLst>
            <pc:docMk/>
            <pc:sldMk cId="3407886813" sldId="443"/>
            <ac:spMk id="10" creationId="{A4598FD6-B8FD-3A71-3E15-5A749F35664E}"/>
          </ac:spMkLst>
        </pc:spChg>
        <pc:spChg chg="mod">
          <ac:chgData name="Khaled taha" userId="912087602c74ab8a" providerId="LiveId" clId="{58B121E7-63A7-4330-86D4-8A88A1192A57}" dt="2025-07-05T05:13:06.774" v="21798"/>
          <ac:spMkLst>
            <pc:docMk/>
            <pc:sldMk cId="3407886813" sldId="443"/>
            <ac:spMk id="11" creationId="{05E8EF9D-828E-6B07-7D0A-A3270A6E4D68}"/>
          </ac:spMkLst>
        </pc:spChg>
        <pc:spChg chg="add del mod">
          <ac:chgData name="Khaled taha" userId="912087602c74ab8a" providerId="LiveId" clId="{58B121E7-63A7-4330-86D4-8A88A1192A57}" dt="2025-07-05T00:51:03.183" v="18809" actId="478"/>
          <ac:spMkLst>
            <pc:docMk/>
            <pc:sldMk cId="3407886813" sldId="443"/>
            <ac:spMk id="11" creationId="{D471B5DC-6E12-DE84-987A-19F7FC98554A}"/>
          </ac:spMkLst>
        </pc:spChg>
        <pc:spChg chg="mod">
          <ac:chgData name="Khaled taha" userId="912087602c74ab8a" providerId="LiveId" clId="{58B121E7-63A7-4330-86D4-8A88A1192A57}" dt="2025-07-05T05:13:06.774" v="21798"/>
          <ac:spMkLst>
            <pc:docMk/>
            <pc:sldMk cId="3407886813" sldId="443"/>
            <ac:spMk id="12" creationId="{4CF4F66A-4E4C-89FB-A574-1680375B3C74}"/>
          </ac:spMkLst>
        </pc:spChg>
        <pc:spChg chg="add del mod">
          <ac:chgData name="Khaled taha" userId="912087602c74ab8a" providerId="LiveId" clId="{58B121E7-63A7-4330-86D4-8A88A1192A57}" dt="2025-07-05T00:51:06.287" v="18811" actId="478"/>
          <ac:spMkLst>
            <pc:docMk/>
            <pc:sldMk cId="3407886813" sldId="443"/>
            <ac:spMk id="12" creationId="{E67869FF-79A1-FE24-AE4A-EB71682C921D}"/>
          </ac:spMkLst>
        </pc:spChg>
        <pc:spChg chg="mod">
          <ac:chgData name="Khaled taha" userId="912087602c74ab8a" providerId="LiveId" clId="{58B121E7-63A7-4330-86D4-8A88A1192A57}" dt="2025-07-05T05:13:06.774" v="21798"/>
          <ac:spMkLst>
            <pc:docMk/>
            <pc:sldMk cId="3407886813" sldId="443"/>
            <ac:spMk id="14" creationId="{CA124F7D-2F4D-29D2-F3F7-C6B8F3EE428F}"/>
          </ac:spMkLst>
        </pc:spChg>
        <pc:spChg chg="mod">
          <ac:chgData name="Khaled taha" userId="912087602c74ab8a" providerId="LiveId" clId="{58B121E7-63A7-4330-86D4-8A88A1192A57}" dt="2025-07-05T05:13:06.774" v="21798"/>
          <ac:spMkLst>
            <pc:docMk/>
            <pc:sldMk cId="3407886813" sldId="443"/>
            <ac:spMk id="15" creationId="{FD6513AA-6D96-8D0F-2A96-B5F18D57021B}"/>
          </ac:spMkLst>
        </pc:spChg>
        <pc:spChg chg="mod">
          <ac:chgData name="Khaled taha" userId="912087602c74ab8a" providerId="LiveId" clId="{58B121E7-63A7-4330-86D4-8A88A1192A57}" dt="2025-07-05T05:13:06.774" v="21798"/>
          <ac:spMkLst>
            <pc:docMk/>
            <pc:sldMk cId="3407886813" sldId="443"/>
            <ac:spMk id="17" creationId="{38DCC3FC-3420-E163-63F1-889A62E1DDDA}"/>
          </ac:spMkLst>
        </pc:spChg>
        <pc:spChg chg="mod">
          <ac:chgData name="Khaled taha" userId="912087602c74ab8a" providerId="LiveId" clId="{58B121E7-63A7-4330-86D4-8A88A1192A57}" dt="2025-07-05T05:13:06.774" v="21798"/>
          <ac:spMkLst>
            <pc:docMk/>
            <pc:sldMk cId="3407886813" sldId="443"/>
            <ac:spMk id="18" creationId="{66DF6C35-39C2-A021-6D95-5232A3A1BE25}"/>
          </ac:spMkLst>
        </pc:spChg>
        <pc:spChg chg="add del mod">
          <ac:chgData name="Khaled taha" userId="912087602c74ab8a" providerId="LiveId" clId="{58B121E7-63A7-4330-86D4-8A88A1192A57}" dt="2025-07-05T05:13:28.760" v="21806" actId="478"/>
          <ac:spMkLst>
            <pc:docMk/>
            <pc:sldMk cId="3407886813" sldId="443"/>
            <ac:spMk id="29" creationId="{57EF16EC-E7F4-3B83-0FE8-24BBA5A08FDE}"/>
          </ac:spMkLst>
        </pc:spChg>
        <pc:spChg chg="add del mod">
          <ac:chgData name="Khaled taha" userId="912087602c74ab8a" providerId="LiveId" clId="{58B121E7-63A7-4330-86D4-8A88A1192A57}" dt="2025-07-05T05:13:28.760" v="21806" actId="478"/>
          <ac:spMkLst>
            <pc:docMk/>
            <pc:sldMk cId="3407886813" sldId="443"/>
            <ac:spMk id="30" creationId="{B6C441BA-C60A-912C-5B6F-EAC96C3AA012}"/>
          </ac:spMkLst>
        </pc:spChg>
        <pc:spChg chg="add del mod">
          <ac:chgData name="Khaled taha" userId="912087602c74ab8a" providerId="LiveId" clId="{58B121E7-63A7-4330-86D4-8A88A1192A57}" dt="2025-07-05T05:13:28.760" v="21806" actId="478"/>
          <ac:spMkLst>
            <pc:docMk/>
            <pc:sldMk cId="3407886813" sldId="443"/>
            <ac:spMk id="31" creationId="{6F6B32A8-630A-C9EB-64BC-038282720F0F}"/>
          </ac:spMkLst>
        </pc:spChg>
        <pc:spChg chg="add del mod">
          <ac:chgData name="Khaled taha" userId="912087602c74ab8a" providerId="LiveId" clId="{58B121E7-63A7-4330-86D4-8A88A1192A57}" dt="2025-07-05T05:13:28.760" v="21806" actId="478"/>
          <ac:spMkLst>
            <pc:docMk/>
            <pc:sldMk cId="3407886813" sldId="443"/>
            <ac:spMk id="32" creationId="{4D9A33C0-E95F-C46B-7882-74C8FC42EB67}"/>
          </ac:spMkLst>
        </pc:spChg>
        <pc:spChg chg="add del mod">
          <ac:chgData name="Khaled taha" userId="912087602c74ab8a" providerId="LiveId" clId="{58B121E7-63A7-4330-86D4-8A88A1192A57}" dt="2025-07-05T05:13:28.760" v="21806" actId="478"/>
          <ac:spMkLst>
            <pc:docMk/>
            <pc:sldMk cId="3407886813" sldId="443"/>
            <ac:spMk id="33" creationId="{C057CD66-AA5F-60EF-8A33-F99C83C7FD62}"/>
          </ac:spMkLst>
        </pc:spChg>
        <pc:spChg chg="add del mod">
          <ac:chgData name="Khaled taha" userId="912087602c74ab8a" providerId="LiveId" clId="{58B121E7-63A7-4330-86D4-8A88A1192A57}" dt="2025-07-05T05:13:28.760" v="21806" actId="478"/>
          <ac:spMkLst>
            <pc:docMk/>
            <pc:sldMk cId="3407886813" sldId="443"/>
            <ac:spMk id="34" creationId="{76495AA7-9D87-1FC0-0808-056AEE78E411}"/>
          </ac:spMkLst>
        </pc:spChg>
        <pc:spChg chg="add del mod">
          <ac:chgData name="Khaled taha" userId="912087602c74ab8a" providerId="LiveId" clId="{58B121E7-63A7-4330-86D4-8A88A1192A57}" dt="2025-07-05T05:04:36.650" v="20897" actId="478"/>
          <ac:spMkLst>
            <pc:docMk/>
            <pc:sldMk cId="3407886813" sldId="443"/>
            <ac:spMk id="35" creationId="{8FBF439E-36D6-699E-94C2-EBE8C404DF96}"/>
          </ac:spMkLst>
        </pc:spChg>
        <pc:spChg chg="add del mod">
          <ac:chgData name="Khaled taha" userId="912087602c74ab8a" providerId="LiveId" clId="{58B121E7-63A7-4330-86D4-8A88A1192A57}" dt="2025-07-05T05:13:28.760" v="21806" actId="478"/>
          <ac:spMkLst>
            <pc:docMk/>
            <pc:sldMk cId="3407886813" sldId="443"/>
            <ac:spMk id="92" creationId="{0E606488-B273-D416-5BE8-9CC2ADAC0E10}"/>
          </ac:spMkLst>
        </pc:spChg>
        <pc:spChg chg="add del mod">
          <ac:chgData name="Khaled taha" userId="912087602c74ab8a" providerId="LiveId" clId="{58B121E7-63A7-4330-86D4-8A88A1192A57}" dt="2025-07-05T05:13:28.760" v="21806" actId="478"/>
          <ac:spMkLst>
            <pc:docMk/>
            <pc:sldMk cId="3407886813" sldId="443"/>
            <ac:spMk id="93" creationId="{DD804E46-414C-F34D-6FCE-3C780ABB9831}"/>
          </ac:spMkLst>
        </pc:spChg>
        <pc:grpChg chg="add mod">
          <ac:chgData name="Khaled taha" userId="912087602c74ab8a" providerId="LiveId" clId="{58B121E7-63A7-4330-86D4-8A88A1192A57}" dt="2025-07-05T05:13:06.774" v="21798"/>
          <ac:grpSpMkLst>
            <pc:docMk/>
            <pc:sldMk cId="3407886813" sldId="443"/>
            <ac:grpSpMk id="6" creationId="{148C5D88-72CB-6FCC-0237-1024614ACD79}"/>
          </ac:grpSpMkLst>
        </pc:grpChg>
        <pc:grpChg chg="add mod">
          <ac:chgData name="Khaled taha" userId="912087602c74ab8a" providerId="LiveId" clId="{58B121E7-63A7-4330-86D4-8A88A1192A57}" dt="2025-07-05T05:13:06.774" v="21798"/>
          <ac:grpSpMkLst>
            <pc:docMk/>
            <pc:sldMk cId="3407886813" sldId="443"/>
            <ac:grpSpMk id="13" creationId="{3C661E9B-8805-2FEE-7BCB-7BBF6939F4CD}"/>
          </ac:grpSpMkLst>
        </pc:grpChg>
        <pc:picChg chg="add del">
          <ac:chgData name="Khaled taha" userId="912087602c74ab8a" providerId="LiveId" clId="{58B121E7-63A7-4330-86D4-8A88A1192A57}" dt="2025-07-05T05:13:25.087" v="21805" actId="478"/>
          <ac:picMkLst>
            <pc:docMk/>
            <pc:sldMk cId="3407886813" sldId="443"/>
            <ac:picMk id="3" creationId="{1CD4071E-9D10-E342-5371-1FA9EF5B4089}"/>
          </ac:picMkLst>
        </pc:picChg>
      </pc:sldChg>
      <pc:sldChg chg="modSp add del mod">
        <pc:chgData name="Khaled taha" userId="912087602c74ab8a" providerId="LiveId" clId="{58B121E7-63A7-4330-86D4-8A88A1192A57}" dt="2025-07-03T13:29:04.645" v="3768"/>
        <pc:sldMkLst>
          <pc:docMk/>
          <pc:sldMk cId="1811191312" sldId="444"/>
        </pc:sldMkLst>
      </pc:sldChg>
      <pc:sldChg chg="addSp delSp modSp add del mod modTransition">
        <pc:chgData name="Khaled taha" userId="912087602c74ab8a" providerId="LiveId" clId="{58B121E7-63A7-4330-86D4-8A88A1192A57}" dt="2025-07-05T05:13:33.275" v="21807" actId="47"/>
        <pc:sldMkLst>
          <pc:docMk/>
          <pc:sldMk cId="4291444378" sldId="444"/>
        </pc:sldMkLst>
        <pc:spChg chg="add del mod">
          <ac:chgData name="Khaled taha" userId="912087602c74ab8a" providerId="LiveId" clId="{58B121E7-63A7-4330-86D4-8A88A1192A57}" dt="2025-07-05T05:09:06.814" v="21767" actId="478"/>
          <ac:spMkLst>
            <pc:docMk/>
            <pc:sldMk cId="4291444378" sldId="444"/>
            <ac:spMk id="4" creationId="{A19DA337-503A-05D5-768D-FDF6AF93DFEA}"/>
          </ac:spMkLst>
        </pc:spChg>
        <pc:spChg chg="add del mod">
          <ac:chgData name="Khaled taha" userId="912087602c74ab8a" providerId="LiveId" clId="{58B121E7-63A7-4330-86D4-8A88A1192A57}" dt="2025-07-05T00:51:10.656" v="18812" actId="478"/>
          <ac:spMkLst>
            <pc:docMk/>
            <pc:sldMk cId="4291444378" sldId="444"/>
            <ac:spMk id="14" creationId="{AC69CFFF-CDD7-6273-55CB-7AE92B437779}"/>
          </ac:spMkLst>
        </pc:spChg>
        <pc:spChg chg="add del mod">
          <ac:chgData name="Khaled taha" userId="912087602c74ab8a" providerId="LiveId" clId="{58B121E7-63A7-4330-86D4-8A88A1192A57}" dt="2025-07-05T00:51:10.656" v="18812" actId="478"/>
          <ac:spMkLst>
            <pc:docMk/>
            <pc:sldMk cId="4291444378" sldId="444"/>
            <ac:spMk id="16" creationId="{F415DE61-D311-F04B-C964-FDA8D27EC09E}"/>
          </ac:spMkLst>
        </pc:spChg>
        <pc:spChg chg="add del mod">
          <ac:chgData name="Khaled taha" userId="912087602c74ab8a" providerId="LiveId" clId="{58B121E7-63A7-4330-86D4-8A88A1192A57}" dt="2025-07-05T05:04:34.967" v="20896" actId="478"/>
          <ac:spMkLst>
            <pc:docMk/>
            <pc:sldMk cId="4291444378" sldId="444"/>
            <ac:spMk id="33" creationId="{CDBA16D6-9894-C562-0B32-5CA0ADDF47F8}"/>
          </ac:spMkLst>
        </pc:spChg>
      </pc:sldChg>
      <pc:sldChg chg="addSp delSp modSp add del mod ord modTransition">
        <pc:chgData name="Khaled taha" userId="912087602c74ab8a" providerId="LiveId" clId="{58B121E7-63A7-4330-86D4-8A88A1192A57}" dt="2025-07-05T05:13:33.275" v="21807" actId="47"/>
        <pc:sldMkLst>
          <pc:docMk/>
          <pc:sldMk cId="1082470476" sldId="445"/>
        </pc:sldMkLst>
        <pc:spChg chg="add del mod">
          <ac:chgData name="Khaled taha" userId="912087602c74ab8a" providerId="LiveId" clId="{58B121E7-63A7-4330-86D4-8A88A1192A57}" dt="2025-07-05T05:09:09.848" v="21769" actId="478"/>
          <ac:spMkLst>
            <pc:docMk/>
            <pc:sldMk cId="1082470476" sldId="445"/>
            <ac:spMk id="4" creationId="{43730A50-5257-48D2-081C-74F5501CD9D0}"/>
          </ac:spMkLst>
        </pc:spChg>
        <pc:spChg chg="add del mod ord">
          <ac:chgData name="Khaled taha" userId="912087602c74ab8a" providerId="LiveId" clId="{58B121E7-63A7-4330-86D4-8A88A1192A57}" dt="2025-07-05T01:38:38.333" v="19076" actId="167"/>
          <ac:spMkLst>
            <pc:docMk/>
            <pc:sldMk cId="1082470476" sldId="445"/>
            <ac:spMk id="5" creationId="{E1B9451B-0FF7-AE83-975A-71117E77EA5F}"/>
          </ac:spMkLst>
        </pc:spChg>
        <pc:spChg chg="add del mod ord">
          <ac:chgData name="Khaled taha" userId="912087602c74ab8a" providerId="LiveId" clId="{58B121E7-63A7-4330-86D4-8A88A1192A57}" dt="2025-07-05T01:40:01.985" v="19150" actId="20577"/>
          <ac:spMkLst>
            <pc:docMk/>
            <pc:sldMk cId="1082470476" sldId="445"/>
            <ac:spMk id="6" creationId="{24578D15-A95C-5E79-27FC-CBD441F1452D}"/>
          </ac:spMkLst>
        </pc:spChg>
        <pc:spChg chg="add del mod ord">
          <ac:chgData name="Khaled taha" userId="912087602c74ab8a" providerId="LiveId" clId="{58B121E7-63A7-4330-86D4-8A88A1192A57}" dt="2025-07-05T01:38:38.333" v="19076" actId="167"/>
          <ac:spMkLst>
            <pc:docMk/>
            <pc:sldMk cId="1082470476" sldId="445"/>
            <ac:spMk id="9" creationId="{4C27E17E-1FF0-C349-C808-3113273B4464}"/>
          </ac:spMkLst>
        </pc:spChg>
        <pc:spChg chg="add del mod">
          <ac:chgData name="Khaled taha" userId="912087602c74ab8a" providerId="LiveId" clId="{58B121E7-63A7-4330-86D4-8A88A1192A57}" dt="2025-07-05T00:51:18.690" v="18815" actId="478"/>
          <ac:spMkLst>
            <pc:docMk/>
            <pc:sldMk cId="1082470476" sldId="445"/>
            <ac:spMk id="10" creationId="{0E0DB143-635E-4C02-D90E-076DBEBB6261}"/>
          </ac:spMkLst>
        </pc:spChg>
        <pc:spChg chg="add del mod">
          <ac:chgData name="Khaled taha" userId="912087602c74ab8a" providerId="LiveId" clId="{58B121E7-63A7-4330-86D4-8A88A1192A57}" dt="2025-07-05T00:51:16.756" v="18814" actId="478"/>
          <ac:spMkLst>
            <pc:docMk/>
            <pc:sldMk cId="1082470476" sldId="445"/>
            <ac:spMk id="11" creationId="{35DB3F33-A7C1-FF78-6115-E23F3BCCFBCF}"/>
          </ac:spMkLst>
        </pc:spChg>
        <pc:spChg chg="add del mod">
          <ac:chgData name="Khaled taha" userId="912087602c74ab8a" providerId="LiveId" clId="{58B121E7-63A7-4330-86D4-8A88A1192A57}" dt="2025-07-05T00:51:16.756" v="18814" actId="478"/>
          <ac:spMkLst>
            <pc:docMk/>
            <pc:sldMk cId="1082470476" sldId="445"/>
            <ac:spMk id="12" creationId="{DC60F93D-449D-8C61-6F77-2533D5E09D1E}"/>
          </ac:spMkLst>
        </pc:spChg>
        <pc:spChg chg="add del mod">
          <ac:chgData name="Khaled taha" userId="912087602c74ab8a" providerId="LiveId" clId="{58B121E7-63A7-4330-86D4-8A88A1192A57}" dt="2025-07-05T00:51:16.756" v="18814" actId="478"/>
          <ac:spMkLst>
            <pc:docMk/>
            <pc:sldMk cId="1082470476" sldId="445"/>
            <ac:spMk id="13" creationId="{C75729AB-BB93-DD2A-00A7-933110E5D32E}"/>
          </ac:spMkLst>
        </pc:spChg>
        <pc:spChg chg="add del mod">
          <ac:chgData name="Khaled taha" userId="912087602c74ab8a" providerId="LiveId" clId="{58B121E7-63A7-4330-86D4-8A88A1192A57}" dt="2025-07-05T00:51:16.756" v="18814" actId="478"/>
          <ac:spMkLst>
            <pc:docMk/>
            <pc:sldMk cId="1082470476" sldId="445"/>
            <ac:spMk id="14" creationId="{1F44BEE9-E656-ACCB-0EE0-5FA96CB7E24A}"/>
          </ac:spMkLst>
        </pc:spChg>
        <pc:spChg chg="add del mod">
          <ac:chgData name="Khaled taha" userId="912087602c74ab8a" providerId="LiveId" clId="{58B121E7-63A7-4330-86D4-8A88A1192A57}" dt="2025-07-05T00:51:16.756" v="18814" actId="478"/>
          <ac:spMkLst>
            <pc:docMk/>
            <pc:sldMk cId="1082470476" sldId="445"/>
            <ac:spMk id="15" creationId="{27FC2469-5FA1-D1A6-90B3-CE6CB8BB6945}"/>
          </ac:spMkLst>
        </pc:spChg>
        <pc:spChg chg="add del mod ord">
          <ac:chgData name="Khaled taha" userId="912087602c74ab8a" providerId="LiveId" clId="{58B121E7-63A7-4330-86D4-8A88A1192A57}" dt="2025-07-05T01:38:38.333" v="19076" actId="167"/>
          <ac:spMkLst>
            <pc:docMk/>
            <pc:sldMk cId="1082470476" sldId="445"/>
            <ac:spMk id="20" creationId="{B68EE02E-A2E9-4C74-7B13-91A3E9A8BE61}"/>
          </ac:spMkLst>
        </pc:spChg>
        <pc:spChg chg="add mod ord">
          <ac:chgData name="Khaled taha" userId="912087602c74ab8a" providerId="LiveId" clId="{58B121E7-63A7-4330-86D4-8A88A1192A57}" dt="2025-07-05T01:38:38.333" v="19076" actId="167"/>
          <ac:spMkLst>
            <pc:docMk/>
            <pc:sldMk cId="1082470476" sldId="445"/>
            <ac:spMk id="21" creationId="{89F4436B-C83E-B1F0-9B63-537797D6EA18}"/>
          </ac:spMkLst>
        </pc:spChg>
        <pc:spChg chg="add mod ord">
          <ac:chgData name="Khaled taha" userId="912087602c74ab8a" providerId="LiveId" clId="{58B121E7-63A7-4330-86D4-8A88A1192A57}" dt="2025-07-05T01:38:38.333" v="19076" actId="167"/>
          <ac:spMkLst>
            <pc:docMk/>
            <pc:sldMk cId="1082470476" sldId="445"/>
            <ac:spMk id="22" creationId="{FFCE6093-D172-3EF6-456F-9B2BC083D104}"/>
          </ac:spMkLst>
        </pc:spChg>
        <pc:spChg chg="add del mod">
          <ac:chgData name="Khaled taha" userId="912087602c74ab8a" providerId="LiveId" clId="{58B121E7-63A7-4330-86D4-8A88A1192A57}" dt="2025-07-05T05:04:29.357" v="20894" actId="478"/>
          <ac:spMkLst>
            <pc:docMk/>
            <pc:sldMk cId="1082470476" sldId="445"/>
            <ac:spMk id="26" creationId="{42D2EEB0-6D06-76C2-9CA4-4919892DE7FE}"/>
          </ac:spMkLst>
        </pc:spChg>
      </pc:sldChg>
      <pc:sldChg chg="addSp delSp modSp add del mod ord modTransition">
        <pc:chgData name="Khaled taha" userId="912087602c74ab8a" providerId="LiveId" clId="{58B121E7-63A7-4330-86D4-8A88A1192A57}" dt="2025-07-05T05:13:33.275" v="21807" actId="47"/>
        <pc:sldMkLst>
          <pc:docMk/>
          <pc:sldMk cId="1129236698" sldId="446"/>
        </pc:sldMkLst>
        <pc:spChg chg="add del mod">
          <ac:chgData name="Khaled taha" userId="912087602c74ab8a" providerId="LiveId" clId="{58B121E7-63A7-4330-86D4-8A88A1192A57}" dt="2025-07-05T05:09:08.320" v="21768" actId="478"/>
          <ac:spMkLst>
            <pc:docMk/>
            <pc:sldMk cId="1129236698" sldId="446"/>
            <ac:spMk id="4" creationId="{C2933A96-D217-6720-0A01-D57D54057B9A}"/>
          </ac:spMkLst>
        </pc:spChg>
        <pc:spChg chg="add del mod">
          <ac:chgData name="Khaled taha" userId="912087602c74ab8a" providerId="LiveId" clId="{58B121E7-63A7-4330-86D4-8A88A1192A57}" dt="2025-07-05T00:51:14.035" v="18813" actId="478"/>
          <ac:spMkLst>
            <pc:docMk/>
            <pc:sldMk cId="1129236698" sldId="446"/>
            <ac:spMk id="6" creationId="{291380D0-CAB1-E8B3-1126-371FF7C14E39}"/>
          </ac:spMkLst>
        </pc:spChg>
        <pc:spChg chg="add del">
          <ac:chgData name="Khaled taha" userId="912087602c74ab8a" providerId="LiveId" clId="{58B121E7-63A7-4330-86D4-8A88A1192A57}" dt="2025-07-05T00:51:14.035" v="18813" actId="478"/>
          <ac:spMkLst>
            <pc:docMk/>
            <pc:sldMk cId="1129236698" sldId="446"/>
            <ac:spMk id="8" creationId="{E80EF3F2-FE4A-AB8E-6312-5E419CC9E043}"/>
          </ac:spMkLst>
        </pc:spChg>
        <pc:spChg chg="del">
          <ac:chgData name="Khaled taha" userId="912087602c74ab8a" providerId="LiveId" clId="{58B121E7-63A7-4330-86D4-8A88A1192A57}" dt="2025-07-05T00:51:14.035" v="18813" actId="478"/>
          <ac:spMkLst>
            <pc:docMk/>
            <pc:sldMk cId="1129236698" sldId="446"/>
            <ac:spMk id="9" creationId="{E3706B73-7B64-0BC6-A50C-53816DF856FF}"/>
          </ac:spMkLst>
        </pc:spChg>
        <pc:spChg chg="add del mod">
          <ac:chgData name="Khaled taha" userId="912087602c74ab8a" providerId="LiveId" clId="{58B121E7-63A7-4330-86D4-8A88A1192A57}" dt="2025-07-05T00:51:14.035" v="18813" actId="478"/>
          <ac:spMkLst>
            <pc:docMk/>
            <pc:sldMk cId="1129236698" sldId="446"/>
            <ac:spMk id="10" creationId="{540598E7-D3EE-AEC6-1F90-5B41026611DD}"/>
          </ac:spMkLst>
        </pc:spChg>
        <pc:spChg chg="add del mod">
          <ac:chgData name="Khaled taha" userId="912087602c74ab8a" providerId="LiveId" clId="{58B121E7-63A7-4330-86D4-8A88A1192A57}" dt="2025-07-05T00:51:14.035" v="18813" actId="478"/>
          <ac:spMkLst>
            <pc:docMk/>
            <pc:sldMk cId="1129236698" sldId="446"/>
            <ac:spMk id="11" creationId="{1382DA8D-0135-08CC-B0A7-01819007FF10}"/>
          </ac:spMkLst>
        </pc:spChg>
        <pc:spChg chg="add del mod">
          <ac:chgData name="Khaled taha" userId="912087602c74ab8a" providerId="LiveId" clId="{58B121E7-63A7-4330-86D4-8A88A1192A57}" dt="2025-07-05T00:51:14.035" v="18813" actId="478"/>
          <ac:spMkLst>
            <pc:docMk/>
            <pc:sldMk cId="1129236698" sldId="446"/>
            <ac:spMk id="12" creationId="{58ABDA05-3FB7-0BA4-0B6B-44B87A314052}"/>
          </ac:spMkLst>
        </pc:spChg>
        <pc:spChg chg="add del mod">
          <ac:chgData name="Khaled taha" userId="912087602c74ab8a" providerId="LiveId" clId="{58B121E7-63A7-4330-86D4-8A88A1192A57}" dt="2025-07-05T00:51:14.035" v="18813" actId="478"/>
          <ac:spMkLst>
            <pc:docMk/>
            <pc:sldMk cId="1129236698" sldId="446"/>
            <ac:spMk id="13" creationId="{62482A86-736C-13C0-282F-7CBC2DB3C4E3}"/>
          </ac:spMkLst>
        </pc:spChg>
        <pc:spChg chg="add del mod">
          <ac:chgData name="Khaled taha" userId="912087602c74ab8a" providerId="LiveId" clId="{58B121E7-63A7-4330-86D4-8A88A1192A57}" dt="2025-07-05T00:51:14.035" v="18813" actId="478"/>
          <ac:spMkLst>
            <pc:docMk/>
            <pc:sldMk cId="1129236698" sldId="446"/>
            <ac:spMk id="14" creationId="{EF7A6D84-6E48-EF29-0B58-F7129F867C0A}"/>
          </ac:spMkLst>
        </pc:spChg>
        <pc:spChg chg="add del mod">
          <ac:chgData name="Khaled taha" userId="912087602c74ab8a" providerId="LiveId" clId="{58B121E7-63A7-4330-86D4-8A88A1192A57}" dt="2025-07-05T00:51:14.035" v="18813" actId="478"/>
          <ac:spMkLst>
            <pc:docMk/>
            <pc:sldMk cId="1129236698" sldId="446"/>
            <ac:spMk id="15" creationId="{8D41B004-FBFC-DFFA-7AA3-0C876B96A2AC}"/>
          </ac:spMkLst>
        </pc:spChg>
        <pc:spChg chg="add del mod">
          <ac:chgData name="Khaled taha" userId="912087602c74ab8a" providerId="LiveId" clId="{58B121E7-63A7-4330-86D4-8A88A1192A57}" dt="2025-07-05T05:04:33.216" v="20895" actId="478"/>
          <ac:spMkLst>
            <pc:docMk/>
            <pc:sldMk cId="1129236698" sldId="446"/>
            <ac:spMk id="29" creationId="{8D45BA26-F173-1F29-59F1-EC51D376B02E}"/>
          </ac:spMkLst>
        </pc:spChg>
      </pc:sldChg>
      <pc:sldChg chg="addSp delSp modSp add del mod ord modTransition">
        <pc:chgData name="Khaled taha" userId="912087602c74ab8a" providerId="LiveId" clId="{58B121E7-63A7-4330-86D4-8A88A1192A57}" dt="2025-07-05T05:15:41.985" v="21832" actId="47"/>
        <pc:sldMkLst>
          <pc:docMk/>
          <pc:sldMk cId="918426327" sldId="447"/>
        </pc:sldMkLst>
        <pc:spChg chg="add del mod">
          <ac:chgData name="Khaled taha" userId="912087602c74ab8a" providerId="LiveId" clId="{58B121E7-63A7-4330-86D4-8A88A1192A57}" dt="2025-07-05T05:09:17.951" v="21774" actId="478"/>
          <ac:spMkLst>
            <pc:docMk/>
            <pc:sldMk cId="918426327" sldId="447"/>
            <ac:spMk id="4" creationId="{1ABB09F8-89EF-9776-D791-2EACFCB7BC74}"/>
          </ac:spMkLst>
        </pc:spChg>
        <pc:spChg chg="add mod">
          <ac:chgData name="Khaled taha" userId="912087602c74ab8a" providerId="LiveId" clId="{58B121E7-63A7-4330-86D4-8A88A1192A57}" dt="2025-07-05T01:41:18.248" v="19166"/>
          <ac:spMkLst>
            <pc:docMk/>
            <pc:sldMk cId="918426327" sldId="447"/>
            <ac:spMk id="4" creationId="{D3DEB439-0953-6B5A-E4E8-4B82FA6E8F90}"/>
          </ac:spMkLst>
        </pc:spChg>
        <pc:spChg chg="add mod ord">
          <ac:chgData name="Khaled taha" userId="912087602c74ab8a" providerId="LiveId" clId="{58B121E7-63A7-4330-86D4-8A88A1192A57}" dt="2025-07-05T01:43:02.230" v="19196" actId="167"/>
          <ac:spMkLst>
            <pc:docMk/>
            <pc:sldMk cId="918426327" sldId="447"/>
            <ac:spMk id="5" creationId="{71DA024E-3C4D-E389-A2EA-66881B05189A}"/>
          </ac:spMkLst>
        </pc:spChg>
        <pc:spChg chg="add mod">
          <ac:chgData name="Khaled taha" userId="912087602c74ab8a" providerId="LiveId" clId="{58B121E7-63A7-4330-86D4-8A88A1192A57}" dt="2025-07-05T01:41:18.248" v="19166"/>
          <ac:spMkLst>
            <pc:docMk/>
            <pc:sldMk cId="918426327" sldId="447"/>
            <ac:spMk id="6" creationId="{72FCFD6E-911A-8A55-DFEE-6A682144ECA3}"/>
          </ac:spMkLst>
        </pc:spChg>
        <pc:spChg chg="add mod ord">
          <ac:chgData name="Khaled taha" userId="912087602c74ab8a" providerId="LiveId" clId="{58B121E7-63A7-4330-86D4-8A88A1192A57}" dt="2025-07-05T01:43:02.230" v="19196" actId="167"/>
          <ac:spMkLst>
            <pc:docMk/>
            <pc:sldMk cId="918426327" sldId="447"/>
            <ac:spMk id="8" creationId="{725E5ACE-3392-EB98-3D9D-7D2729DDCAF2}"/>
          </ac:spMkLst>
        </pc:spChg>
        <pc:spChg chg="add mod ord">
          <ac:chgData name="Khaled taha" userId="912087602c74ab8a" providerId="LiveId" clId="{58B121E7-63A7-4330-86D4-8A88A1192A57}" dt="2025-07-05T01:43:02.230" v="19196" actId="167"/>
          <ac:spMkLst>
            <pc:docMk/>
            <pc:sldMk cId="918426327" sldId="447"/>
            <ac:spMk id="9" creationId="{88625DAA-6E2F-5AA9-DD84-BAB67E74B0F4}"/>
          </ac:spMkLst>
        </pc:spChg>
        <pc:spChg chg="add mod ord">
          <ac:chgData name="Khaled taha" userId="912087602c74ab8a" providerId="LiveId" clId="{58B121E7-63A7-4330-86D4-8A88A1192A57}" dt="2025-07-05T01:43:02.230" v="19196" actId="167"/>
          <ac:spMkLst>
            <pc:docMk/>
            <pc:sldMk cId="918426327" sldId="447"/>
            <ac:spMk id="10" creationId="{F421A849-465B-867F-0648-647DDB7BD678}"/>
          </ac:spMkLst>
        </pc:spChg>
        <pc:spChg chg="add mod ord">
          <ac:chgData name="Khaled taha" userId="912087602c74ab8a" providerId="LiveId" clId="{58B121E7-63A7-4330-86D4-8A88A1192A57}" dt="2025-07-05T01:43:02.230" v="19196" actId="167"/>
          <ac:spMkLst>
            <pc:docMk/>
            <pc:sldMk cId="918426327" sldId="447"/>
            <ac:spMk id="11" creationId="{04B91DFD-9D07-2468-30F3-DA74162CFF48}"/>
          </ac:spMkLst>
        </pc:spChg>
        <pc:spChg chg="add mod ord">
          <ac:chgData name="Khaled taha" userId="912087602c74ab8a" providerId="LiveId" clId="{58B121E7-63A7-4330-86D4-8A88A1192A57}" dt="2025-07-05T01:43:02.230" v="19196" actId="167"/>
          <ac:spMkLst>
            <pc:docMk/>
            <pc:sldMk cId="918426327" sldId="447"/>
            <ac:spMk id="12" creationId="{07D89737-C50D-AFC1-08C4-CA67466891A8}"/>
          </ac:spMkLst>
        </pc:spChg>
        <pc:spChg chg="add del mod ord">
          <ac:chgData name="Khaled taha" userId="912087602c74ab8a" providerId="LiveId" clId="{58B121E7-63A7-4330-86D4-8A88A1192A57}" dt="2025-07-05T01:43:06.169" v="19200" actId="478"/>
          <ac:spMkLst>
            <pc:docMk/>
            <pc:sldMk cId="918426327" sldId="447"/>
            <ac:spMk id="13" creationId="{9C1210F6-ED48-B1FC-E949-67B22DB4E059}"/>
          </ac:spMkLst>
        </pc:spChg>
        <pc:spChg chg="add del mod ord">
          <ac:chgData name="Khaled taha" userId="912087602c74ab8a" providerId="LiveId" clId="{58B121E7-63A7-4330-86D4-8A88A1192A57}" dt="2025-07-05T01:43:06.169" v="19200" actId="478"/>
          <ac:spMkLst>
            <pc:docMk/>
            <pc:sldMk cId="918426327" sldId="447"/>
            <ac:spMk id="14" creationId="{8A005DBB-FD95-4A74-215A-69724E5E1006}"/>
          </ac:spMkLst>
        </pc:spChg>
        <pc:spChg chg="add del mod ord">
          <ac:chgData name="Khaled taha" userId="912087602c74ab8a" providerId="LiveId" clId="{58B121E7-63A7-4330-86D4-8A88A1192A57}" dt="2025-07-05T01:43:13.294" v="19204" actId="478"/>
          <ac:spMkLst>
            <pc:docMk/>
            <pc:sldMk cId="918426327" sldId="447"/>
            <ac:spMk id="15" creationId="{A5F5ADA4-23BC-D747-1837-A0AF6CEB3A40}"/>
          </ac:spMkLst>
        </pc:spChg>
        <pc:spChg chg="add mod">
          <ac:chgData name="Khaled taha" userId="912087602c74ab8a" providerId="LiveId" clId="{58B121E7-63A7-4330-86D4-8A88A1192A57}" dt="2025-07-05T01:41:18.248" v="19166"/>
          <ac:spMkLst>
            <pc:docMk/>
            <pc:sldMk cId="918426327" sldId="447"/>
            <ac:spMk id="16" creationId="{AADFB94D-F790-F593-8ED4-6AE88432A347}"/>
          </ac:spMkLst>
        </pc:spChg>
        <pc:spChg chg="add mod">
          <ac:chgData name="Khaled taha" userId="912087602c74ab8a" providerId="LiveId" clId="{58B121E7-63A7-4330-86D4-8A88A1192A57}" dt="2025-07-05T01:41:18.248" v="19166"/>
          <ac:spMkLst>
            <pc:docMk/>
            <pc:sldMk cId="918426327" sldId="447"/>
            <ac:spMk id="17" creationId="{C40225AE-1ED8-67BF-2A10-C982E43C5ABA}"/>
          </ac:spMkLst>
        </pc:spChg>
        <pc:spChg chg="add mod">
          <ac:chgData name="Khaled taha" userId="912087602c74ab8a" providerId="LiveId" clId="{58B121E7-63A7-4330-86D4-8A88A1192A57}" dt="2025-07-05T01:41:18.248" v="19166"/>
          <ac:spMkLst>
            <pc:docMk/>
            <pc:sldMk cId="918426327" sldId="447"/>
            <ac:spMk id="18" creationId="{BA49936D-EA8B-6D72-C46C-002BEE23B882}"/>
          </ac:spMkLst>
        </pc:spChg>
        <pc:spChg chg="add mod">
          <ac:chgData name="Khaled taha" userId="912087602c74ab8a" providerId="LiveId" clId="{58B121E7-63A7-4330-86D4-8A88A1192A57}" dt="2025-07-05T01:41:18.248" v="19166"/>
          <ac:spMkLst>
            <pc:docMk/>
            <pc:sldMk cId="918426327" sldId="447"/>
            <ac:spMk id="19" creationId="{105E9127-EFC0-11B9-43CA-250A2016C5B8}"/>
          </ac:spMkLst>
        </pc:spChg>
        <pc:spChg chg="add mod">
          <ac:chgData name="Khaled taha" userId="912087602c74ab8a" providerId="LiveId" clId="{58B121E7-63A7-4330-86D4-8A88A1192A57}" dt="2025-07-05T01:41:18.248" v="19166"/>
          <ac:spMkLst>
            <pc:docMk/>
            <pc:sldMk cId="918426327" sldId="447"/>
            <ac:spMk id="20" creationId="{BA4D04A1-A781-F217-8A26-1617AE84605B}"/>
          </ac:spMkLst>
        </pc:spChg>
        <pc:spChg chg="add del mod ord">
          <ac:chgData name="Khaled taha" userId="912087602c74ab8a" providerId="LiveId" clId="{58B121E7-63A7-4330-86D4-8A88A1192A57}" dt="2025-07-05T01:43:11.975" v="19203" actId="478"/>
          <ac:spMkLst>
            <pc:docMk/>
            <pc:sldMk cId="918426327" sldId="447"/>
            <ac:spMk id="21" creationId="{09E1186C-4E64-19CA-5C08-B63BADB60E51}"/>
          </ac:spMkLst>
        </pc:spChg>
        <pc:spChg chg="add del mod">
          <ac:chgData name="Khaled taha" userId="912087602c74ab8a" providerId="LiveId" clId="{58B121E7-63A7-4330-86D4-8A88A1192A57}" dt="2025-07-05T01:43:11.975" v="19203" actId="478"/>
          <ac:spMkLst>
            <pc:docMk/>
            <pc:sldMk cId="918426327" sldId="447"/>
            <ac:spMk id="22" creationId="{93CA1C1B-7877-CFB4-D3E3-78E19F0C7E9C}"/>
          </ac:spMkLst>
        </pc:spChg>
        <pc:spChg chg="add del mod">
          <ac:chgData name="Khaled taha" userId="912087602c74ab8a" providerId="LiveId" clId="{58B121E7-63A7-4330-86D4-8A88A1192A57}" dt="2025-07-05T01:45:11.128" v="19260" actId="478"/>
          <ac:spMkLst>
            <pc:docMk/>
            <pc:sldMk cId="918426327" sldId="447"/>
            <ac:spMk id="23" creationId="{79F3A294-AB40-86E9-CE04-63A913CA5749}"/>
          </ac:spMkLst>
        </pc:spChg>
        <pc:spChg chg="add mod">
          <ac:chgData name="Khaled taha" userId="912087602c74ab8a" providerId="LiveId" clId="{58B121E7-63A7-4330-86D4-8A88A1192A57}" dt="2025-07-05T01:44:54.203" v="19220"/>
          <ac:spMkLst>
            <pc:docMk/>
            <pc:sldMk cId="918426327" sldId="447"/>
            <ac:spMk id="24" creationId="{2E34FCD6-A83E-5C8B-78B8-E85D18518A3E}"/>
          </ac:spMkLst>
        </pc:spChg>
        <pc:spChg chg="add del mod">
          <ac:chgData name="Khaled taha" userId="912087602c74ab8a" providerId="LiveId" clId="{58B121E7-63A7-4330-86D4-8A88A1192A57}" dt="2025-07-05T05:03:27.808" v="20546" actId="478"/>
          <ac:spMkLst>
            <pc:docMk/>
            <pc:sldMk cId="918426327" sldId="447"/>
            <ac:spMk id="25" creationId="{098861D6-7B7A-2E6D-0BD5-C8BBCE687FD1}"/>
          </ac:spMkLst>
        </pc:spChg>
      </pc:sldChg>
      <pc:sldChg chg="add del">
        <pc:chgData name="Khaled taha" userId="912087602c74ab8a" providerId="LiveId" clId="{58B121E7-63A7-4330-86D4-8A88A1192A57}" dt="2025-07-03T14:05:32.089" v="4777" actId="47"/>
        <pc:sldMkLst>
          <pc:docMk/>
          <pc:sldMk cId="1699931630" sldId="447"/>
        </pc:sldMkLst>
      </pc:sldChg>
      <pc:sldChg chg="addSp delSp modSp add mod modTransition">
        <pc:chgData name="Khaled taha" userId="912087602c74ab8a" providerId="LiveId" clId="{58B121E7-63A7-4330-86D4-8A88A1192A57}" dt="2025-07-05T23:29:03.625" v="27686" actId="1037"/>
        <pc:sldMkLst>
          <pc:docMk/>
          <pc:sldMk cId="705718019" sldId="448"/>
        </pc:sldMkLst>
        <pc:spChg chg="add del mod">
          <ac:chgData name="Khaled taha" userId="912087602c74ab8a" providerId="LiveId" clId="{58B121E7-63A7-4330-86D4-8A88A1192A57}" dt="2025-07-05T01:38:02.551" v="19018" actId="478"/>
          <ac:spMkLst>
            <pc:docMk/>
            <pc:sldMk cId="705718019" sldId="448"/>
            <ac:spMk id="2" creationId="{19D8B31E-D72F-7899-1DC3-851A723CD9A2}"/>
          </ac:spMkLst>
        </pc:spChg>
        <pc:spChg chg="add del mod">
          <ac:chgData name="Khaled taha" userId="912087602c74ab8a" providerId="LiveId" clId="{58B121E7-63A7-4330-86D4-8A88A1192A57}" dt="2025-07-05T05:09:20.357" v="21775" actId="478"/>
          <ac:spMkLst>
            <pc:docMk/>
            <pc:sldMk cId="705718019" sldId="448"/>
            <ac:spMk id="2" creationId="{320708A2-6177-E6F6-FA3C-4268DD6DD739}"/>
          </ac:spMkLst>
        </pc:spChg>
        <pc:spChg chg="add del mod">
          <ac:chgData name="Khaled taha" userId="912087602c74ab8a" providerId="LiveId" clId="{58B121E7-63A7-4330-86D4-8A88A1192A57}" dt="2025-07-05T23:28:46.169" v="27615" actId="478"/>
          <ac:spMkLst>
            <pc:docMk/>
            <pc:sldMk cId="705718019" sldId="448"/>
            <ac:spMk id="2" creationId="{7E5E2129-0BD3-FC73-C0C1-8A6D40FABACC}"/>
          </ac:spMkLst>
        </pc:spChg>
        <pc:spChg chg="add del mod">
          <ac:chgData name="Khaled taha" userId="912087602c74ab8a" providerId="LiveId" clId="{58B121E7-63A7-4330-86D4-8A88A1192A57}" dt="2025-07-05T01:39:46.998" v="19094" actId="478"/>
          <ac:spMkLst>
            <pc:docMk/>
            <pc:sldMk cId="705718019" sldId="448"/>
            <ac:spMk id="3" creationId="{21DCD4F8-053C-64F2-946C-55FFAA3B3E36}"/>
          </ac:spMkLst>
        </pc:spChg>
        <pc:spChg chg="add del mod">
          <ac:chgData name="Khaled taha" userId="912087602c74ab8a" providerId="LiveId" clId="{58B121E7-63A7-4330-86D4-8A88A1192A57}" dt="2025-07-05T23:28:47.565" v="27616" actId="478"/>
          <ac:spMkLst>
            <pc:docMk/>
            <pc:sldMk cId="705718019" sldId="448"/>
            <ac:spMk id="3" creationId="{E4B9E16A-8880-053C-E5FC-4946FE655AC3}"/>
          </ac:spMkLst>
        </pc:spChg>
        <pc:spChg chg="add del mod">
          <ac:chgData name="Khaled taha" userId="912087602c74ab8a" providerId="LiveId" clId="{58B121E7-63A7-4330-86D4-8A88A1192A57}" dt="2025-07-05T05:07:52.757" v="21694" actId="478"/>
          <ac:spMkLst>
            <pc:docMk/>
            <pc:sldMk cId="705718019" sldId="448"/>
            <ac:spMk id="4" creationId="{32355D6C-BA89-74A3-BC74-FBF3220AC680}"/>
          </ac:spMkLst>
        </pc:spChg>
        <pc:spChg chg="add mod">
          <ac:chgData name="Khaled taha" userId="912087602c74ab8a" providerId="LiveId" clId="{58B121E7-63A7-4330-86D4-8A88A1192A57}" dt="2025-07-05T23:28:11.488" v="27602" actId="1038"/>
          <ac:spMkLst>
            <pc:docMk/>
            <pc:sldMk cId="705718019" sldId="448"/>
            <ac:spMk id="4" creationId="{E58B7E22-BEC2-B08C-3960-357CE281939A}"/>
          </ac:spMkLst>
        </pc:spChg>
        <pc:spChg chg="add mod">
          <ac:chgData name="Khaled taha" userId="912087602c74ab8a" providerId="LiveId" clId="{58B121E7-63A7-4330-86D4-8A88A1192A57}" dt="2025-07-05T23:29:03.625" v="27686" actId="1037"/>
          <ac:spMkLst>
            <pc:docMk/>
            <pc:sldMk cId="705718019" sldId="448"/>
            <ac:spMk id="5" creationId="{A5E05700-9337-5D33-542A-A22311F308B6}"/>
          </ac:spMkLst>
        </pc:spChg>
        <pc:spChg chg="mod">
          <ac:chgData name="Khaled taha" userId="912087602c74ab8a" providerId="LiveId" clId="{58B121E7-63A7-4330-86D4-8A88A1192A57}" dt="2025-07-04T03:37:21.101" v="12530" actId="207"/>
          <ac:spMkLst>
            <pc:docMk/>
            <pc:sldMk cId="705718019" sldId="448"/>
            <ac:spMk id="70" creationId="{4241249B-5730-ABF8-1633-50E640443758}"/>
          </ac:spMkLst>
        </pc:spChg>
      </pc:sldChg>
      <pc:sldChg chg="addSp delSp modSp add del mod modTransition">
        <pc:chgData name="Khaled taha" userId="912087602c74ab8a" providerId="LiveId" clId="{58B121E7-63A7-4330-86D4-8A88A1192A57}" dt="2025-07-04T17:51:09.777" v="18590" actId="47"/>
        <pc:sldMkLst>
          <pc:docMk/>
          <pc:sldMk cId="3765149975" sldId="449"/>
        </pc:sldMkLst>
      </pc:sldChg>
      <pc:sldChg chg="addSp delSp modSp add mod modTransition modAnim">
        <pc:chgData name="Khaled taha" userId="912087602c74ab8a" providerId="LiveId" clId="{58B121E7-63A7-4330-86D4-8A88A1192A57}" dt="2025-07-05T16:25:38.207" v="25195"/>
        <pc:sldMkLst>
          <pc:docMk/>
          <pc:sldMk cId="1029895916" sldId="450"/>
        </pc:sldMkLst>
        <pc:spChg chg="add mod">
          <ac:chgData name="Khaled taha" userId="912087602c74ab8a" providerId="LiveId" clId="{58B121E7-63A7-4330-86D4-8A88A1192A57}" dt="2025-07-05T16:21:01.198" v="25098"/>
          <ac:spMkLst>
            <pc:docMk/>
            <pc:sldMk cId="1029895916" sldId="450"/>
            <ac:spMk id="7" creationId="{CBFF196F-025F-E728-A809-AC1BEFC813D1}"/>
          </ac:spMkLst>
        </pc:spChg>
        <pc:spChg chg="add del mod">
          <ac:chgData name="Khaled taha" userId="912087602c74ab8a" providerId="LiveId" clId="{58B121E7-63A7-4330-86D4-8A88A1192A57}" dt="2025-07-04T17:27:48.618" v="17651" actId="207"/>
          <ac:spMkLst>
            <pc:docMk/>
            <pc:sldMk cId="1029895916" sldId="450"/>
            <ac:spMk id="22" creationId="{D9050905-C2A9-99A0-A654-B872A8EF7A1C}"/>
          </ac:spMkLst>
        </pc:spChg>
        <pc:spChg chg="del mod">
          <ac:chgData name="Khaled taha" userId="912087602c74ab8a" providerId="LiveId" clId="{58B121E7-63A7-4330-86D4-8A88A1192A57}" dt="2025-07-05T16:21:00.967" v="25097" actId="478"/>
          <ac:spMkLst>
            <pc:docMk/>
            <pc:sldMk cId="1029895916" sldId="450"/>
            <ac:spMk id="70" creationId="{1456B9BF-D4BD-FBEB-A79C-EB885DAF27F6}"/>
          </ac:spMkLst>
        </pc:spChg>
        <pc:picChg chg="add del mod">
          <ac:chgData name="Khaled taha" userId="912087602c74ab8a" providerId="LiveId" clId="{58B121E7-63A7-4330-86D4-8A88A1192A57}" dt="2025-07-04T17:25:32.406" v="17571" actId="207"/>
          <ac:picMkLst>
            <pc:docMk/>
            <pc:sldMk cId="1029895916" sldId="450"/>
            <ac:picMk id="3" creationId="{E6BCA3C2-1AB2-E5D8-CDDA-BDE329977200}"/>
          </ac:picMkLst>
        </pc:picChg>
        <pc:picChg chg="add mod">
          <ac:chgData name="Khaled taha" userId="912087602c74ab8a" providerId="LiveId" clId="{58B121E7-63A7-4330-86D4-8A88A1192A57}" dt="2025-07-05T16:24:55.417" v="25183" actId="207"/>
          <ac:picMkLst>
            <pc:docMk/>
            <pc:sldMk cId="1029895916" sldId="450"/>
            <ac:picMk id="9" creationId="{97BB9207-83C7-1F7E-7112-2F2CB81B6F3E}"/>
          </ac:picMkLst>
        </pc:picChg>
        <pc:picChg chg="add del mod">
          <ac:chgData name="Khaled taha" userId="912087602c74ab8a" providerId="LiveId" clId="{58B121E7-63A7-4330-86D4-8A88A1192A57}" dt="2025-07-04T17:25:32.406" v="17571" actId="207"/>
          <ac:picMkLst>
            <pc:docMk/>
            <pc:sldMk cId="1029895916" sldId="450"/>
            <ac:picMk id="25" creationId="{8187AFE0-1B3A-60F8-AC7F-D16EE81B09B5}"/>
          </ac:picMkLst>
        </pc:picChg>
        <pc:picChg chg="add del mod">
          <ac:chgData name="Khaled taha" userId="912087602c74ab8a" providerId="LiveId" clId="{58B121E7-63A7-4330-86D4-8A88A1192A57}" dt="2025-07-04T17:25:32.406" v="17571" actId="207"/>
          <ac:picMkLst>
            <pc:docMk/>
            <pc:sldMk cId="1029895916" sldId="450"/>
            <ac:picMk id="26" creationId="{E4D47DD3-E831-8559-12A1-889EE9065EB1}"/>
          </ac:picMkLst>
        </pc:picChg>
        <pc:picChg chg="add del mod">
          <ac:chgData name="Khaled taha" userId="912087602c74ab8a" providerId="LiveId" clId="{58B121E7-63A7-4330-86D4-8A88A1192A57}" dt="2025-07-04T17:25:32.406" v="17571" actId="207"/>
          <ac:picMkLst>
            <pc:docMk/>
            <pc:sldMk cId="1029895916" sldId="450"/>
            <ac:picMk id="29" creationId="{BD1E3304-B02A-E2BB-67D1-CE0BEFDE5AFE}"/>
          </ac:picMkLst>
        </pc:picChg>
        <pc:picChg chg="add del mod">
          <ac:chgData name="Khaled taha" userId="912087602c74ab8a" providerId="LiveId" clId="{58B121E7-63A7-4330-86D4-8A88A1192A57}" dt="2025-07-04T17:25:32.406" v="17571" actId="207"/>
          <ac:picMkLst>
            <pc:docMk/>
            <pc:sldMk cId="1029895916" sldId="450"/>
            <ac:picMk id="31" creationId="{C011C9B0-FAA3-0123-FE24-06586AC2961C}"/>
          </ac:picMkLst>
        </pc:picChg>
        <pc:picChg chg="del mod">
          <ac:chgData name="Khaled taha" userId="912087602c74ab8a" providerId="LiveId" clId="{58B121E7-63A7-4330-86D4-8A88A1192A57}" dt="2025-07-05T16:21:00.967" v="25097" actId="478"/>
          <ac:picMkLst>
            <pc:docMk/>
            <pc:sldMk cId="1029895916" sldId="450"/>
            <ac:picMk id="72" creationId="{5CA52993-CDCF-271D-B347-B27380DFF941}"/>
          </ac:picMkLst>
        </pc:picChg>
        <pc:cxnChg chg="add del mod">
          <ac:chgData name="Khaled taha" userId="912087602c74ab8a" providerId="LiveId" clId="{58B121E7-63A7-4330-86D4-8A88A1192A57}" dt="2025-07-05T16:21:00.967" v="25097" actId="478"/>
          <ac:cxnSpMkLst>
            <pc:docMk/>
            <pc:sldMk cId="1029895916" sldId="450"/>
            <ac:cxnSpMk id="2" creationId="{C3C73489-DDA0-9BD6-512D-D09B44859BDD}"/>
          </ac:cxnSpMkLst>
        </pc:cxnChg>
        <pc:cxnChg chg="add del mod">
          <ac:chgData name="Khaled taha" userId="912087602c74ab8a" providerId="LiveId" clId="{58B121E7-63A7-4330-86D4-8A88A1192A57}" dt="2025-07-05T16:24:49.658" v="25181" actId="478"/>
          <ac:cxnSpMkLst>
            <pc:docMk/>
            <pc:sldMk cId="1029895916" sldId="450"/>
            <ac:cxnSpMk id="11" creationId="{C58C6AB1-59F8-8058-9743-B684FADD0969}"/>
          </ac:cxnSpMkLst>
        </pc:cxnChg>
        <pc:cxnChg chg="add del mod">
          <ac:chgData name="Khaled taha" userId="912087602c74ab8a" providerId="LiveId" clId="{58B121E7-63A7-4330-86D4-8A88A1192A57}" dt="2025-07-05T16:25:37.937" v="25194" actId="478"/>
          <ac:cxnSpMkLst>
            <pc:docMk/>
            <pc:sldMk cId="1029895916" sldId="450"/>
            <ac:cxnSpMk id="13" creationId="{8E2649F3-721D-8EED-92A2-0B091B40EFFA}"/>
          </ac:cxnSpMkLst>
        </pc:cxnChg>
        <pc:cxnChg chg="add mod">
          <ac:chgData name="Khaled taha" userId="912087602c74ab8a" providerId="LiveId" clId="{58B121E7-63A7-4330-86D4-8A88A1192A57}" dt="2025-07-05T16:25:38.207" v="25195"/>
          <ac:cxnSpMkLst>
            <pc:docMk/>
            <pc:sldMk cId="1029895916" sldId="450"/>
            <ac:cxnSpMk id="15" creationId="{ED54F198-A7F2-4F61-391A-4D834D9374CE}"/>
          </ac:cxnSpMkLst>
        </pc:cxnChg>
      </pc:sldChg>
      <pc:sldChg chg="addSp delSp modSp add del mod">
        <pc:chgData name="Khaled taha" userId="912087602c74ab8a" providerId="LiveId" clId="{58B121E7-63A7-4330-86D4-8A88A1192A57}" dt="2025-07-03T14:43:00.973" v="6019" actId="47"/>
        <pc:sldMkLst>
          <pc:docMk/>
          <pc:sldMk cId="2877589618" sldId="450"/>
        </pc:sldMkLst>
      </pc:sldChg>
      <pc:sldChg chg="addSp delSp add del mod">
        <pc:chgData name="Khaled taha" userId="912087602c74ab8a" providerId="LiveId" clId="{58B121E7-63A7-4330-86D4-8A88A1192A57}" dt="2025-07-03T15:48:37.954" v="6794"/>
        <pc:sldMkLst>
          <pc:docMk/>
          <pc:sldMk cId="3500155406" sldId="450"/>
        </pc:sldMkLst>
      </pc:sldChg>
      <pc:sldChg chg="delSp modSp add del mod modTransition">
        <pc:chgData name="Khaled taha" userId="912087602c74ab8a" providerId="LiveId" clId="{58B121E7-63A7-4330-86D4-8A88A1192A57}" dt="2025-07-04T14:27:06.024" v="13472" actId="47"/>
        <pc:sldMkLst>
          <pc:docMk/>
          <pc:sldMk cId="191039427" sldId="451"/>
        </pc:sldMkLst>
      </pc:sldChg>
      <pc:sldChg chg="addSp delSp modSp add del mod modTransition">
        <pc:chgData name="Khaled taha" userId="912087602c74ab8a" providerId="LiveId" clId="{58B121E7-63A7-4330-86D4-8A88A1192A57}" dt="2025-07-03T15:24:03.402" v="6283" actId="47"/>
        <pc:sldMkLst>
          <pc:docMk/>
          <pc:sldMk cId="2709913880" sldId="451"/>
        </pc:sldMkLst>
      </pc:sldChg>
      <pc:sldChg chg="addSp delSp modSp add del mod ord modTransition">
        <pc:chgData name="Khaled taha" userId="912087602c74ab8a" providerId="LiveId" clId="{58B121E7-63A7-4330-86D4-8A88A1192A57}" dt="2025-07-05T04:28:44.647" v="20249"/>
        <pc:sldMkLst>
          <pc:docMk/>
          <pc:sldMk cId="1185862016" sldId="452"/>
        </pc:sldMkLst>
        <pc:spChg chg="add mod">
          <ac:chgData name="Khaled taha" userId="912087602c74ab8a" providerId="LiveId" clId="{58B121E7-63A7-4330-86D4-8A88A1192A57}" dt="2025-07-05T04:28:44.647" v="20249"/>
          <ac:spMkLst>
            <pc:docMk/>
            <pc:sldMk cId="1185862016" sldId="452"/>
            <ac:spMk id="3" creationId="{C317EDFF-FC58-6D81-7E16-5F47F226AEEC}"/>
          </ac:spMkLst>
        </pc:spChg>
        <pc:spChg chg="del">
          <ac:chgData name="Khaled taha" userId="912087602c74ab8a" providerId="LiveId" clId="{58B121E7-63A7-4330-86D4-8A88A1192A57}" dt="2025-07-05T04:28:44.428" v="20248" actId="478"/>
          <ac:spMkLst>
            <pc:docMk/>
            <pc:sldMk cId="1185862016" sldId="452"/>
            <ac:spMk id="75" creationId="{7F598DE3-0982-B9D5-B628-3ABD706C45A3}"/>
          </ac:spMkLst>
        </pc:spChg>
        <pc:spChg chg="add mod ord">
          <ac:chgData name="Khaled taha" userId="912087602c74ab8a" providerId="LiveId" clId="{58B121E7-63A7-4330-86D4-8A88A1192A57}" dt="2025-07-04T18:11:19.953" v="18751" actId="167"/>
          <ac:spMkLst>
            <pc:docMk/>
            <pc:sldMk cId="1185862016" sldId="452"/>
            <ac:spMk id="80" creationId="{94D5F9F6-533B-6805-BA5D-AB9891B99A2A}"/>
          </ac:spMkLst>
        </pc:spChg>
        <pc:picChg chg="add mod">
          <ac:chgData name="Khaled taha" userId="912087602c74ab8a" providerId="LiveId" clId="{58B121E7-63A7-4330-86D4-8A88A1192A57}" dt="2025-07-05T04:28:44.647" v="20249"/>
          <ac:picMkLst>
            <pc:docMk/>
            <pc:sldMk cId="1185862016" sldId="452"/>
            <ac:picMk id="2" creationId="{DD11E571-E64A-9C72-A299-FD7C800E3643}"/>
          </ac:picMkLst>
        </pc:picChg>
        <pc:picChg chg="del">
          <ac:chgData name="Khaled taha" userId="912087602c74ab8a" providerId="LiveId" clId="{58B121E7-63A7-4330-86D4-8A88A1192A57}" dt="2025-07-05T04:28:44.428" v="20248" actId="478"/>
          <ac:picMkLst>
            <pc:docMk/>
            <pc:sldMk cId="1185862016" sldId="452"/>
            <ac:picMk id="74" creationId="{4B6BA6EE-77DB-1B5F-0DC1-2351A17EF552}"/>
          </ac:picMkLst>
        </pc:picChg>
      </pc:sldChg>
      <pc:sldChg chg="addSp delSp modSp add del mod">
        <pc:chgData name="Khaled taha" userId="912087602c74ab8a" providerId="LiveId" clId="{58B121E7-63A7-4330-86D4-8A88A1192A57}" dt="2025-07-03T15:07:55.653" v="6189" actId="47"/>
        <pc:sldMkLst>
          <pc:docMk/>
          <pc:sldMk cId="1644622498" sldId="452"/>
        </pc:sldMkLst>
      </pc:sldChg>
      <pc:sldChg chg="add del">
        <pc:chgData name="Khaled taha" userId="912087602c74ab8a" providerId="LiveId" clId="{58B121E7-63A7-4330-86D4-8A88A1192A57}" dt="2025-07-03T15:11:59.459" v="6216" actId="47"/>
        <pc:sldMkLst>
          <pc:docMk/>
          <pc:sldMk cId="1813975953" sldId="452"/>
        </pc:sldMkLst>
      </pc:sldChg>
      <pc:sldChg chg="addSp delSp modSp add del mod">
        <pc:chgData name="Khaled taha" userId="912087602c74ab8a" providerId="LiveId" clId="{58B121E7-63A7-4330-86D4-8A88A1192A57}" dt="2025-07-04T14:58:54.697" v="14031" actId="47"/>
        <pc:sldMkLst>
          <pc:docMk/>
          <pc:sldMk cId="827750928" sldId="453"/>
        </pc:sldMkLst>
      </pc:sldChg>
      <pc:sldChg chg="modSp add del mod modTransition">
        <pc:chgData name="Khaled taha" userId="912087602c74ab8a" providerId="LiveId" clId="{58B121E7-63A7-4330-86D4-8A88A1192A57}" dt="2025-07-03T15:24:03.402" v="6283" actId="47"/>
        <pc:sldMkLst>
          <pc:docMk/>
          <pc:sldMk cId="1671714993" sldId="453"/>
        </pc:sldMkLst>
      </pc:sldChg>
      <pc:sldChg chg="addSp delSp modSp add del mod">
        <pc:chgData name="Khaled taha" userId="912087602c74ab8a" providerId="LiveId" clId="{58B121E7-63A7-4330-86D4-8A88A1192A57}" dt="2025-07-03T15:07:55.653" v="6189" actId="47"/>
        <pc:sldMkLst>
          <pc:docMk/>
          <pc:sldMk cId="2958425752" sldId="453"/>
        </pc:sldMkLst>
      </pc:sldChg>
      <pc:sldChg chg="addSp delSp modSp add mod modTransition">
        <pc:chgData name="Khaled taha" userId="912087602c74ab8a" providerId="LiveId" clId="{58B121E7-63A7-4330-86D4-8A88A1192A57}" dt="2025-07-05T16:46:37.627" v="25469" actId="1076"/>
        <pc:sldMkLst>
          <pc:docMk/>
          <pc:sldMk cId="4133397895" sldId="453"/>
        </pc:sldMkLst>
        <pc:spChg chg="add mod">
          <ac:chgData name="Khaled taha" userId="912087602c74ab8a" providerId="LiveId" clId="{58B121E7-63A7-4330-86D4-8A88A1192A57}" dt="2025-07-04T15:22:23.365" v="14649" actId="12789"/>
          <ac:spMkLst>
            <pc:docMk/>
            <pc:sldMk cId="4133397895" sldId="453"/>
            <ac:spMk id="19" creationId="{DC62CAE6-ADC1-F6A8-28B5-B4B8E773A0D2}"/>
          </ac:spMkLst>
        </pc:spChg>
        <pc:spChg chg="add mod">
          <ac:chgData name="Khaled taha" userId="912087602c74ab8a" providerId="LiveId" clId="{58B121E7-63A7-4330-86D4-8A88A1192A57}" dt="2025-07-05T16:07:04.805" v="24962" actId="255"/>
          <ac:spMkLst>
            <pc:docMk/>
            <pc:sldMk cId="4133397895" sldId="453"/>
            <ac:spMk id="20" creationId="{306A7263-B929-CACE-08AA-928A03A6F818}"/>
          </ac:spMkLst>
        </pc:spChg>
        <pc:spChg chg="add mod">
          <ac:chgData name="Khaled taha" userId="912087602c74ab8a" providerId="LiveId" clId="{58B121E7-63A7-4330-86D4-8A88A1192A57}" dt="2025-07-04T15:11:54.370" v="14507" actId="1076"/>
          <ac:spMkLst>
            <pc:docMk/>
            <pc:sldMk cId="4133397895" sldId="453"/>
            <ac:spMk id="21" creationId="{996235AA-FF6C-01D0-97C9-DC0BC67EBCF8}"/>
          </ac:spMkLst>
        </pc:spChg>
        <pc:spChg chg="add mod">
          <ac:chgData name="Khaled taha" userId="912087602c74ab8a" providerId="LiveId" clId="{58B121E7-63A7-4330-86D4-8A88A1192A57}" dt="2025-07-04T15:22:23.365" v="14649" actId="12789"/>
          <ac:spMkLst>
            <pc:docMk/>
            <pc:sldMk cId="4133397895" sldId="453"/>
            <ac:spMk id="22" creationId="{65A99A95-10DD-0237-CE16-D43621D50AFA}"/>
          </ac:spMkLst>
        </pc:spChg>
        <pc:spChg chg="add mod">
          <ac:chgData name="Khaled taha" userId="912087602c74ab8a" providerId="LiveId" clId="{58B121E7-63A7-4330-86D4-8A88A1192A57}" dt="2025-07-04T15:22:23.365" v="14649" actId="12789"/>
          <ac:spMkLst>
            <pc:docMk/>
            <pc:sldMk cId="4133397895" sldId="453"/>
            <ac:spMk id="23" creationId="{2EDD3010-0526-B9FC-4A6E-FC74174E4A93}"/>
          </ac:spMkLst>
        </pc:spChg>
        <pc:spChg chg="mod">
          <ac:chgData name="Khaled taha" userId="912087602c74ab8a" providerId="LiveId" clId="{58B121E7-63A7-4330-86D4-8A88A1192A57}" dt="2025-07-04T15:22:23.365" v="14649" actId="12789"/>
          <ac:spMkLst>
            <pc:docMk/>
            <pc:sldMk cId="4133397895" sldId="453"/>
            <ac:spMk id="24" creationId="{6C95A473-8447-9EA1-2097-D6C310AA8236}"/>
          </ac:spMkLst>
        </pc:spChg>
        <pc:spChg chg="add mod">
          <ac:chgData name="Khaled taha" userId="912087602c74ab8a" providerId="LiveId" clId="{58B121E7-63A7-4330-86D4-8A88A1192A57}" dt="2025-07-04T15:11:54.370" v="14507" actId="1076"/>
          <ac:spMkLst>
            <pc:docMk/>
            <pc:sldMk cId="4133397895" sldId="453"/>
            <ac:spMk id="25" creationId="{DF94402B-E721-C5A7-0CD8-0CD5DAC8EBC5}"/>
          </ac:spMkLst>
        </pc:spChg>
        <pc:spChg chg="add mod">
          <ac:chgData name="Khaled taha" userId="912087602c74ab8a" providerId="LiveId" clId="{58B121E7-63A7-4330-86D4-8A88A1192A57}" dt="2025-07-04T15:11:54.370" v="14507" actId="1076"/>
          <ac:spMkLst>
            <pc:docMk/>
            <pc:sldMk cId="4133397895" sldId="453"/>
            <ac:spMk id="26" creationId="{0D1AEEA3-EA31-5101-D348-C3546416BE9F}"/>
          </ac:spMkLst>
        </pc:spChg>
        <pc:spChg chg="add mod">
          <ac:chgData name="Khaled taha" userId="912087602c74ab8a" providerId="LiveId" clId="{58B121E7-63A7-4330-86D4-8A88A1192A57}" dt="2025-07-04T15:22:23.365" v="14649" actId="12789"/>
          <ac:spMkLst>
            <pc:docMk/>
            <pc:sldMk cId="4133397895" sldId="453"/>
            <ac:spMk id="27" creationId="{77BE3B70-C2BD-7097-404E-4E80A30F54B2}"/>
          </ac:spMkLst>
        </pc:spChg>
        <pc:spChg chg="add mod">
          <ac:chgData name="Khaled taha" userId="912087602c74ab8a" providerId="LiveId" clId="{58B121E7-63A7-4330-86D4-8A88A1192A57}" dt="2025-07-04T15:22:23.365" v="14649" actId="12789"/>
          <ac:spMkLst>
            <pc:docMk/>
            <pc:sldMk cId="4133397895" sldId="453"/>
            <ac:spMk id="53" creationId="{358BD48E-90F1-7C53-E397-EB0F6A09A805}"/>
          </ac:spMkLst>
        </pc:spChg>
        <pc:spChg chg="add mod">
          <ac:chgData name="Khaled taha" userId="912087602c74ab8a" providerId="LiveId" clId="{58B121E7-63A7-4330-86D4-8A88A1192A57}" dt="2025-07-04T15:22:23.365" v="14649" actId="12789"/>
          <ac:spMkLst>
            <pc:docMk/>
            <pc:sldMk cId="4133397895" sldId="453"/>
            <ac:spMk id="54" creationId="{8F9341CC-AF84-DCE5-3252-9CAB47C062B9}"/>
          </ac:spMkLst>
        </pc:spChg>
        <pc:spChg chg="add mod">
          <ac:chgData name="Khaled taha" userId="912087602c74ab8a" providerId="LiveId" clId="{58B121E7-63A7-4330-86D4-8A88A1192A57}" dt="2025-07-05T16:46:25.990" v="25466" actId="1076"/>
          <ac:spMkLst>
            <pc:docMk/>
            <pc:sldMk cId="4133397895" sldId="453"/>
            <ac:spMk id="55" creationId="{620C2B29-42E5-19A3-BDF1-D5DE2BE6A0CC}"/>
          </ac:spMkLst>
        </pc:spChg>
        <pc:spChg chg="add mod">
          <ac:chgData name="Khaled taha" userId="912087602c74ab8a" providerId="LiveId" clId="{58B121E7-63A7-4330-86D4-8A88A1192A57}" dt="2025-07-05T16:46:28.476" v="25467" actId="1076"/>
          <ac:spMkLst>
            <pc:docMk/>
            <pc:sldMk cId="4133397895" sldId="453"/>
            <ac:spMk id="56" creationId="{78CDE38D-EDFC-C0A3-6D41-542AE1F21CCE}"/>
          </ac:spMkLst>
        </pc:spChg>
        <pc:spChg chg="add mod">
          <ac:chgData name="Khaled taha" userId="912087602c74ab8a" providerId="LiveId" clId="{58B121E7-63A7-4330-86D4-8A88A1192A57}" dt="2025-07-05T16:46:33.870" v="25468" actId="1076"/>
          <ac:spMkLst>
            <pc:docMk/>
            <pc:sldMk cId="4133397895" sldId="453"/>
            <ac:spMk id="57" creationId="{361FD24A-DD07-5E7F-2A15-0616E643B27A}"/>
          </ac:spMkLst>
        </pc:spChg>
        <pc:spChg chg="add mod">
          <ac:chgData name="Khaled taha" userId="912087602c74ab8a" providerId="LiveId" clId="{58B121E7-63A7-4330-86D4-8A88A1192A57}" dt="2025-07-05T16:46:37.627" v="25469" actId="1076"/>
          <ac:spMkLst>
            <pc:docMk/>
            <pc:sldMk cId="4133397895" sldId="453"/>
            <ac:spMk id="58" creationId="{643852C1-7042-5855-67F5-B75610F871F3}"/>
          </ac:spMkLst>
        </pc:spChg>
        <pc:cxnChg chg="mod">
          <ac:chgData name="Khaled taha" userId="912087602c74ab8a" providerId="LiveId" clId="{58B121E7-63A7-4330-86D4-8A88A1192A57}" dt="2025-07-04T15:11:42.617" v="14505" actId="1076"/>
          <ac:cxnSpMkLst>
            <pc:docMk/>
            <pc:sldMk cId="4133397895" sldId="453"/>
            <ac:cxnSpMk id="16" creationId="{8E6A87C0-9FB3-FA6D-331C-615E471D9F68}"/>
          </ac:cxnSpMkLst>
        </pc:cxnChg>
      </pc:sldChg>
      <pc:sldChg chg="addSp delSp modSp add del mod">
        <pc:chgData name="Khaled taha" userId="912087602c74ab8a" providerId="LiveId" clId="{58B121E7-63A7-4330-86D4-8A88A1192A57}" dt="2025-07-03T15:07:55.653" v="6189" actId="47"/>
        <pc:sldMkLst>
          <pc:docMk/>
          <pc:sldMk cId="412056233" sldId="454"/>
        </pc:sldMkLst>
      </pc:sldChg>
      <pc:sldChg chg="addSp delSp modSp add mod modTransition modAnim">
        <pc:chgData name="Khaled taha" userId="912087602c74ab8a" providerId="LiveId" clId="{58B121E7-63A7-4330-86D4-8A88A1192A57}" dt="2025-07-05T16:46:11.243" v="25464" actId="1076"/>
        <pc:sldMkLst>
          <pc:docMk/>
          <pc:sldMk cId="1226055961" sldId="454"/>
        </pc:sldMkLst>
        <pc:spChg chg="ord">
          <ac:chgData name="Khaled taha" userId="912087602c74ab8a" providerId="LiveId" clId="{58B121E7-63A7-4330-86D4-8A88A1192A57}" dt="2025-07-04T15:01:58.708" v="14242" actId="170"/>
          <ac:spMkLst>
            <pc:docMk/>
            <pc:sldMk cId="1226055961" sldId="454"/>
            <ac:spMk id="2" creationId="{5D1CC3EA-AF33-FAF9-8750-92EF6FB799D4}"/>
          </ac:spMkLst>
        </pc:spChg>
        <pc:spChg chg="add mod">
          <ac:chgData name="Khaled taha" userId="912087602c74ab8a" providerId="LiveId" clId="{58B121E7-63A7-4330-86D4-8A88A1192A57}" dt="2025-07-04T15:11:29.923" v="14503" actId="1076"/>
          <ac:spMkLst>
            <pc:docMk/>
            <pc:sldMk cId="1226055961" sldId="454"/>
            <ac:spMk id="4" creationId="{A11870C4-9CF3-7E41-AF80-C998FA0A2704}"/>
          </ac:spMkLst>
        </pc:spChg>
        <pc:spChg chg="add mod">
          <ac:chgData name="Khaled taha" userId="912087602c74ab8a" providerId="LiveId" clId="{58B121E7-63A7-4330-86D4-8A88A1192A57}" dt="2025-07-04T15:11:29.923" v="14503" actId="1076"/>
          <ac:spMkLst>
            <pc:docMk/>
            <pc:sldMk cId="1226055961" sldId="454"/>
            <ac:spMk id="5" creationId="{F88C079B-BF71-65E2-B3C2-CCC95E63E7B0}"/>
          </ac:spMkLst>
        </pc:spChg>
        <pc:spChg chg="add mod">
          <ac:chgData name="Khaled taha" userId="912087602c74ab8a" providerId="LiveId" clId="{58B121E7-63A7-4330-86D4-8A88A1192A57}" dt="2025-07-04T15:11:29.923" v="14503" actId="1076"/>
          <ac:spMkLst>
            <pc:docMk/>
            <pc:sldMk cId="1226055961" sldId="454"/>
            <ac:spMk id="6" creationId="{E9235EA6-F707-1B96-F85D-B5CB5536A4A0}"/>
          </ac:spMkLst>
        </pc:spChg>
        <pc:spChg chg="add mod">
          <ac:chgData name="Khaled taha" userId="912087602c74ab8a" providerId="LiveId" clId="{58B121E7-63A7-4330-86D4-8A88A1192A57}" dt="2025-07-05T16:01:57.213" v="24903" actId="1076"/>
          <ac:spMkLst>
            <pc:docMk/>
            <pc:sldMk cId="1226055961" sldId="454"/>
            <ac:spMk id="7" creationId="{B3A5EB9D-2E22-FF06-1EF5-65588BEB36A2}"/>
          </ac:spMkLst>
        </pc:spChg>
        <pc:spChg chg="add mod">
          <ac:chgData name="Khaled taha" userId="912087602c74ab8a" providerId="LiveId" clId="{58B121E7-63A7-4330-86D4-8A88A1192A57}" dt="2025-07-04T15:11:29.923" v="14503" actId="1076"/>
          <ac:spMkLst>
            <pc:docMk/>
            <pc:sldMk cId="1226055961" sldId="454"/>
            <ac:spMk id="8" creationId="{1B04C5DD-105F-0BF5-6E54-2340EAB8305D}"/>
          </ac:spMkLst>
        </pc:spChg>
        <pc:spChg chg="add mod">
          <ac:chgData name="Khaled taha" userId="912087602c74ab8a" providerId="LiveId" clId="{58B121E7-63A7-4330-86D4-8A88A1192A57}" dt="2025-07-04T15:11:29.923" v="14503" actId="1076"/>
          <ac:spMkLst>
            <pc:docMk/>
            <pc:sldMk cId="1226055961" sldId="454"/>
            <ac:spMk id="9" creationId="{05E8C5B4-ED68-0235-25C0-87A9987FC289}"/>
          </ac:spMkLst>
        </pc:spChg>
        <pc:spChg chg="add mod">
          <ac:chgData name="Khaled taha" userId="912087602c74ab8a" providerId="LiveId" clId="{58B121E7-63A7-4330-86D4-8A88A1192A57}" dt="2025-07-04T15:11:29.923" v="14503" actId="1076"/>
          <ac:spMkLst>
            <pc:docMk/>
            <pc:sldMk cId="1226055961" sldId="454"/>
            <ac:spMk id="10" creationId="{D5D852C6-CC5B-B2D3-4DB8-3663E1E4D986}"/>
          </ac:spMkLst>
        </pc:spChg>
        <pc:spChg chg="add mod">
          <ac:chgData name="Khaled taha" userId="912087602c74ab8a" providerId="LiveId" clId="{58B121E7-63A7-4330-86D4-8A88A1192A57}" dt="2025-07-04T15:11:29.923" v="14503" actId="1076"/>
          <ac:spMkLst>
            <pc:docMk/>
            <pc:sldMk cId="1226055961" sldId="454"/>
            <ac:spMk id="11" creationId="{4BA49760-6C3F-F544-E3D3-B884D0EFA873}"/>
          </ac:spMkLst>
        </pc:spChg>
        <pc:spChg chg="add mod">
          <ac:chgData name="Khaled taha" userId="912087602c74ab8a" providerId="LiveId" clId="{58B121E7-63A7-4330-86D4-8A88A1192A57}" dt="2025-07-04T15:11:29.923" v="14503" actId="1076"/>
          <ac:spMkLst>
            <pc:docMk/>
            <pc:sldMk cId="1226055961" sldId="454"/>
            <ac:spMk id="12" creationId="{84988432-A59A-4195-3337-986AFABAE72F}"/>
          </ac:spMkLst>
        </pc:spChg>
        <pc:spChg chg="add mod">
          <ac:chgData name="Khaled taha" userId="912087602c74ab8a" providerId="LiveId" clId="{58B121E7-63A7-4330-86D4-8A88A1192A57}" dt="2025-07-04T15:11:29.923" v="14503" actId="1076"/>
          <ac:spMkLst>
            <pc:docMk/>
            <pc:sldMk cId="1226055961" sldId="454"/>
            <ac:spMk id="14" creationId="{E4E35423-F940-5D60-B317-5C2F145390AD}"/>
          </ac:spMkLst>
        </pc:spChg>
        <pc:spChg chg="add mod">
          <ac:chgData name="Khaled taha" userId="912087602c74ab8a" providerId="LiveId" clId="{58B121E7-63A7-4330-86D4-8A88A1192A57}" dt="2025-07-05T16:45:46.208" v="25463" actId="1076"/>
          <ac:spMkLst>
            <pc:docMk/>
            <pc:sldMk cId="1226055961" sldId="454"/>
            <ac:spMk id="16" creationId="{9A36AF64-7957-C72E-A0AF-8E319379B9B4}"/>
          </ac:spMkLst>
        </pc:spChg>
        <pc:spChg chg="add mod">
          <ac:chgData name="Khaled taha" userId="912087602c74ab8a" providerId="LiveId" clId="{58B121E7-63A7-4330-86D4-8A88A1192A57}" dt="2025-07-05T16:45:33.805" v="25460" actId="1076"/>
          <ac:spMkLst>
            <pc:docMk/>
            <pc:sldMk cId="1226055961" sldId="454"/>
            <ac:spMk id="17" creationId="{69E0742E-BE2D-648D-7ACC-4C9E96B67057}"/>
          </ac:spMkLst>
        </pc:spChg>
        <pc:spChg chg="add mod">
          <ac:chgData name="Khaled taha" userId="912087602c74ab8a" providerId="LiveId" clId="{58B121E7-63A7-4330-86D4-8A88A1192A57}" dt="2025-07-05T16:46:11.243" v="25464" actId="1076"/>
          <ac:spMkLst>
            <pc:docMk/>
            <pc:sldMk cId="1226055961" sldId="454"/>
            <ac:spMk id="18" creationId="{579C1F7F-8417-A24C-8FA4-A2E5CA19C700}"/>
          </ac:spMkLst>
        </pc:spChg>
        <pc:spChg chg="add mod">
          <ac:chgData name="Khaled taha" userId="912087602c74ab8a" providerId="LiveId" clId="{58B121E7-63A7-4330-86D4-8A88A1192A57}" dt="2025-07-05T16:45:30.536" v="25459" actId="1076"/>
          <ac:spMkLst>
            <pc:docMk/>
            <pc:sldMk cId="1226055961" sldId="454"/>
            <ac:spMk id="19" creationId="{02E3F829-296E-2E28-2E04-9AB960D04E1A}"/>
          </ac:spMkLst>
        </pc:spChg>
      </pc:sldChg>
      <pc:sldChg chg="addSp delSp modSp add del mod modTransition">
        <pc:chgData name="Khaled taha" userId="912087602c74ab8a" providerId="LiveId" clId="{58B121E7-63A7-4330-86D4-8A88A1192A57}" dt="2025-07-03T15:24:03.402" v="6283" actId="47"/>
        <pc:sldMkLst>
          <pc:docMk/>
          <pc:sldMk cId="1821076074" sldId="454"/>
        </pc:sldMkLst>
      </pc:sldChg>
      <pc:sldChg chg="add del">
        <pc:chgData name="Khaled taha" userId="912087602c74ab8a" providerId="LiveId" clId="{58B121E7-63A7-4330-86D4-8A88A1192A57}" dt="2025-07-03T15:11:59.459" v="6216" actId="47"/>
        <pc:sldMkLst>
          <pc:docMk/>
          <pc:sldMk cId="1949749712" sldId="454"/>
        </pc:sldMkLst>
      </pc:sldChg>
      <pc:sldChg chg="addSp modSp add del mod modTransition">
        <pc:chgData name="Khaled taha" userId="912087602c74ab8a" providerId="LiveId" clId="{58B121E7-63A7-4330-86D4-8A88A1192A57}" dt="2025-07-04T14:58:54.697" v="14031" actId="47"/>
        <pc:sldMkLst>
          <pc:docMk/>
          <pc:sldMk cId="3257806311" sldId="454"/>
        </pc:sldMkLst>
      </pc:sldChg>
      <pc:sldChg chg="add del">
        <pc:chgData name="Khaled taha" userId="912087602c74ab8a" providerId="LiveId" clId="{58B121E7-63A7-4330-86D4-8A88A1192A57}" dt="2025-07-04T14:58:54.697" v="14031" actId="47"/>
        <pc:sldMkLst>
          <pc:docMk/>
          <pc:sldMk cId="929231378" sldId="455"/>
        </pc:sldMkLst>
      </pc:sldChg>
      <pc:sldChg chg="addSp delSp modSp add del mod modTransition">
        <pc:chgData name="Khaled taha" userId="912087602c74ab8a" providerId="LiveId" clId="{58B121E7-63A7-4330-86D4-8A88A1192A57}" dt="2025-07-03T15:24:03.402" v="6283" actId="47"/>
        <pc:sldMkLst>
          <pc:docMk/>
          <pc:sldMk cId="1127123354" sldId="455"/>
        </pc:sldMkLst>
      </pc:sldChg>
      <pc:sldChg chg="addSp delSp modSp add del mod modTransition">
        <pc:chgData name="Khaled taha" userId="912087602c74ab8a" providerId="LiveId" clId="{58B121E7-63A7-4330-86D4-8A88A1192A57}" dt="2025-07-05T04:28:49.768" v="20251"/>
        <pc:sldMkLst>
          <pc:docMk/>
          <pc:sldMk cId="1302419262" sldId="455"/>
        </pc:sldMkLst>
        <pc:spChg chg="add mod">
          <ac:chgData name="Khaled taha" userId="912087602c74ab8a" providerId="LiveId" clId="{58B121E7-63A7-4330-86D4-8A88A1192A57}" dt="2025-07-05T04:28:49.768" v="20251"/>
          <ac:spMkLst>
            <pc:docMk/>
            <pc:sldMk cId="1302419262" sldId="455"/>
            <ac:spMk id="4" creationId="{5737A821-D803-5371-B1B8-C2D39279ABDE}"/>
          </ac:spMkLst>
        </pc:spChg>
        <pc:spChg chg="add mod ord">
          <ac:chgData name="Khaled taha" userId="912087602c74ab8a" providerId="LiveId" clId="{58B121E7-63A7-4330-86D4-8A88A1192A57}" dt="2025-07-04T18:11:14.614" v="18748" actId="167"/>
          <ac:spMkLst>
            <pc:docMk/>
            <pc:sldMk cId="1302419262" sldId="455"/>
            <ac:spMk id="13" creationId="{C178C04F-90EC-6A0F-547B-B7F94CDAFB55}"/>
          </ac:spMkLst>
        </pc:spChg>
        <pc:spChg chg="del">
          <ac:chgData name="Khaled taha" userId="912087602c74ab8a" providerId="LiveId" clId="{58B121E7-63A7-4330-86D4-8A88A1192A57}" dt="2025-07-05T04:28:49.455" v="20250" actId="478"/>
          <ac:spMkLst>
            <pc:docMk/>
            <pc:sldMk cId="1302419262" sldId="455"/>
            <ac:spMk id="75" creationId="{48DF5F68-E7C1-5D69-FAE5-2AA659093284}"/>
          </ac:spMkLst>
        </pc:spChg>
        <pc:picChg chg="add mod">
          <ac:chgData name="Khaled taha" userId="912087602c74ab8a" providerId="LiveId" clId="{58B121E7-63A7-4330-86D4-8A88A1192A57}" dt="2025-07-05T04:28:49.768" v="20251"/>
          <ac:picMkLst>
            <pc:docMk/>
            <pc:sldMk cId="1302419262" sldId="455"/>
            <ac:picMk id="2" creationId="{292DA606-4E06-1AF5-6E3C-2D919B3A86D6}"/>
          </ac:picMkLst>
        </pc:picChg>
        <pc:picChg chg="del">
          <ac:chgData name="Khaled taha" userId="912087602c74ab8a" providerId="LiveId" clId="{58B121E7-63A7-4330-86D4-8A88A1192A57}" dt="2025-07-05T04:28:49.455" v="20250" actId="478"/>
          <ac:picMkLst>
            <pc:docMk/>
            <pc:sldMk cId="1302419262" sldId="455"/>
            <ac:picMk id="74" creationId="{F4127F84-6C48-B82E-82B3-9174A2A5A504}"/>
          </ac:picMkLst>
        </pc:picChg>
      </pc:sldChg>
      <pc:sldChg chg="delSp modSp add del mod ord">
        <pc:chgData name="Khaled taha" userId="912087602c74ab8a" providerId="LiveId" clId="{58B121E7-63A7-4330-86D4-8A88A1192A57}" dt="2025-07-04T15:03:18.930" v="14309" actId="47"/>
        <pc:sldMkLst>
          <pc:docMk/>
          <pc:sldMk cId="2040858154" sldId="455"/>
        </pc:sldMkLst>
      </pc:sldChg>
      <pc:sldChg chg="add del">
        <pc:chgData name="Khaled taha" userId="912087602c74ab8a" providerId="LiveId" clId="{58B121E7-63A7-4330-86D4-8A88A1192A57}" dt="2025-07-03T15:11:59.459" v="6216" actId="47"/>
        <pc:sldMkLst>
          <pc:docMk/>
          <pc:sldMk cId="2686478336" sldId="455"/>
        </pc:sldMkLst>
      </pc:sldChg>
      <pc:sldChg chg="addSp delSp modSp add del mod">
        <pc:chgData name="Khaled taha" userId="912087602c74ab8a" providerId="LiveId" clId="{58B121E7-63A7-4330-86D4-8A88A1192A57}" dt="2025-07-03T15:07:55.653" v="6189" actId="47"/>
        <pc:sldMkLst>
          <pc:docMk/>
          <pc:sldMk cId="4164836221" sldId="455"/>
        </pc:sldMkLst>
      </pc:sldChg>
      <pc:sldChg chg="addSp delSp modSp add del mod modTransition">
        <pc:chgData name="Khaled taha" userId="912087602c74ab8a" providerId="LiveId" clId="{58B121E7-63A7-4330-86D4-8A88A1192A57}" dt="2025-07-03T15:24:03.402" v="6283" actId="47"/>
        <pc:sldMkLst>
          <pc:docMk/>
          <pc:sldMk cId="545094184" sldId="456"/>
        </pc:sldMkLst>
      </pc:sldChg>
      <pc:sldChg chg="add del">
        <pc:chgData name="Khaled taha" userId="912087602c74ab8a" providerId="LiveId" clId="{58B121E7-63A7-4330-86D4-8A88A1192A57}" dt="2025-07-04T14:56:22.472" v="13806"/>
        <pc:sldMkLst>
          <pc:docMk/>
          <pc:sldMk cId="599553926" sldId="456"/>
        </pc:sldMkLst>
      </pc:sldChg>
      <pc:sldChg chg="addSp delSp modSp add del mod">
        <pc:chgData name="Khaled taha" userId="912087602c74ab8a" providerId="LiveId" clId="{58B121E7-63A7-4330-86D4-8A88A1192A57}" dt="2025-07-03T15:07:55.653" v="6189" actId="47"/>
        <pc:sldMkLst>
          <pc:docMk/>
          <pc:sldMk cId="720214499" sldId="456"/>
        </pc:sldMkLst>
      </pc:sldChg>
      <pc:sldChg chg="add del">
        <pc:chgData name="Khaled taha" userId="912087602c74ab8a" providerId="LiveId" clId="{58B121E7-63A7-4330-86D4-8A88A1192A57}" dt="2025-07-04T14:58:54.697" v="14031" actId="47"/>
        <pc:sldMkLst>
          <pc:docMk/>
          <pc:sldMk cId="3059887951" sldId="456"/>
        </pc:sldMkLst>
      </pc:sldChg>
      <pc:sldChg chg="addSp delSp modSp add del mod modTransition delAnim modAnim">
        <pc:chgData name="Khaled taha" userId="912087602c74ab8a" providerId="LiveId" clId="{58B121E7-63A7-4330-86D4-8A88A1192A57}" dt="2025-07-04T16:01:05.617" v="14961" actId="47"/>
        <pc:sldMkLst>
          <pc:docMk/>
          <pc:sldMk cId="3366870694" sldId="456"/>
        </pc:sldMkLst>
      </pc:sldChg>
      <pc:sldChg chg="addSp delSp add del mod ord">
        <pc:chgData name="Khaled taha" userId="912087602c74ab8a" providerId="LiveId" clId="{58B121E7-63A7-4330-86D4-8A88A1192A57}" dt="2025-07-04T15:59:55.868" v="14939"/>
        <pc:sldMkLst>
          <pc:docMk/>
          <pc:sldMk cId="1207525836" sldId="457"/>
        </pc:sldMkLst>
      </pc:sldChg>
      <pc:sldChg chg="modSp add del mod modTransition">
        <pc:chgData name="Khaled taha" userId="912087602c74ab8a" providerId="LiveId" clId="{58B121E7-63A7-4330-86D4-8A88A1192A57}" dt="2025-07-03T15:24:08.970" v="6284" actId="47"/>
        <pc:sldMkLst>
          <pc:docMk/>
          <pc:sldMk cId="1221780073" sldId="457"/>
        </pc:sldMkLst>
      </pc:sldChg>
      <pc:sldChg chg="addSp delSp modSp add del mod ord modTransition setBg modAnim">
        <pc:chgData name="Khaled taha" userId="912087602c74ab8a" providerId="LiveId" clId="{58B121E7-63A7-4330-86D4-8A88A1192A57}" dt="2025-07-04T18:04:50.702" v="18711"/>
        <pc:sldMkLst>
          <pc:docMk/>
          <pc:sldMk cId="2932879811" sldId="457"/>
        </pc:sldMkLst>
        <pc:spChg chg="add mod ord">
          <ac:chgData name="Khaled taha" userId="912087602c74ab8a" providerId="LiveId" clId="{58B121E7-63A7-4330-86D4-8A88A1192A57}" dt="2025-07-04T16:13:09.905" v="15051" actId="1076"/>
          <ac:spMkLst>
            <pc:docMk/>
            <pc:sldMk cId="2932879811" sldId="457"/>
            <ac:spMk id="4" creationId="{026FBA2A-404C-862C-8F59-938CC16DED72}"/>
          </ac:spMkLst>
        </pc:spChg>
        <pc:spChg chg="add del mod">
          <ac:chgData name="Khaled taha" userId="912087602c74ab8a" providerId="LiveId" clId="{58B121E7-63A7-4330-86D4-8A88A1192A57}" dt="2025-07-04T16:13:13.303" v="15052" actId="1076"/>
          <ac:spMkLst>
            <pc:docMk/>
            <pc:sldMk cId="2932879811" sldId="457"/>
            <ac:spMk id="21" creationId="{54EF5C79-F69A-D5AA-8389-82C0E4917780}"/>
          </ac:spMkLst>
        </pc:spChg>
        <pc:picChg chg="mod ord">
          <ac:chgData name="Khaled taha" userId="912087602c74ab8a" providerId="LiveId" clId="{58B121E7-63A7-4330-86D4-8A88A1192A57}" dt="2025-07-04T16:09:58.847" v="15028" actId="1076"/>
          <ac:picMkLst>
            <pc:docMk/>
            <pc:sldMk cId="2932879811" sldId="457"/>
            <ac:picMk id="18" creationId="{C4D66CCA-180D-7DBF-2C17-F0E33C2DE616}"/>
          </ac:picMkLst>
        </pc:picChg>
      </pc:sldChg>
      <pc:sldChg chg="addSp delSp modSp add del mod">
        <pc:chgData name="Khaled taha" userId="912087602c74ab8a" providerId="LiveId" clId="{58B121E7-63A7-4330-86D4-8A88A1192A57}" dt="2025-07-03T15:07:55.653" v="6189" actId="47"/>
        <pc:sldMkLst>
          <pc:docMk/>
          <pc:sldMk cId="2950464584" sldId="457"/>
        </pc:sldMkLst>
      </pc:sldChg>
      <pc:sldChg chg="addSp delSp modSp add del mod">
        <pc:chgData name="Khaled taha" userId="912087602c74ab8a" providerId="LiveId" clId="{58B121E7-63A7-4330-86D4-8A88A1192A57}" dt="2025-07-03T14:42:57.414" v="6018" actId="47"/>
        <pc:sldMkLst>
          <pc:docMk/>
          <pc:sldMk cId="628600698" sldId="458"/>
        </pc:sldMkLst>
      </pc:sldChg>
      <pc:sldChg chg="modSp add del mod modTransition">
        <pc:chgData name="Khaled taha" userId="912087602c74ab8a" providerId="LiveId" clId="{58B121E7-63A7-4330-86D4-8A88A1192A57}" dt="2025-07-03T15:24:08.970" v="6284" actId="47"/>
        <pc:sldMkLst>
          <pc:docMk/>
          <pc:sldMk cId="2289212420" sldId="458"/>
        </pc:sldMkLst>
      </pc:sldChg>
      <pc:sldChg chg="addSp delSp modSp add mod modTransition modAnim">
        <pc:chgData name="Khaled taha" userId="912087602c74ab8a" providerId="LiveId" clId="{58B121E7-63A7-4330-86D4-8A88A1192A57}" dt="2025-07-06T04:49:21.382" v="33016" actId="207"/>
        <pc:sldMkLst>
          <pc:docMk/>
          <pc:sldMk cId="4112654487" sldId="458"/>
        </pc:sldMkLst>
        <pc:spChg chg="add mod">
          <ac:chgData name="Khaled taha" userId="912087602c74ab8a" providerId="LiveId" clId="{58B121E7-63A7-4330-86D4-8A88A1192A57}" dt="2025-07-04T16:08:35.627" v="15012" actId="207"/>
          <ac:spMkLst>
            <pc:docMk/>
            <pc:sldMk cId="4112654487" sldId="458"/>
            <ac:spMk id="3" creationId="{76F2BD1B-C8C3-15B9-BC77-9E2F3E50B462}"/>
          </ac:spMkLst>
        </pc:spChg>
        <pc:spChg chg="add mod">
          <ac:chgData name="Khaled taha" userId="912087602c74ab8a" providerId="LiveId" clId="{58B121E7-63A7-4330-86D4-8A88A1192A57}" dt="2025-07-06T04:49:21.382" v="33016" actId="207"/>
          <ac:spMkLst>
            <pc:docMk/>
            <pc:sldMk cId="4112654487" sldId="458"/>
            <ac:spMk id="4" creationId="{4DD065B3-BF6D-9992-1DA3-E9207FE551AE}"/>
          </ac:spMkLst>
        </pc:spChg>
      </pc:sldChg>
      <pc:sldChg chg="addSp delSp modSp add del mod">
        <pc:chgData name="Khaled taha" userId="912087602c74ab8a" providerId="LiveId" clId="{58B121E7-63A7-4330-86D4-8A88A1192A57}" dt="2025-07-04T16:47:05.105" v="15151" actId="47"/>
        <pc:sldMkLst>
          <pc:docMk/>
          <pc:sldMk cId="75233312" sldId="459"/>
        </pc:sldMkLst>
      </pc:sldChg>
      <pc:sldChg chg="modSp add del mod modTransition">
        <pc:chgData name="Khaled taha" userId="912087602c74ab8a" providerId="LiveId" clId="{58B121E7-63A7-4330-86D4-8A88A1192A57}" dt="2025-07-03T15:24:08.970" v="6284" actId="47"/>
        <pc:sldMkLst>
          <pc:docMk/>
          <pc:sldMk cId="2792521857" sldId="459"/>
        </pc:sldMkLst>
      </pc:sldChg>
      <pc:sldChg chg="add del">
        <pc:chgData name="Khaled taha" userId="912087602c74ab8a" providerId="LiveId" clId="{58B121E7-63A7-4330-86D4-8A88A1192A57}" dt="2025-07-04T16:02:50.139" v="14980"/>
        <pc:sldMkLst>
          <pc:docMk/>
          <pc:sldMk cId="2877100464" sldId="459"/>
        </pc:sldMkLst>
      </pc:sldChg>
      <pc:sldChg chg="addSp delSp modSp add mod modTransition">
        <pc:chgData name="Khaled taha" userId="912087602c74ab8a" providerId="LiveId" clId="{58B121E7-63A7-4330-86D4-8A88A1192A57}" dt="2025-07-06T03:24:27.725" v="31781" actId="1076"/>
        <pc:sldMkLst>
          <pc:docMk/>
          <pc:sldMk cId="1475547962" sldId="460"/>
        </pc:sldMkLst>
        <pc:spChg chg="add del mod">
          <ac:chgData name="Khaled taha" userId="912087602c74ab8a" providerId="LiveId" clId="{58B121E7-63A7-4330-86D4-8A88A1192A57}" dt="2025-07-05T04:02:58.146" v="19739" actId="478"/>
          <ac:spMkLst>
            <pc:docMk/>
            <pc:sldMk cId="1475547962" sldId="460"/>
            <ac:spMk id="4" creationId="{0991425D-B23E-55F9-0FDF-5A94FD1ECB24}"/>
          </ac:spMkLst>
        </pc:spChg>
        <pc:spChg chg="add del mod">
          <ac:chgData name="Khaled taha" userId="912087602c74ab8a" providerId="LiveId" clId="{58B121E7-63A7-4330-86D4-8A88A1192A57}" dt="2025-07-05T16:08:33.184" v="24974" actId="478"/>
          <ac:spMkLst>
            <pc:docMk/>
            <pc:sldMk cId="1475547962" sldId="460"/>
            <ac:spMk id="4" creationId="{F93397E1-8809-FA2B-4F09-883BE3653A0C}"/>
          </ac:spMkLst>
        </pc:spChg>
        <pc:spChg chg="add del mod">
          <ac:chgData name="Khaled taha" userId="912087602c74ab8a" providerId="LiveId" clId="{58B121E7-63A7-4330-86D4-8A88A1192A57}" dt="2025-07-05T04:02:58.944" v="19740" actId="478"/>
          <ac:spMkLst>
            <pc:docMk/>
            <pc:sldMk cId="1475547962" sldId="460"/>
            <ac:spMk id="5" creationId="{B8CDC271-5D4F-133E-FA30-1819623F80AE}"/>
          </ac:spMkLst>
        </pc:spChg>
        <pc:spChg chg="add del mod">
          <ac:chgData name="Khaled taha" userId="912087602c74ab8a" providerId="LiveId" clId="{58B121E7-63A7-4330-86D4-8A88A1192A57}" dt="2025-07-05T16:09:09.165" v="24983" actId="478"/>
          <ac:spMkLst>
            <pc:docMk/>
            <pc:sldMk cId="1475547962" sldId="460"/>
            <ac:spMk id="8" creationId="{0760E8D9-9992-CDE3-0930-D9233B762A58}"/>
          </ac:spMkLst>
        </pc:spChg>
        <pc:spChg chg="add mod">
          <ac:chgData name="Khaled taha" userId="912087602c74ab8a" providerId="LiveId" clId="{58B121E7-63A7-4330-86D4-8A88A1192A57}" dt="2025-07-05T16:09:09.412" v="24984"/>
          <ac:spMkLst>
            <pc:docMk/>
            <pc:sldMk cId="1475547962" sldId="460"/>
            <ac:spMk id="11" creationId="{CEBCFE4B-14AB-F6AC-99F2-96CEAB85080B}"/>
          </ac:spMkLst>
        </pc:spChg>
        <pc:spChg chg="add mod">
          <ac:chgData name="Khaled taha" userId="912087602c74ab8a" providerId="LiveId" clId="{58B121E7-63A7-4330-86D4-8A88A1192A57}" dt="2025-07-05T04:26:03.778" v="20236" actId="207"/>
          <ac:spMkLst>
            <pc:docMk/>
            <pc:sldMk cId="1475547962" sldId="460"/>
            <ac:spMk id="12" creationId="{5F912B7B-B6DD-2107-6FD3-DB2D96FF9517}"/>
          </ac:spMkLst>
        </pc:spChg>
        <pc:spChg chg="add mod">
          <ac:chgData name="Khaled taha" userId="912087602c74ab8a" providerId="LiveId" clId="{58B121E7-63A7-4330-86D4-8A88A1192A57}" dt="2025-07-05T04:26:03.778" v="20236" actId="207"/>
          <ac:spMkLst>
            <pc:docMk/>
            <pc:sldMk cId="1475547962" sldId="460"/>
            <ac:spMk id="13" creationId="{442A4006-1B9E-50E5-30D0-C399790BFF85}"/>
          </ac:spMkLst>
        </pc:spChg>
        <pc:spChg chg="add mod">
          <ac:chgData name="Khaled taha" userId="912087602c74ab8a" providerId="LiveId" clId="{58B121E7-63A7-4330-86D4-8A88A1192A57}" dt="2025-07-06T03:24:27.725" v="31781" actId="1076"/>
          <ac:spMkLst>
            <pc:docMk/>
            <pc:sldMk cId="1475547962" sldId="460"/>
            <ac:spMk id="18" creationId="{431A48B3-88D0-A4E6-2B36-1371E8029499}"/>
          </ac:spMkLst>
        </pc:spChg>
        <pc:spChg chg="add del mod">
          <ac:chgData name="Khaled taha" userId="912087602c74ab8a" providerId="LiveId" clId="{58B121E7-63A7-4330-86D4-8A88A1192A57}" dt="2025-07-05T04:00:55.361" v="19722" actId="478"/>
          <ac:spMkLst>
            <pc:docMk/>
            <pc:sldMk cId="1475547962" sldId="460"/>
            <ac:spMk id="19" creationId="{E581AA50-68AD-5BD1-E460-BF31504A760C}"/>
          </ac:spMkLst>
        </pc:spChg>
        <pc:spChg chg="add mod">
          <ac:chgData name="Khaled taha" userId="912087602c74ab8a" providerId="LiveId" clId="{58B121E7-63A7-4330-86D4-8A88A1192A57}" dt="2025-07-05T04:04:56.074" v="19757" actId="1076"/>
          <ac:spMkLst>
            <pc:docMk/>
            <pc:sldMk cId="1475547962" sldId="460"/>
            <ac:spMk id="26" creationId="{22340FC8-1B81-0D87-E2D3-BF717BCDBBEF}"/>
          </ac:spMkLst>
        </pc:spChg>
        <pc:spChg chg="add del mod">
          <ac:chgData name="Khaled taha" userId="912087602c74ab8a" providerId="LiveId" clId="{58B121E7-63A7-4330-86D4-8A88A1192A57}" dt="2025-07-05T04:00:55.361" v="19722" actId="478"/>
          <ac:spMkLst>
            <pc:docMk/>
            <pc:sldMk cId="1475547962" sldId="460"/>
            <ac:spMk id="27" creationId="{B1EB33BF-706D-B322-08C4-E5F1979B1592}"/>
          </ac:spMkLst>
        </pc:spChg>
        <pc:spChg chg="del">
          <ac:chgData name="Khaled taha" userId="912087602c74ab8a" providerId="LiveId" clId="{58B121E7-63A7-4330-86D4-8A88A1192A57}" dt="2025-07-05T16:05:17.469" v="24938" actId="478"/>
          <ac:spMkLst>
            <pc:docMk/>
            <pc:sldMk cId="1475547962" sldId="460"/>
            <ac:spMk id="70" creationId="{CA6D9E0B-2A4C-6693-A1AE-15C25E6C516F}"/>
          </ac:spMkLst>
        </pc:spChg>
        <pc:picChg chg="del">
          <ac:chgData name="Khaled taha" userId="912087602c74ab8a" providerId="LiveId" clId="{58B121E7-63A7-4330-86D4-8A88A1192A57}" dt="2025-07-05T16:05:17.469" v="24938" actId="478"/>
          <ac:picMkLst>
            <pc:docMk/>
            <pc:sldMk cId="1475547962" sldId="460"/>
            <ac:picMk id="2" creationId="{97E3F90F-DCD9-4472-391A-B91B2141E1F1}"/>
          </ac:picMkLst>
        </pc:picChg>
        <pc:picChg chg="add del mod">
          <ac:chgData name="Khaled taha" userId="912087602c74ab8a" providerId="LiveId" clId="{58B121E7-63A7-4330-86D4-8A88A1192A57}" dt="2025-07-05T16:05:55.894" v="24953" actId="478"/>
          <ac:picMkLst>
            <pc:docMk/>
            <pc:sldMk cId="1475547962" sldId="460"/>
            <ac:picMk id="5" creationId="{DD7E53F2-4790-423C-DC19-7FAD00DA3327}"/>
          </ac:picMkLst>
        </pc:picChg>
        <pc:picChg chg="add del mod">
          <ac:chgData name="Khaled taha" userId="912087602c74ab8a" providerId="LiveId" clId="{58B121E7-63A7-4330-86D4-8A88A1192A57}" dt="2025-07-05T16:08:33.184" v="24974" actId="478"/>
          <ac:picMkLst>
            <pc:docMk/>
            <pc:sldMk cId="1475547962" sldId="460"/>
            <ac:picMk id="7" creationId="{EE6F6E0D-5F70-790A-AFFF-47D53C3840BE}"/>
          </ac:picMkLst>
        </pc:picChg>
        <pc:picChg chg="add del mod">
          <ac:chgData name="Khaled taha" userId="912087602c74ab8a" providerId="LiveId" clId="{58B121E7-63A7-4330-86D4-8A88A1192A57}" dt="2025-07-05T16:09:09.165" v="24983" actId="478"/>
          <ac:picMkLst>
            <pc:docMk/>
            <pc:sldMk cId="1475547962" sldId="460"/>
            <ac:picMk id="9" creationId="{09E17D9D-C0DE-0FCA-E606-B769034C0CF0}"/>
          </ac:picMkLst>
        </pc:picChg>
        <pc:picChg chg="add mod">
          <ac:chgData name="Khaled taha" userId="912087602c74ab8a" providerId="LiveId" clId="{58B121E7-63A7-4330-86D4-8A88A1192A57}" dt="2025-07-05T16:09:09.412" v="24984"/>
          <ac:picMkLst>
            <pc:docMk/>
            <pc:sldMk cId="1475547962" sldId="460"/>
            <ac:picMk id="14" creationId="{F6B8A77E-9627-17EA-098C-DF8AB3061C90}"/>
          </ac:picMkLst>
        </pc:picChg>
        <pc:cxnChg chg="del">
          <ac:chgData name="Khaled taha" userId="912087602c74ab8a" providerId="LiveId" clId="{58B121E7-63A7-4330-86D4-8A88A1192A57}" dt="2025-07-05T16:05:17.469" v="24938" actId="478"/>
          <ac:cxnSpMkLst>
            <pc:docMk/>
            <pc:sldMk cId="1475547962" sldId="460"/>
            <ac:cxnSpMk id="3" creationId="{D580B4AC-3358-CB2B-D897-92FCDBE0C74C}"/>
          </ac:cxnSpMkLst>
        </pc:cxnChg>
        <pc:cxnChg chg="add del mod">
          <ac:chgData name="Khaled taha" userId="912087602c74ab8a" providerId="LiveId" clId="{58B121E7-63A7-4330-86D4-8A88A1192A57}" dt="2025-07-05T16:08:33.184" v="24974" actId="478"/>
          <ac:cxnSpMkLst>
            <pc:docMk/>
            <pc:sldMk cId="1475547962" sldId="460"/>
            <ac:cxnSpMk id="6" creationId="{5171E06C-28B7-4CFF-AD80-02BB2CE216D5}"/>
          </ac:cxnSpMkLst>
        </pc:cxnChg>
        <pc:cxnChg chg="add del mod">
          <ac:chgData name="Khaled taha" userId="912087602c74ab8a" providerId="LiveId" clId="{58B121E7-63A7-4330-86D4-8A88A1192A57}" dt="2025-07-05T16:09:09.165" v="24983" actId="478"/>
          <ac:cxnSpMkLst>
            <pc:docMk/>
            <pc:sldMk cId="1475547962" sldId="460"/>
            <ac:cxnSpMk id="10" creationId="{0CCE8B55-36ED-391E-3FCE-8BE1BFEFC837}"/>
          </ac:cxnSpMkLst>
        </pc:cxnChg>
        <pc:cxnChg chg="add del mod">
          <ac:chgData name="Khaled taha" userId="912087602c74ab8a" providerId="LiveId" clId="{58B121E7-63A7-4330-86D4-8A88A1192A57}" dt="2025-07-05T16:23:29.842" v="25149" actId="478"/>
          <ac:cxnSpMkLst>
            <pc:docMk/>
            <pc:sldMk cId="1475547962" sldId="460"/>
            <ac:cxnSpMk id="15" creationId="{A0D23700-94F7-E4D2-E46A-FBD13AA4DE68}"/>
          </ac:cxnSpMkLst>
        </pc:cxnChg>
        <pc:cxnChg chg="add mod">
          <ac:chgData name="Khaled taha" userId="912087602c74ab8a" providerId="LiveId" clId="{58B121E7-63A7-4330-86D4-8A88A1192A57}" dt="2025-07-05T16:23:30.070" v="25150"/>
          <ac:cxnSpMkLst>
            <pc:docMk/>
            <pc:sldMk cId="1475547962" sldId="460"/>
            <ac:cxnSpMk id="16" creationId="{5EB075B3-D5C8-E139-D396-CA7D63AEDABF}"/>
          </ac:cxnSpMkLst>
        </pc:cxnChg>
      </pc:sldChg>
      <pc:sldChg chg="modSp add del mod modTransition">
        <pc:chgData name="Khaled taha" userId="912087602c74ab8a" providerId="LiveId" clId="{58B121E7-63A7-4330-86D4-8A88A1192A57}" dt="2025-07-03T15:24:08.970" v="6284" actId="47"/>
        <pc:sldMkLst>
          <pc:docMk/>
          <pc:sldMk cId="4281409758" sldId="460"/>
        </pc:sldMkLst>
      </pc:sldChg>
      <pc:sldChg chg="addSp delSp modSp add del mod ord modTransition setBg modAnim">
        <pc:chgData name="Khaled taha" userId="912087602c74ab8a" providerId="LiveId" clId="{58B121E7-63A7-4330-86D4-8A88A1192A57}" dt="2025-07-04T18:20:51.469" v="18777" actId="47"/>
        <pc:sldMkLst>
          <pc:docMk/>
          <pc:sldMk cId="458362576" sldId="461"/>
        </pc:sldMkLst>
      </pc:sldChg>
      <pc:sldChg chg="addSp delSp modSp add del mod">
        <pc:chgData name="Khaled taha" userId="912087602c74ab8a" providerId="LiveId" clId="{58B121E7-63A7-4330-86D4-8A88A1192A57}" dt="2025-07-04T17:01:25.330" v="15422" actId="47"/>
        <pc:sldMkLst>
          <pc:docMk/>
          <pc:sldMk cId="480019183" sldId="461"/>
        </pc:sldMkLst>
      </pc:sldChg>
      <pc:sldChg chg="addSp modSp add del mod">
        <pc:chgData name="Khaled taha" userId="912087602c74ab8a" providerId="LiveId" clId="{58B121E7-63A7-4330-86D4-8A88A1192A57}" dt="2025-07-04T16:47:01.024" v="15150" actId="47"/>
        <pc:sldMkLst>
          <pc:docMk/>
          <pc:sldMk cId="1164986676" sldId="461"/>
        </pc:sldMkLst>
      </pc:sldChg>
      <pc:sldChg chg="add del">
        <pc:chgData name="Khaled taha" userId="912087602c74ab8a" providerId="LiveId" clId="{58B121E7-63A7-4330-86D4-8A88A1192A57}" dt="2025-07-03T15:24:08.970" v="6284" actId="47"/>
        <pc:sldMkLst>
          <pc:docMk/>
          <pc:sldMk cId="3876340572" sldId="461"/>
        </pc:sldMkLst>
      </pc:sldChg>
      <pc:sldChg chg="addSp delSp modSp add del mod">
        <pc:chgData name="Khaled taha" userId="912087602c74ab8a" providerId="LiveId" clId="{58B121E7-63A7-4330-86D4-8A88A1192A57}" dt="2025-07-04T17:01:25.330" v="15422" actId="47"/>
        <pc:sldMkLst>
          <pc:docMk/>
          <pc:sldMk cId="207017443" sldId="462"/>
        </pc:sldMkLst>
      </pc:sldChg>
      <pc:sldChg chg="add del">
        <pc:chgData name="Khaled taha" userId="912087602c74ab8a" providerId="LiveId" clId="{58B121E7-63A7-4330-86D4-8A88A1192A57}" dt="2025-07-03T15:24:03.402" v="6283" actId="47"/>
        <pc:sldMkLst>
          <pc:docMk/>
          <pc:sldMk cId="433786666" sldId="462"/>
        </pc:sldMkLst>
      </pc:sldChg>
      <pc:sldChg chg="add del">
        <pc:chgData name="Khaled taha" userId="912087602c74ab8a" providerId="LiveId" clId="{58B121E7-63A7-4330-86D4-8A88A1192A57}" dt="2025-07-03T15:18:54.286" v="6276"/>
        <pc:sldMkLst>
          <pc:docMk/>
          <pc:sldMk cId="2005582776" sldId="462"/>
        </pc:sldMkLst>
      </pc:sldChg>
      <pc:sldChg chg="addSp delSp modSp add mod modTransition">
        <pc:chgData name="Khaled taha" userId="912087602c74ab8a" providerId="LiveId" clId="{58B121E7-63A7-4330-86D4-8A88A1192A57}" dt="2025-07-06T03:26:15.090" v="31806" actId="20577"/>
        <pc:sldMkLst>
          <pc:docMk/>
          <pc:sldMk cId="2629790146" sldId="462"/>
        </pc:sldMkLst>
        <pc:spChg chg="add del mod">
          <ac:chgData name="Khaled taha" userId="912087602c74ab8a" providerId="LiveId" clId="{58B121E7-63A7-4330-86D4-8A88A1192A57}" dt="2025-07-05T16:05:24.872" v="24942" actId="478"/>
          <ac:spMkLst>
            <pc:docMk/>
            <pc:sldMk cId="2629790146" sldId="462"/>
            <ac:spMk id="4" creationId="{A739C595-495D-46DB-5768-AD0CE36D19C9}"/>
          </ac:spMkLst>
        </pc:spChg>
        <pc:spChg chg="add mod">
          <ac:chgData name="Khaled taha" userId="912087602c74ab8a" providerId="LiveId" clId="{58B121E7-63A7-4330-86D4-8A88A1192A57}" dt="2025-07-05T03:59:28.270" v="19690"/>
          <ac:spMkLst>
            <pc:docMk/>
            <pc:sldMk cId="2629790146" sldId="462"/>
            <ac:spMk id="4" creationId="{B835FBB3-7473-FD04-C9E7-3FFFED028854}"/>
          </ac:spMkLst>
        </pc:spChg>
        <pc:spChg chg="add mod">
          <ac:chgData name="Khaled taha" userId="912087602c74ab8a" providerId="LiveId" clId="{58B121E7-63A7-4330-86D4-8A88A1192A57}" dt="2025-07-05T03:59:48.575" v="19699"/>
          <ac:spMkLst>
            <pc:docMk/>
            <pc:sldMk cId="2629790146" sldId="462"/>
            <ac:spMk id="5" creationId="{94194B5C-8CE2-5B89-E983-1D4BB8E6DBF1}"/>
          </ac:spMkLst>
        </pc:spChg>
        <pc:spChg chg="add mod">
          <ac:chgData name="Khaled taha" userId="912087602c74ab8a" providerId="LiveId" clId="{58B121E7-63A7-4330-86D4-8A88A1192A57}" dt="2025-07-05T04:14:48.752" v="20006" actId="1076"/>
          <ac:spMkLst>
            <pc:docMk/>
            <pc:sldMk cId="2629790146" sldId="462"/>
            <ac:spMk id="6" creationId="{81DAAD76-D436-8249-CCDB-21C0C07E57FB}"/>
          </ac:spMkLst>
        </pc:spChg>
        <pc:spChg chg="add del mod">
          <ac:chgData name="Khaled taha" userId="912087602c74ab8a" providerId="LiveId" clId="{58B121E7-63A7-4330-86D4-8A88A1192A57}" dt="2025-07-05T04:04:36.944" v="19754" actId="478"/>
          <ac:spMkLst>
            <pc:docMk/>
            <pc:sldMk cId="2629790146" sldId="462"/>
            <ac:spMk id="7" creationId="{07C05E9D-E721-F53D-A58F-30E42EF2EC81}"/>
          </ac:spMkLst>
        </pc:spChg>
        <pc:spChg chg="add del mod">
          <ac:chgData name="Khaled taha" userId="912087602c74ab8a" providerId="LiveId" clId="{58B121E7-63A7-4330-86D4-8A88A1192A57}" dt="2025-07-05T16:08:39.706" v="24976" actId="478"/>
          <ac:spMkLst>
            <pc:docMk/>
            <pc:sldMk cId="2629790146" sldId="462"/>
            <ac:spMk id="8" creationId="{E0AD3293-6F04-706F-CE8E-6BE9264747AB}"/>
          </ac:spMkLst>
        </pc:spChg>
        <pc:spChg chg="add del mod">
          <ac:chgData name="Khaled taha" userId="912087602c74ab8a" providerId="LiveId" clId="{58B121E7-63A7-4330-86D4-8A88A1192A57}" dt="2025-07-05T04:05:10.940" v="19760" actId="1076"/>
          <ac:spMkLst>
            <pc:docMk/>
            <pc:sldMk cId="2629790146" sldId="462"/>
            <ac:spMk id="9" creationId="{1530D6D8-FF23-A350-02D0-1161677BE7D1}"/>
          </ac:spMkLst>
        </pc:spChg>
        <pc:spChg chg="add del mod">
          <ac:chgData name="Khaled taha" userId="912087602c74ab8a" providerId="LiveId" clId="{58B121E7-63A7-4330-86D4-8A88A1192A57}" dt="2025-07-05T04:02:56.219" v="19738" actId="478"/>
          <ac:spMkLst>
            <pc:docMk/>
            <pc:sldMk cId="2629790146" sldId="462"/>
            <ac:spMk id="10" creationId="{A41CD2B5-5842-6705-49E3-B5B4F5DB053B}"/>
          </ac:spMkLst>
        </pc:spChg>
        <pc:spChg chg="mod">
          <ac:chgData name="Khaled taha" userId="912087602c74ab8a" providerId="LiveId" clId="{58B121E7-63A7-4330-86D4-8A88A1192A57}" dt="2025-07-05T04:26:07.408" v="20237" actId="207"/>
          <ac:spMkLst>
            <pc:docMk/>
            <pc:sldMk cId="2629790146" sldId="462"/>
            <ac:spMk id="13" creationId="{BA229986-DA0C-2C73-F38A-DBD108C59AEF}"/>
          </ac:spMkLst>
        </pc:spChg>
        <pc:spChg chg="add del mod">
          <ac:chgData name="Khaled taha" userId="912087602c74ab8a" providerId="LiveId" clId="{58B121E7-63A7-4330-86D4-8A88A1192A57}" dt="2025-07-05T16:09:03.676" v="24981" actId="478"/>
          <ac:spMkLst>
            <pc:docMk/>
            <pc:sldMk cId="2629790146" sldId="462"/>
            <ac:spMk id="14" creationId="{277C7D80-8008-D3EE-7BB8-F01CFA0729BD}"/>
          </ac:spMkLst>
        </pc:spChg>
        <pc:spChg chg="add mod">
          <ac:chgData name="Khaled taha" userId="912087602c74ab8a" providerId="LiveId" clId="{58B121E7-63A7-4330-86D4-8A88A1192A57}" dt="2025-07-05T16:09:03.940" v="24982"/>
          <ac:spMkLst>
            <pc:docMk/>
            <pc:sldMk cId="2629790146" sldId="462"/>
            <ac:spMk id="17" creationId="{394B5881-A92D-B270-2FD4-97DC0079C85E}"/>
          </ac:spMkLst>
        </pc:spChg>
        <pc:spChg chg="add del mod">
          <ac:chgData name="Khaled taha" userId="912087602c74ab8a" providerId="LiveId" clId="{58B121E7-63A7-4330-86D4-8A88A1192A57}" dt="2025-07-05T04:02:55.616" v="19737" actId="478"/>
          <ac:spMkLst>
            <pc:docMk/>
            <pc:sldMk cId="2629790146" sldId="462"/>
            <ac:spMk id="19" creationId="{9E64D180-F90D-A449-B3B0-3C165BA7C568}"/>
          </ac:spMkLst>
        </pc:spChg>
        <pc:spChg chg="add del mod">
          <ac:chgData name="Khaled taha" userId="912087602c74ab8a" providerId="LiveId" clId="{58B121E7-63A7-4330-86D4-8A88A1192A57}" dt="2025-07-06T03:25:46.791" v="31788" actId="478"/>
          <ac:spMkLst>
            <pc:docMk/>
            <pc:sldMk cId="2629790146" sldId="462"/>
            <ac:spMk id="23" creationId="{9E5219C3-8226-4D7D-FBAF-C552854C8B2C}"/>
          </ac:spMkLst>
        </pc:spChg>
        <pc:spChg chg="add mod">
          <ac:chgData name="Khaled taha" userId="912087602c74ab8a" providerId="LiveId" clId="{58B121E7-63A7-4330-86D4-8A88A1192A57}" dt="2025-07-06T03:25:37.589" v="31785" actId="207"/>
          <ac:spMkLst>
            <pc:docMk/>
            <pc:sldMk cId="2629790146" sldId="462"/>
            <ac:spMk id="24" creationId="{800DBAC4-5931-8F65-2846-66EB3C716280}"/>
          </ac:spMkLst>
        </pc:spChg>
        <pc:spChg chg="add mod">
          <ac:chgData name="Khaled taha" userId="912087602c74ab8a" providerId="LiveId" clId="{58B121E7-63A7-4330-86D4-8A88A1192A57}" dt="2025-07-06T03:26:15.090" v="31806" actId="20577"/>
          <ac:spMkLst>
            <pc:docMk/>
            <pc:sldMk cId="2629790146" sldId="462"/>
            <ac:spMk id="25" creationId="{D8B5B87F-97E1-99B7-E29B-C149584F7783}"/>
          </ac:spMkLst>
        </pc:spChg>
        <pc:spChg chg="del">
          <ac:chgData name="Khaled taha" userId="912087602c74ab8a" providerId="LiveId" clId="{58B121E7-63A7-4330-86D4-8A88A1192A57}" dt="2025-07-05T16:04:48.778" v="24932" actId="478"/>
          <ac:spMkLst>
            <pc:docMk/>
            <pc:sldMk cId="2629790146" sldId="462"/>
            <ac:spMk id="70" creationId="{2B5ABDED-DE66-C15E-45A8-3AC838C11E57}"/>
          </ac:spMkLst>
        </pc:spChg>
        <pc:picChg chg="del">
          <ac:chgData name="Khaled taha" userId="912087602c74ab8a" providerId="LiveId" clId="{58B121E7-63A7-4330-86D4-8A88A1192A57}" dt="2025-07-05T16:04:48.778" v="24932" actId="478"/>
          <ac:picMkLst>
            <pc:docMk/>
            <pc:sldMk cId="2629790146" sldId="462"/>
            <ac:picMk id="2" creationId="{83DFCA24-687E-76EA-4563-F4361F275F4D}"/>
          </ac:picMkLst>
        </pc:picChg>
        <pc:picChg chg="add del mod">
          <ac:chgData name="Khaled taha" userId="912087602c74ab8a" providerId="LiveId" clId="{58B121E7-63A7-4330-86D4-8A88A1192A57}" dt="2025-07-05T16:05:24.872" v="24942" actId="478"/>
          <ac:picMkLst>
            <pc:docMk/>
            <pc:sldMk cId="2629790146" sldId="462"/>
            <ac:picMk id="5" creationId="{244BD908-0596-8948-9401-9DF87C9D6228}"/>
          </ac:picMkLst>
        </pc:picChg>
        <pc:picChg chg="add del mod">
          <ac:chgData name="Khaled taha" userId="912087602c74ab8a" providerId="LiveId" clId="{58B121E7-63A7-4330-86D4-8A88A1192A57}" dt="2025-07-05T16:05:52.644" v="24951" actId="478"/>
          <ac:picMkLst>
            <pc:docMk/>
            <pc:sldMk cId="2629790146" sldId="462"/>
            <ac:picMk id="10" creationId="{75377E96-70A4-C1E5-6C04-3B21F53F6C0C}"/>
          </ac:picMkLst>
        </pc:picChg>
        <pc:picChg chg="add del mod">
          <ac:chgData name="Khaled taha" userId="912087602c74ab8a" providerId="LiveId" clId="{58B121E7-63A7-4330-86D4-8A88A1192A57}" dt="2025-07-05T16:08:39.706" v="24976" actId="478"/>
          <ac:picMkLst>
            <pc:docMk/>
            <pc:sldMk cId="2629790146" sldId="462"/>
            <ac:picMk id="12" creationId="{E783B118-0451-92A6-5F26-DC916EEE0B88}"/>
          </ac:picMkLst>
        </pc:picChg>
        <pc:picChg chg="add del mod">
          <ac:chgData name="Khaled taha" userId="912087602c74ab8a" providerId="LiveId" clId="{58B121E7-63A7-4330-86D4-8A88A1192A57}" dt="2025-07-05T16:09:03.676" v="24981" actId="478"/>
          <ac:picMkLst>
            <pc:docMk/>
            <pc:sldMk cId="2629790146" sldId="462"/>
            <ac:picMk id="15" creationId="{C7B38F5B-37A5-3F39-9117-6452CA72738B}"/>
          </ac:picMkLst>
        </pc:picChg>
        <pc:picChg chg="add mod">
          <ac:chgData name="Khaled taha" userId="912087602c74ab8a" providerId="LiveId" clId="{58B121E7-63A7-4330-86D4-8A88A1192A57}" dt="2025-07-05T16:09:03.940" v="24982"/>
          <ac:picMkLst>
            <pc:docMk/>
            <pc:sldMk cId="2629790146" sldId="462"/>
            <ac:picMk id="18" creationId="{485F57DA-51A1-E227-D8DA-5256DD1C6927}"/>
          </ac:picMkLst>
        </pc:picChg>
        <pc:cxnChg chg="del">
          <ac:chgData name="Khaled taha" userId="912087602c74ab8a" providerId="LiveId" clId="{58B121E7-63A7-4330-86D4-8A88A1192A57}" dt="2025-07-05T16:04:48.778" v="24932" actId="478"/>
          <ac:cxnSpMkLst>
            <pc:docMk/>
            <pc:sldMk cId="2629790146" sldId="462"/>
            <ac:cxnSpMk id="3" creationId="{80D0FC7D-8FFC-102F-7036-082D7AC11AAC}"/>
          </ac:cxnSpMkLst>
        </pc:cxnChg>
        <pc:cxnChg chg="add del mod">
          <ac:chgData name="Khaled taha" userId="912087602c74ab8a" providerId="LiveId" clId="{58B121E7-63A7-4330-86D4-8A88A1192A57}" dt="2025-07-05T16:05:24.872" v="24942" actId="478"/>
          <ac:cxnSpMkLst>
            <pc:docMk/>
            <pc:sldMk cId="2629790146" sldId="462"/>
            <ac:cxnSpMk id="7" creationId="{D3B91825-5D36-751A-9F4C-AEE741D49B24}"/>
          </ac:cxnSpMkLst>
        </pc:cxnChg>
        <pc:cxnChg chg="add del mod">
          <ac:chgData name="Khaled taha" userId="912087602c74ab8a" providerId="LiveId" clId="{58B121E7-63A7-4330-86D4-8A88A1192A57}" dt="2025-07-05T16:08:39.706" v="24976" actId="478"/>
          <ac:cxnSpMkLst>
            <pc:docMk/>
            <pc:sldMk cId="2629790146" sldId="462"/>
            <ac:cxnSpMk id="11" creationId="{B93176BC-4254-4278-1942-87677CAEE007}"/>
          </ac:cxnSpMkLst>
        </pc:cxnChg>
        <pc:cxnChg chg="add del mod">
          <ac:chgData name="Khaled taha" userId="912087602c74ab8a" providerId="LiveId" clId="{58B121E7-63A7-4330-86D4-8A88A1192A57}" dt="2025-07-05T16:09:03.676" v="24981" actId="478"/>
          <ac:cxnSpMkLst>
            <pc:docMk/>
            <pc:sldMk cId="2629790146" sldId="462"/>
            <ac:cxnSpMk id="16" creationId="{D88F0F32-A1DC-7B2E-6CB4-EF1B7A004F6C}"/>
          </ac:cxnSpMkLst>
        </pc:cxnChg>
        <pc:cxnChg chg="add del mod">
          <ac:chgData name="Khaled taha" userId="912087602c74ab8a" providerId="LiveId" clId="{58B121E7-63A7-4330-86D4-8A88A1192A57}" dt="2025-07-05T16:23:26.107" v="25147" actId="478"/>
          <ac:cxnSpMkLst>
            <pc:docMk/>
            <pc:sldMk cId="2629790146" sldId="462"/>
            <ac:cxnSpMk id="19" creationId="{350E0693-BB56-1EDD-8210-F299EC443E88}"/>
          </ac:cxnSpMkLst>
        </pc:cxnChg>
        <pc:cxnChg chg="add mod">
          <ac:chgData name="Khaled taha" userId="912087602c74ab8a" providerId="LiveId" clId="{58B121E7-63A7-4330-86D4-8A88A1192A57}" dt="2025-07-05T16:23:24.786" v="25146"/>
          <ac:cxnSpMkLst>
            <pc:docMk/>
            <pc:sldMk cId="2629790146" sldId="462"/>
            <ac:cxnSpMk id="20" creationId="{88F3D920-0E1C-2457-BD52-A6C2E19C0BF6}"/>
          </ac:cxnSpMkLst>
        </pc:cxnChg>
        <pc:cxnChg chg="add mod">
          <ac:chgData name="Khaled taha" userId="912087602c74ab8a" providerId="LiveId" clId="{58B121E7-63A7-4330-86D4-8A88A1192A57}" dt="2025-07-05T16:23:26.460" v="25148"/>
          <ac:cxnSpMkLst>
            <pc:docMk/>
            <pc:sldMk cId="2629790146" sldId="462"/>
            <ac:cxnSpMk id="21" creationId="{A6170310-EA18-80A0-DFA1-FC55691B74AC}"/>
          </ac:cxnSpMkLst>
        </pc:cxnChg>
      </pc:sldChg>
      <pc:sldChg chg="add del">
        <pc:chgData name="Khaled taha" userId="912087602c74ab8a" providerId="LiveId" clId="{58B121E7-63A7-4330-86D4-8A88A1192A57}" dt="2025-07-03T15:24:03.402" v="6283" actId="47"/>
        <pc:sldMkLst>
          <pc:docMk/>
          <pc:sldMk cId="583570464" sldId="463"/>
        </pc:sldMkLst>
      </pc:sldChg>
      <pc:sldChg chg="addSp modSp add del mod">
        <pc:chgData name="Khaled taha" userId="912087602c74ab8a" providerId="LiveId" clId="{58B121E7-63A7-4330-86D4-8A88A1192A57}" dt="2025-07-04T17:51:06.305" v="18589" actId="47"/>
        <pc:sldMkLst>
          <pc:docMk/>
          <pc:sldMk cId="1600659909" sldId="463"/>
        </pc:sldMkLst>
      </pc:sldChg>
      <pc:sldChg chg="add del">
        <pc:chgData name="Khaled taha" userId="912087602c74ab8a" providerId="LiveId" clId="{58B121E7-63A7-4330-86D4-8A88A1192A57}" dt="2025-07-04T17:49:59.074" v="18581"/>
        <pc:sldMkLst>
          <pc:docMk/>
          <pc:sldMk cId="2689041291" sldId="464"/>
        </pc:sldMkLst>
      </pc:sldChg>
      <pc:sldChg chg="delSp add del mod modTransition">
        <pc:chgData name="Khaled taha" userId="912087602c74ab8a" providerId="LiveId" clId="{58B121E7-63A7-4330-86D4-8A88A1192A57}" dt="2025-07-04T18:01:46.234" v="18702" actId="47"/>
        <pc:sldMkLst>
          <pc:docMk/>
          <pc:sldMk cId="4265676751" sldId="464"/>
        </pc:sldMkLst>
      </pc:sldChg>
      <pc:sldChg chg="add del ord modTransition">
        <pc:chgData name="Khaled taha" userId="912087602c74ab8a" providerId="LiveId" clId="{58B121E7-63A7-4330-86D4-8A88A1192A57}" dt="2025-07-04T18:01:46.234" v="18702" actId="47"/>
        <pc:sldMkLst>
          <pc:docMk/>
          <pc:sldMk cId="1859817044" sldId="465"/>
        </pc:sldMkLst>
      </pc:sldChg>
      <pc:sldChg chg="delSp add del mod modTransition delAnim">
        <pc:chgData name="Khaled taha" userId="912087602c74ab8a" providerId="LiveId" clId="{58B121E7-63A7-4330-86D4-8A88A1192A57}" dt="2025-07-04T17:58:11.928" v="18687" actId="47"/>
        <pc:sldMkLst>
          <pc:docMk/>
          <pc:sldMk cId="1168823772" sldId="466"/>
        </pc:sldMkLst>
      </pc:sldChg>
      <pc:sldChg chg="addSp delSp add del mod modTransition addAnim delAnim">
        <pc:chgData name="Khaled taha" userId="912087602c74ab8a" providerId="LiveId" clId="{58B121E7-63A7-4330-86D4-8A88A1192A57}" dt="2025-07-04T17:55:35.918" v="18650" actId="47"/>
        <pc:sldMkLst>
          <pc:docMk/>
          <pc:sldMk cId="3618512507" sldId="467"/>
        </pc:sldMkLst>
      </pc:sldChg>
      <pc:sldChg chg="delSp add del mod ord">
        <pc:chgData name="Khaled taha" userId="912087602c74ab8a" providerId="LiveId" clId="{58B121E7-63A7-4330-86D4-8A88A1192A57}" dt="2025-07-04T17:55:00.873" v="18648" actId="47"/>
        <pc:sldMkLst>
          <pc:docMk/>
          <pc:sldMk cId="1456384189" sldId="468"/>
        </pc:sldMkLst>
      </pc:sldChg>
      <pc:sldChg chg="delSp add del mod modTransition">
        <pc:chgData name="Khaled taha" userId="912087602c74ab8a" providerId="LiveId" clId="{58B121E7-63A7-4330-86D4-8A88A1192A57}" dt="2025-07-04T17:59:08.848" v="18688" actId="47"/>
        <pc:sldMkLst>
          <pc:docMk/>
          <pc:sldMk cId="665653357" sldId="469"/>
        </pc:sldMkLst>
      </pc:sldChg>
      <pc:sldChg chg="addSp delSp modSp add mod modTransition addAnim delAnim modAnim">
        <pc:chgData name="Khaled taha" userId="912087602c74ab8a" providerId="LiveId" clId="{58B121E7-63A7-4330-86D4-8A88A1192A57}" dt="2025-07-05T16:23:33.751" v="25152"/>
        <pc:sldMkLst>
          <pc:docMk/>
          <pc:sldMk cId="2791396769" sldId="470"/>
        </pc:sldMkLst>
        <pc:spChg chg="add del mod">
          <ac:chgData name="Khaled taha" userId="912087602c74ab8a" providerId="LiveId" clId="{58B121E7-63A7-4330-86D4-8A88A1192A57}" dt="2025-07-05T04:03:59.033" v="19748" actId="478"/>
          <ac:spMkLst>
            <pc:docMk/>
            <pc:sldMk cId="2791396769" sldId="470"/>
            <ac:spMk id="4" creationId="{7F3340A8-4784-26C8-CD26-A3DBF9E5A729}"/>
          </ac:spMkLst>
        </pc:spChg>
        <pc:spChg chg="add mod">
          <ac:chgData name="Khaled taha" userId="912087602c74ab8a" providerId="LiveId" clId="{58B121E7-63A7-4330-86D4-8A88A1192A57}" dt="2025-07-05T16:09:14.312" v="24986"/>
          <ac:spMkLst>
            <pc:docMk/>
            <pc:sldMk cId="2791396769" sldId="470"/>
            <ac:spMk id="5" creationId="{2F55ED8C-63E2-0E50-2EB6-360870FD21F5}"/>
          </ac:spMkLst>
        </pc:spChg>
        <pc:spChg chg="add del mod">
          <ac:chgData name="Khaled taha" userId="912087602c74ab8a" providerId="LiveId" clId="{58B121E7-63A7-4330-86D4-8A88A1192A57}" dt="2025-07-05T04:03:59.033" v="19748" actId="478"/>
          <ac:spMkLst>
            <pc:docMk/>
            <pc:sldMk cId="2791396769" sldId="470"/>
            <ac:spMk id="5" creationId="{EEAB7F21-1346-67F3-D508-062580F44CA5}"/>
          </ac:spMkLst>
        </pc:spChg>
        <pc:spChg chg="add mod">
          <ac:chgData name="Khaled taha" userId="912087602c74ab8a" providerId="LiveId" clId="{58B121E7-63A7-4330-86D4-8A88A1192A57}" dt="2025-07-05T04:25:52.186" v="20235" actId="207"/>
          <ac:spMkLst>
            <pc:docMk/>
            <pc:sldMk cId="2791396769" sldId="470"/>
            <ac:spMk id="6" creationId="{96AA6928-457F-7B6C-3E5D-E2727A20A237}"/>
          </ac:spMkLst>
        </pc:spChg>
        <pc:spChg chg="add mod">
          <ac:chgData name="Khaled taha" userId="912087602c74ab8a" providerId="LiveId" clId="{58B121E7-63A7-4330-86D4-8A88A1192A57}" dt="2025-07-05T04:25:52.186" v="20235" actId="207"/>
          <ac:spMkLst>
            <pc:docMk/>
            <pc:sldMk cId="2791396769" sldId="470"/>
            <ac:spMk id="7" creationId="{32395A51-0503-B005-A3FC-9E5E2FC20389}"/>
          </ac:spMkLst>
        </pc:spChg>
        <pc:spChg chg="add mod">
          <ac:chgData name="Khaled taha" userId="912087602c74ab8a" providerId="LiveId" clId="{58B121E7-63A7-4330-86D4-8A88A1192A57}" dt="2025-07-05T04:25:52.186" v="20235" actId="207"/>
          <ac:spMkLst>
            <pc:docMk/>
            <pc:sldMk cId="2791396769" sldId="470"/>
            <ac:spMk id="8" creationId="{165F8206-9A30-7E38-5360-AFE0D09A59FB}"/>
          </ac:spMkLst>
        </pc:spChg>
        <pc:spChg chg="del">
          <ac:chgData name="Khaled taha" userId="912087602c74ab8a" providerId="LiveId" clId="{58B121E7-63A7-4330-86D4-8A88A1192A57}" dt="2025-07-05T04:04:04.710" v="19749" actId="478"/>
          <ac:spMkLst>
            <pc:docMk/>
            <pc:sldMk cId="2791396769" sldId="470"/>
            <ac:spMk id="9" creationId="{0CA41AC6-63E3-992A-9521-20EB8F1F44E8}"/>
          </ac:spMkLst>
        </pc:spChg>
        <pc:spChg chg="del">
          <ac:chgData name="Khaled taha" userId="912087602c74ab8a" providerId="LiveId" clId="{58B121E7-63A7-4330-86D4-8A88A1192A57}" dt="2025-07-05T04:04:04.710" v="19749" actId="478"/>
          <ac:spMkLst>
            <pc:docMk/>
            <pc:sldMk cId="2791396769" sldId="470"/>
            <ac:spMk id="10" creationId="{5A59D95C-3098-9438-467E-823FE0A87FA8}"/>
          </ac:spMkLst>
        </pc:spChg>
        <pc:spChg chg="del">
          <ac:chgData name="Khaled taha" userId="912087602c74ab8a" providerId="LiveId" clId="{58B121E7-63A7-4330-86D4-8A88A1192A57}" dt="2025-07-05T04:04:04.710" v="19749" actId="478"/>
          <ac:spMkLst>
            <pc:docMk/>
            <pc:sldMk cId="2791396769" sldId="470"/>
            <ac:spMk id="12" creationId="{1DB9448B-4AD4-27B4-C8DE-5311AF605640}"/>
          </ac:spMkLst>
        </pc:spChg>
        <pc:spChg chg="add del">
          <ac:chgData name="Khaled taha" userId="912087602c74ab8a" providerId="LiveId" clId="{58B121E7-63A7-4330-86D4-8A88A1192A57}" dt="2025-07-05T04:01:32.776" v="19727" actId="478"/>
          <ac:spMkLst>
            <pc:docMk/>
            <pc:sldMk cId="2791396769" sldId="470"/>
            <ac:spMk id="13" creationId="{5DD3DEFE-794F-410B-4C65-6D68802A503F}"/>
          </ac:spMkLst>
        </pc:spChg>
        <pc:spChg chg="add del">
          <ac:chgData name="Khaled taha" userId="912087602c74ab8a" providerId="LiveId" clId="{58B121E7-63A7-4330-86D4-8A88A1192A57}" dt="2025-07-05T04:01:32.776" v="19727" actId="478"/>
          <ac:spMkLst>
            <pc:docMk/>
            <pc:sldMk cId="2791396769" sldId="470"/>
            <ac:spMk id="14" creationId="{5AA36154-FB14-FDAB-FD84-6907C3DD0FD9}"/>
          </ac:spMkLst>
        </pc:spChg>
        <pc:spChg chg="del mod">
          <ac:chgData name="Khaled taha" userId="912087602c74ab8a" providerId="LiveId" clId="{58B121E7-63A7-4330-86D4-8A88A1192A57}" dt="2025-07-05T16:09:13.988" v="24985" actId="478"/>
          <ac:spMkLst>
            <pc:docMk/>
            <pc:sldMk cId="2791396769" sldId="470"/>
            <ac:spMk id="70" creationId="{E160D313-DAAC-2162-12F1-7D4FF33B32F0}"/>
          </ac:spMkLst>
        </pc:spChg>
        <pc:picChg chg="del mod">
          <ac:chgData name="Khaled taha" userId="912087602c74ab8a" providerId="LiveId" clId="{58B121E7-63A7-4330-86D4-8A88A1192A57}" dt="2025-07-05T16:09:13.988" v="24985" actId="478"/>
          <ac:picMkLst>
            <pc:docMk/>
            <pc:sldMk cId="2791396769" sldId="470"/>
            <ac:picMk id="2" creationId="{EC352204-DE2D-C1E2-E30B-AC58F0AE27C3}"/>
          </ac:picMkLst>
        </pc:picChg>
        <pc:picChg chg="add mod">
          <ac:chgData name="Khaled taha" userId="912087602c74ab8a" providerId="LiveId" clId="{58B121E7-63A7-4330-86D4-8A88A1192A57}" dt="2025-07-05T16:09:14.312" v="24986"/>
          <ac:picMkLst>
            <pc:docMk/>
            <pc:sldMk cId="2791396769" sldId="470"/>
            <ac:picMk id="9" creationId="{95B6F4D5-56E0-E3F0-AC3F-D600483B5AA4}"/>
          </ac:picMkLst>
        </pc:picChg>
        <pc:cxnChg chg="del mod">
          <ac:chgData name="Khaled taha" userId="912087602c74ab8a" providerId="LiveId" clId="{58B121E7-63A7-4330-86D4-8A88A1192A57}" dt="2025-07-05T16:09:13.988" v="24985" actId="478"/>
          <ac:cxnSpMkLst>
            <pc:docMk/>
            <pc:sldMk cId="2791396769" sldId="470"/>
            <ac:cxnSpMk id="3" creationId="{453B395B-1575-F273-8CE8-5C3F9D7E4C5B}"/>
          </ac:cxnSpMkLst>
        </pc:cxnChg>
        <pc:cxnChg chg="add del mod">
          <ac:chgData name="Khaled taha" userId="912087602c74ab8a" providerId="LiveId" clId="{58B121E7-63A7-4330-86D4-8A88A1192A57}" dt="2025-07-05T16:23:33.417" v="25151" actId="478"/>
          <ac:cxnSpMkLst>
            <pc:docMk/>
            <pc:sldMk cId="2791396769" sldId="470"/>
            <ac:cxnSpMk id="10" creationId="{F9FFFF50-2AA1-E17F-84CF-43DE30E90C31}"/>
          </ac:cxnSpMkLst>
        </pc:cxnChg>
        <pc:cxnChg chg="add mod">
          <ac:chgData name="Khaled taha" userId="912087602c74ab8a" providerId="LiveId" clId="{58B121E7-63A7-4330-86D4-8A88A1192A57}" dt="2025-07-05T16:23:33.751" v="25152"/>
          <ac:cxnSpMkLst>
            <pc:docMk/>
            <pc:sldMk cId="2791396769" sldId="470"/>
            <ac:cxnSpMk id="11" creationId="{8E134800-AA12-454C-FC20-76F041A54A0C}"/>
          </ac:cxnSpMkLst>
        </pc:cxnChg>
      </pc:sldChg>
      <pc:sldChg chg="add del ord modTransition">
        <pc:chgData name="Khaled taha" userId="912087602c74ab8a" providerId="LiveId" clId="{58B121E7-63A7-4330-86D4-8A88A1192A57}" dt="2025-07-04T17:59:08.848" v="18688" actId="47"/>
        <pc:sldMkLst>
          <pc:docMk/>
          <pc:sldMk cId="2893141501" sldId="471"/>
        </pc:sldMkLst>
      </pc:sldChg>
      <pc:sldChg chg="addSp delSp modSp add mod ord modTransition modAnim">
        <pc:chgData name="Khaled taha" userId="912087602c74ab8a" providerId="LiveId" clId="{58B121E7-63A7-4330-86D4-8A88A1192A57}" dt="2025-07-06T04:39:55.203" v="32908"/>
        <pc:sldMkLst>
          <pc:docMk/>
          <pc:sldMk cId="705227631" sldId="472"/>
        </pc:sldMkLst>
        <pc:spChg chg="mod">
          <ac:chgData name="Khaled taha" userId="912087602c74ab8a" providerId="LiveId" clId="{58B121E7-63A7-4330-86D4-8A88A1192A57}" dt="2025-07-05T16:14:10.365" v="25024" actId="1076"/>
          <ac:spMkLst>
            <pc:docMk/>
            <pc:sldMk cId="705227631" sldId="472"/>
            <ac:spMk id="2" creationId="{6CA14CA8-DD05-3E05-D7C3-7EEED5A125BC}"/>
          </ac:spMkLst>
        </pc:spChg>
        <pc:spChg chg="add del mod">
          <ac:chgData name="Khaled taha" userId="912087602c74ab8a" providerId="LiveId" clId="{58B121E7-63A7-4330-86D4-8A88A1192A57}" dt="2025-07-06T04:12:04.668" v="32284" actId="22"/>
          <ac:spMkLst>
            <pc:docMk/>
            <pc:sldMk cId="705227631" sldId="472"/>
            <ac:spMk id="13" creationId="{9389AD4F-8C6E-012F-4260-7460EF1E6C6B}"/>
          </ac:spMkLst>
        </pc:spChg>
        <pc:spChg chg="add mod">
          <ac:chgData name="Khaled taha" userId="912087602c74ab8a" providerId="LiveId" clId="{58B121E7-63A7-4330-86D4-8A88A1192A57}" dt="2025-07-06T04:12:01.853" v="32275" actId="571"/>
          <ac:spMkLst>
            <pc:docMk/>
            <pc:sldMk cId="705227631" sldId="472"/>
            <ac:spMk id="14" creationId="{CBCE1B2B-323A-1E82-2224-5632EEB6EB95}"/>
          </ac:spMkLst>
        </pc:spChg>
        <pc:picChg chg="add del mod">
          <ac:chgData name="Khaled taha" userId="912087602c74ab8a" providerId="LiveId" clId="{58B121E7-63A7-4330-86D4-8A88A1192A57}" dt="2025-07-05T16:12:22.944" v="25010" actId="478"/>
          <ac:picMkLst>
            <pc:docMk/>
            <pc:sldMk cId="705227631" sldId="472"/>
            <ac:picMk id="3" creationId="{B4A564F1-8A15-F1C8-4E60-D8CE1E0A86EA}"/>
          </ac:picMkLst>
        </pc:picChg>
        <pc:picChg chg="mod">
          <ac:chgData name="Khaled taha" userId="912087602c74ab8a" providerId="LiveId" clId="{58B121E7-63A7-4330-86D4-8A88A1192A57}" dt="2025-07-05T16:14:05.648" v="25023" actId="1076"/>
          <ac:picMkLst>
            <pc:docMk/>
            <pc:sldMk cId="705227631" sldId="472"/>
            <ac:picMk id="4" creationId="{D0956E3B-25C7-D99C-0E47-3FEE2D7F7EB1}"/>
          </ac:picMkLst>
        </pc:picChg>
        <pc:picChg chg="add mod">
          <ac:chgData name="Khaled taha" userId="912087602c74ab8a" providerId="LiveId" clId="{58B121E7-63A7-4330-86D4-8A88A1192A57}" dt="2025-07-05T16:22:54.361" v="25139"/>
          <ac:picMkLst>
            <pc:docMk/>
            <pc:sldMk cId="705227631" sldId="472"/>
            <ac:picMk id="9" creationId="{3B91A542-630C-5E63-A6FD-E73D54623140}"/>
          </ac:picMkLst>
        </pc:picChg>
        <pc:cxnChg chg="del mod">
          <ac:chgData name="Khaled taha" userId="912087602c74ab8a" providerId="LiveId" clId="{58B121E7-63A7-4330-86D4-8A88A1192A57}" dt="2025-07-05T16:22:54.142" v="25138" actId="478"/>
          <ac:cxnSpMkLst>
            <pc:docMk/>
            <pc:sldMk cId="705227631" sldId="472"/>
            <ac:cxnSpMk id="5" creationId="{853EAAD3-8524-0086-7F58-BFAA2607D952}"/>
          </ac:cxnSpMkLst>
        </pc:cxnChg>
        <pc:cxnChg chg="add del mod">
          <ac:chgData name="Khaled taha" userId="912087602c74ab8a" providerId="LiveId" clId="{58B121E7-63A7-4330-86D4-8A88A1192A57}" dt="2025-07-05T16:13:21.488" v="25018" actId="478"/>
          <ac:cxnSpMkLst>
            <pc:docMk/>
            <pc:sldMk cId="705227631" sldId="472"/>
            <ac:cxnSpMk id="7" creationId="{B5E44090-9F72-503F-7457-0344E8E429E8}"/>
          </ac:cxnSpMkLst>
        </pc:cxnChg>
        <pc:cxnChg chg="add mod">
          <ac:chgData name="Khaled taha" userId="912087602c74ab8a" providerId="LiveId" clId="{58B121E7-63A7-4330-86D4-8A88A1192A57}" dt="2025-07-05T16:22:54.361" v="25139"/>
          <ac:cxnSpMkLst>
            <pc:docMk/>
            <pc:sldMk cId="705227631" sldId="472"/>
            <ac:cxnSpMk id="8" creationId="{1CD56DB9-78E9-3DB7-ACCD-2743C8872C1B}"/>
          </ac:cxnSpMkLst>
        </pc:cxnChg>
        <pc:cxnChg chg="add del mod">
          <ac:chgData name="Khaled taha" userId="912087602c74ab8a" providerId="LiveId" clId="{58B121E7-63A7-4330-86D4-8A88A1192A57}" dt="2025-07-05T16:23:40.591" v="25153" actId="478"/>
          <ac:cxnSpMkLst>
            <pc:docMk/>
            <pc:sldMk cId="705227631" sldId="472"/>
            <ac:cxnSpMk id="10" creationId="{AF754A12-4CDE-588D-F8F0-6736FBE44D97}"/>
          </ac:cxnSpMkLst>
        </pc:cxnChg>
        <pc:cxnChg chg="add mod">
          <ac:chgData name="Khaled taha" userId="912087602c74ab8a" providerId="LiveId" clId="{58B121E7-63A7-4330-86D4-8A88A1192A57}" dt="2025-07-05T16:23:40.815" v="25154"/>
          <ac:cxnSpMkLst>
            <pc:docMk/>
            <pc:sldMk cId="705227631" sldId="472"/>
            <ac:cxnSpMk id="11" creationId="{95A54A4D-CBEC-0417-CEA5-3D063082EA68}"/>
          </ac:cxnSpMkLst>
        </pc:cxnChg>
      </pc:sldChg>
      <pc:sldChg chg="add del">
        <pc:chgData name="Khaled taha" userId="912087602c74ab8a" providerId="LiveId" clId="{58B121E7-63A7-4330-86D4-8A88A1192A57}" dt="2025-07-04T17:56:52.257" v="18661"/>
        <pc:sldMkLst>
          <pc:docMk/>
          <pc:sldMk cId="1008733356" sldId="473"/>
        </pc:sldMkLst>
      </pc:sldChg>
      <pc:sldChg chg="add del ord modTransition">
        <pc:chgData name="Khaled taha" userId="912087602c74ab8a" providerId="LiveId" clId="{58B121E7-63A7-4330-86D4-8A88A1192A57}" dt="2025-07-04T17:58:11.928" v="18687" actId="47"/>
        <pc:sldMkLst>
          <pc:docMk/>
          <pc:sldMk cId="1376623137" sldId="473"/>
        </pc:sldMkLst>
      </pc:sldChg>
      <pc:sldChg chg="add del ord">
        <pc:chgData name="Khaled taha" userId="912087602c74ab8a" providerId="LiveId" clId="{58B121E7-63A7-4330-86D4-8A88A1192A57}" dt="2025-07-04T17:57:03.051" v="18672"/>
        <pc:sldMkLst>
          <pc:docMk/>
          <pc:sldMk cId="3439374355" sldId="473"/>
        </pc:sldMkLst>
      </pc:sldChg>
      <pc:sldChg chg="add del ord">
        <pc:chgData name="Khaled taha" userId="912087602c74ab8a" providerId="LiveId" clId="{58B121E7-63A7-4330-86D4-8A88A1192A57}" dt="2025-07-04T17:56:59.732" v="18667"/>
        <pc:sldMkLst>
          <pc:docMk/>
          <pc:sldMk cId="3742161909" sldId="473"/>
        </pc:sldMkLst>
      </pc:sldChg>
      <pc:sldChg chg="add del modTransition">
        <pc:chgData name="Khaled taha" userId="912087602c74ab8a" providerId="LiveId" clId="{58B121E7-63A7-4330-86D4-8A88A1192A57}" dt="2025-07-04T18:07:03.643" v="18712" actId="47"/>
        <pc:sldMkLst>
          <pc:docMk/>
          <pc:sldMk cId="1187456076" sldId="474"/>
        </pc:sldMkLst>
      </pc:sldChg>
      <pc:sldChg chg="add del modTransition">
        <pc:chgData name="Khaled taha" userId="912087602c74ab8a" providerId="LiveId" clId="{58B121E7-63A7-4330-86D4-8A88A1192A57}" dt="2025-07-04T18:07:05.634" v="18713" actId="47"/>
        <pc:sldMkLst>
          <pc:docMk/>
          <pc:sldMk cId="2732590164" sldId="475"/>
        </pc:sldMkLst>
      </pc:sldChg>
      <pc:sldChg chg="addSp delSp modSp add mod modTransition">
        <pc:chgData name="Khaled taha" userId="912087602c74ab8a" providerId="LiveId" clId="{58B121E7-63A7-4330-86D4-8A88A1192A57}" dt="2025-07-05T18:47:27.952" v="26272" actId="167"/>
        <pc:sldMkLst>
          <pc:docMk/>
          <pc:sldMk cId="1906381928" sldId="476"/>
        </pc:sldMkLst>
        <pc:spChg chg="add del mod">
          <ac:chgData name="Khaled taha" userId="912087602c74ab8a" providerId="LiveId" clId="{58B121E7-63A7-4330-86D4-8A88A1192A57}" dt="2025-07-05T16:29:16.715" v="25249" actId="1076"/>
          <ac:spMkLst>
            <pc:docMk/>
            <pc:sldMk cId="1906381928" sldId="476"/>
            <ac:spMk id="2" creationId="{F40AFCCF-C101-A3FE-5524-24400C2B38CC}"/>
          </ac:spMkLst>
        </pc:spChg>
        <pc:spChg chg="add mod">
          <ac:chgData name="Khaled taha" userId="912087602c74ab8a" providerId="LiveId" clId="{58B121E7-63A7-4330-86D4-8A88A1192A57}" dt="2025-07-05T16:28:40.655" v="25243"/>
          <ac:spMkLst>
            <pc:docMk/>
            <pc:sldMk cId="1906381928" sldId="476"/>
            <ac:spMk id="4" creationId="{424D31D7-DE7D-77C3-4341-E040BBAF9A9E}"/>
          </ac:spMkLst>
        </pc:spChg>
        <pc:spChg chg="add del mod">
          <ac:chgData name="Khaled taha" userId="912087602c74ab8a" providerId="LiveId" clId="{58B121E7-63A7-4330-86D4-8A88A1192A57}" dt="2025-07-05T02:47:34.598" v="19299" actId="478"/>
          <ac:spMkLst>
            <pc:docMk/>
            <pc:sldMk cId="1906381928" sldId="476"/>
            <ac:spMk id="4" creationId="{DDEC23F6-9F82-EC30-1F19-EAF9E488F50E}"/>
          </ac:spMkLst>
        </pc:spChg>
        <pc:spChg chg="mod">
          <ac:chgData name="Khaled taha" userId="912087602c74ab8a" providerId="LiveId" clId="{58B121E7-63A7-4330-86D4-8A88A1192A57}" dt="2025-07-05T05:41:02.467" v="22288" actId="1076"/>
          <ac:spMkLst>
            <pc:docMk/>
            <pc:sldMk cId="1906381928" sldId="476"/>
            <ac:spMk id="6" creationId="{4B8DA43D-DAEE-B59F-B3E5-51F30022C71D}"/>
          </ac:spMkLst>
        </pc:spChg>
        <pc:spChg chg="add del mod">
          <ac:chgData name="Khaled taha" userId="912087602c74ab8a" providerId="LiveId" clId="{58B121E7-63A7-4330-86D4-8A88A1192A57}" dt="2025-07-05T02:47:34.598" v="19299" actId="478"/>
          <ac:spMkLst>
            <pc:docMk/>
            <pc:sldMk cId="1906381928" sldId="476"/>
            <ac:spMk id="7" creationId="{AC3FCA0F-5EED-1B48-903B-A72003C12D86}"/>
          </ac:spMkLst>
        </pc:spChg>
        <pc:spChg chg="mod">
          <ac:chgData name="Khaled taha" userId="912087602c74ab8a" providerId="LiveId" clId="{58B121E7-63A7-4330-86D4-8A88A1192A57}" dt="2025-07-05T16:30:25.540" v="25259" actId="1076"/>
          <ac:spMkLst>
            <pc:docMk/>
            <pc:sldMk cId="1906381928" sldId="476"/>
            <ac:spMk id="8" creationId="{6160F84F-C6BE-12E4-D53F-DC5298C5A865}"/>
          </ac:spMkLst>
        </pc:spChg>
        <pc:spChg chg="add del mod">
          <ac:chgData name="Khaled taha" userId="912087602c74ab8a" providerId="LiveId" clId="{58B121E7-63A7-4330-86D4-8A88A1192A57}" dt="2025-07-05T16:29:22.744" v="25252" actId="478"/>
          <ac:spMkLst>
            <pc:docMk/>
            <pc:sldMk cId="1906381928" sldId="476"/>
            <ac:spMk id="10" creationId="{700DC299-25C7-1DFF-0451-6FF34A41A31F}"/>
          </ac:spMkLst>
        </pc:spChg>
        <pc:spChg chg="add mod ord">
          <ac:chgData name="Khaled taha" userId="912087602c74ab8a" providerId="LiveId" clId="{58B121E7-63A7-4330-86D4-8A88A1192A57}" dt="2025-07-05T18:47:27.952" v="26272" actId="167"/>
          <ac:spMkLst>
            <pc:docMk/>
            <pc:sldMk cId="1906381928" sldId="476"/>
            <ac:spMk id="16" creationId="{9635912E-D8CD-FA15-709A-937A59A7E22D}"/>
          </ac:spMkLst>
        </pc:spChg>
        <pc:graphicFrameChg chg="add del mod">
          <ac:chgData name="Khaled taha" userId="912087602c74ab8a" providerId="LiveId" clId="{58B121E7-63A7-4330-86D4-8A88A1192A57}" dt="2025-07-05T03:50:12.375" v="19609" actId="478"/>
          <ac:graphicFrameMkLst>
            <pc:docMk/>
            <pc:sldMk cId="1906381928" sldId="476"/>
            <ac:graphicFrameMk id="4" creationId="{D0819C1C-631A-2BA6-1137-57A0D705DD66}"/>
          </ac:graphicFrameMkLst>
        </pc:graphicFrameChg>
        <pc:graphicFrameChg chg="add del mod modGraphic">
          <ac:chgData name="Khaled taha" userId="912087602c74ab8a" providerId="LiveId" clId="{58B121E7-63A7-4330-86D4-8A88A1192A57}" dt="2025-07-05T02:48:19.403" v="19309" actId="478"/>
          <ac:graphicFrameMkLst>
            <pc:docMk/>
            <pc:sldMk cId="1906381928" sldId="476"/>
            <ac:graphicFrameMk id="9" creationId="{5D27CF5A-FA5D-73BF-2425-02A45141CCB2}"/>
          </ac:graphicFrameMkLst>
        </pc:graphicFrameChg>
        <pc:graphicFrameChg chg="add del mod">
          <ac:chgData name="Khaled taha" userId="912087602c74ab8a" providerId="LiveId" clId="{58B121E7-63A7-4330-86D4-8A88A1192A57}" dt="2025-07-05T03:11:24.389" v="19494" actId="478"/>
          <ac:graphicFrameMkLst>
            <pc:docMk/>
            <pc:sldMk cId="1906381928" sldId="476"/>
            <ac:graphicFrameMk id="10" creationId="{8D7DAA1E-01DE-9F4C-9C8D-7361974981F4}"/>
          </ac:graphicFrameMkLst>
        </pc:graphicFrameChg>
        <pc:graphicFrameChg chg="add del mod modGraphic">
          <ac:chgData name="Khaled taha" userId="912087602c74ab8a" providerId="LiveId" clId="{58B121E7-63A7-4330-86D4-8A88A1192A57}" dt="2025-07-05T05:51:07.241" v="22427" actId="478"/>
          <ac:graphicFrameMkLst>
            <pc:docMk/>
            <pc:sldMk cId="1906381928" sldId="476"/>
            <ac:graphicFrameMk id="10" creationId="{A1F236A0-D8A6-3CB6-A8A1-BC712EBD0CB7}"/>
          </ac:graphicFrameMkLst>
        </pc:graphicFrameChg>
        <pc:graphicFrameChg chg="add del mod">
          <ac:chgData name="Khaled taha" userId="912087602c74ab8a" providerId="LiveId" clId="{58B121E7-63A7-4330-86D4-8A88A1192A57}" dt="2025-07-05T03:12:21.227" v="19496" actId="478"/>
          <ac:graphicFrameMkLst>
            <pc:docMk/>
            <pc:sldMk cId="1906381928" sldId="476"/>
            <ac:graphicFrameMk id="11" creationId="{84C9B5C1-1728-3D10-9067-78B97CB40213}"/>
          </ac:graphicFrameMkLst>
        </pc:graphicFrameChg>
        <pc:graphicFrameChg chg="add del mod ord">
          <ac:chgData name="Khaled taha" userId="912087602c74ab8a" providerId="LiveId" clId="{58B121E7-63A7-4330-86D4-8A88A1192A57}" dt="2025-07-05T18:42:22.400" v="26186" actId="478"/>
          <ac:graphicFrameMkLst>
            <pc:docMk/>
            <pc:sldMk cId="1906381928" sldId="476"/>
            <ac:graphicFrameMk id="13" creationId="{4D62C8BC-C624-379A-65F7-573376379956}"/>
          </ac:graphicFrameMkLst>
        </pc:graphicFrameChg>
        <pc:graphicFrameChg chg="add del mod modGraphic">
          <ac:chgData name="Khaled taha" userId="912087602c74ab8a" providerId="LiveId" clId="{58B121E7-63A7-4330-86D4-8A88A1192A57}" dt="2025-07-05T03:20:37.070" v="19502" actId="478"/>
          <ac:graphicFrameMkLst>
            <pc:docMk/>
            <pc:sldMk cId="1906381928" sldId="476"/>
            <ac:graphicFrameMk id="16" creationId="{F30DE8A4-0FC2-2BE3-0823-3920F7DCFDC7}"/>
          </ac:graphicFrameMkLst>
        </pc:graphicFrameChg>
        <pc:graphicFrameChg chg="add del mod modGraphic">
          <ac:chgData name="Khaled taha" userId="912087602c74ab8a" providerId="LiveId" clId="{58B121E7-63A7-4330-86D4-8A88A1192A57}" dt="2025-07-05T03:21:46.346" v="19523" actId="478"/>
          <ac:graphicFrameMkLst>
            <pc:docMk/>
            <pc:sldMk cId="1906381928" sldId="476"/>
            <ac:graphicFrameMk id="17" creationId="{601B5635-0E85-4EA6-D9AF-AE5606DEE5E6}"/>
          </ac:graphicFrameMkLst>
        </pc:graphicFrameChg>
        <pc:graphicFrameChg chg="add del mod">
          <ac:chgData name="Khaled taha" userId="912087602c74ab8a" providerId="LiveId" clId="{58B121E7-63A7-4330-86D4-8A88A1192A57}" dt="2025-07-05T03:21:37.772" v="19519" actId="478"/>
          <ac:graphicFrameMkLst>
            <pc:docMk/>
            <pc:sldMk cId="1906381928" sldId="476"/>
            <ac:graphicFrameMk id="18" creationId="{8A78EF4E-BFC0-A523-D992-2A66DA30D2A3}"/>
          </ac:graphicFrameMkLst>
        </pc:graphicFrameChg>
        <pc:graphicFrameChg chg="add del mod">
          <ac:chgData name="Khaled taha" userId="912087602c74ab8a" providerId="LiveId" clId="{58B121E7-63A7-4330-86D4-8A88A1192A57}" dt="2025-07-05T03:23:39.939" v="19528" actId="478"/>
          <ac:graphicFrameMkLst>
            <pc:docMk/>
            <pc:sldMk cId="1906381928" sldId="476"/>
            <ac:graphicFrameMk id="19" creationId="{42FB5302-02B3-10D7-77A5-9DC69B749927}"/>
          </ac:graphicFrameMkLst>
        </pc:graphicFrameChg>
        <pc:picChg chg="add del mod">
          <ac:chgData name="Khaled taha" userId="912087602c74ab8a" providerId="LiveId" clId="{58B121E7-63A7-4330-86D4-8A88A1192A57}" dt="2025-07-05T16:29:11.673" v="25248" actId="14100"/>
          <ac:picMkLst>
            <pc:docMk/>
            <pc:sldMk cId="1906381928" sldId="476"/>
            <ac:picMk id="3" creationId="{22A4AEEF-E487-5F4C-E27C-9EB4EB285DAE}"/>
          </ac:picMkLst>
        </pc:picChg>
        <pc:picChg chg="add mod">
          <ac:chgData name="Khaled taha" userId="912087602c74ab8a" providerId="LiveId" clId="{58B121E7-63A7-4330-86D4-8A88A1192A57}" dt="2025-07-05T16:28:40.655" v="25243"/>
          <ac:picMkLst>
            <pc:docMk/>
            <pc:sldMk cId="1906381928" sldId="476"/>
            <ac:picMk id="7" creationId="{9A59B1D6-AF49-B22C-0CB1-7EB61851976F}"/>
          </ac:picMkLst>
        </pc:picChg>
        <pc:picChg chg="add del mod">
          <ac:chgData name="Khaled taha" userId="912087602c74ab8a" providerId="LiveId" clId="{58B121E7-63A7-4330-86D4-8A88A1192A57}" dt="2025-07-05T03:50:32.245" v="19612" actId="478"/>
          <ac:picMkLst>
            <pc:docMk/>
            <pc:sldMk cId="1906381928" sldId="476"/>
            <ac:picMk id="9" creationId="{8E7B767B-5828-91FD-FFFA-FFF89894D10A}"/>
          </ac:picMkLst>
        </pc:picChg>
        <pc:picChg chg="add del mod">
          <ac:chgData name="Khaled taha" userId="912087602c74ab8a" providerId="LiveId" clId="{58B121E7-63A7-4330-86D4-8A88A1192A57}" dt="2025-07-05T16:29:22.744" v="25252" actId="478"/>
          <ac:picMkLst>
            <pc:docMk/>
            <pc:sldMk cId="1906381928" sldId="476"/>
            <ac:picMk id="11" creationId="{C091AB62-8DD7-3156-F088-497FA2377F8A}"/>
          </ac:picMkLst>
        </pc:picChg>
        <pc:picChg chg="add del mod">
          <ac:chgData name="Khaled taha" userId="912087602c74ab8a" providerId="LiveId" clId="{58B121E7-63A7-4330-86D4-8A88A1192A57}" dt="2025-07-05T18:45:39.835" v="26241" actId="478"/>
          <ac:picMkLst>
            <pc:docMk/>
            <pc:sldMk cId="1906381928" sldId="476"/>
            <ac:picMk id="12" creationId="{0D3C6840-E0E9-1E85-49B1-A235A131F9C3}"/>
          </ac:picMkLst>
        </pc:picChg>
        <pc:picChg chg="del">
          <ac:chgData name="Khaled taha" userId="912087602c74ab8a" providerId="LiveId" clId="{58B121E7-63A7-4330-86D4-8A88A1192A57}" dt="2025-07-05T03:18:11.739" v="19499" actId="478"/>
          <ac:picMkLst>
            <pc:docMk/>
            <pc:sldMk cId="1906381928" sldId="476"/>
            <ac:picMk id="13" creationId="{935AAD67-A3AE-5216-C406-98C21D0D70BD}"/>
          </ac:picMkLst>
        </pc:picChg>
        <pc:picChg chg="add del mod">
          <ac:chgData name="Khaled taha" userId="912087602c74ab8a" providerId="LiveId" clId="{58B121E7-63A7-4330-86D4-8A88A1192A57}" dt="2025-07-05T03:18:09.482" v="19498" actId="478"/>
          <ac:picMkLst>
            <pc:docMk/>
            <pc:sldMk cId="1906381928" sldId="476"/>
            <ac:picMk id="15" creationId="{69028FC0-1516-83FF-0C7A-3B6981C75C67}"/>
          </ac:picMkLst>
        </pc:picChg>
        <pc:picChg chg="add mod">
          <ac:chgData name="Khaled taha" userId="912087602c74ab8a" providerId="LiveId" clId="{58B121E7-63A7-4330-86D4-8A88A1192A57}" dt="2025-07-05T18:45:46.631" v="26243" actId="1076"/>
          <ac:picMkLst>
            <pc:docMk/>
            <pc:sldMk cId="1906381928" sldId="476"/>
            <ac:picMk id="15" creationId="{CBC95230-50DD-0878-7924-F18D277D13A1}"/>
          </ac:picMkLst>
        </pc:picChg>
        <pc:cxnChg chg="add del">
          <ac:chgData name="Khaled taha" userId="912087602c74ab8a" providerId="LiveId" clId="{58B121E7-63A7-4330-86D4-8A88A1192A57}" dt="2025-07-05T16:29:19.084" v="25250" actId="478"/>
          <ac:cxnSpMkLst>
            <pc:docMk/>
            <pc:sldMk cId="1906381928" sldId="476"/>
            <ac:cxnSpMk id="5" creationId="{FF3165A7-AE34-C64D-1DDF-6489C8053D35}"/>
          </ac:cxnSpMkLst>
        </pc:cxnChg>
        <pc:cxnChg chg="add mod">
          <ac:chgData name="Khaled taha" userId="912087602c74ab8a" providerId="LiveId" clId="{58B121E7-63A7-4330-86D4-8A88A1192A57}" dt="2025-07-05T16:28:40.655" v="25243"/>
          <ac:cxnSpMkLst>
            <pc:docMk/>
            <pc:sldMk cId="1906381928" sldId="476"/>
            <ac:cxnSpMk id="9" creationId="{3A3D1CE4-8F64-46B6-2F49-1ED48278BF62}"/>
          </ac:cxnSpMkLst>
        </pc:cxnChg>
        <pc:cxnChg chg="add mod">
          <ac:chgData name="Khaled taha" userId="912087602c74ab8a" providerId="LiveId" clId="{58B121E7-63A7-4330-86D4-8A88A1192A57}" dt="2025-07-05T16:29:19.367" v="25251"/>
          <ac:cxnSpMkLst>
            <pc:docMk/>
            <pc:sldMk cId="1906381928" sldId="476"/>
            <ac:cxnSpMk id="14" creationId="{20F864F8-EEAD-91BC-E776-F0F31F490DBE}"/>
          </ac:cxnSpMkLst>
        </pc:cxnChg>
      </pc:sldChg>
      <pc:sldChg chg="addSp delSp modSp add mod modTransition modAnim">
        <pc:chgData name="Khaled taha" userId="912087602c74ab8a" providerId="LiveId" clId="{58B121E7-63A7-4330-86D4-8A88A1192A57}" dt="2025-07-05T16:26:14.798" v="25209"/>
        <pc:sldMkLst>
          <pc:docMk/>
          <pc:sldMk cId="974113459" sldId="477"/>
        </pc:sldMkLst>
        <pc:spChg chg="add mod">
          <ac:chgData name="Khaled taha" userId="912087602c74ab8a" providerId="LiveId" clId="{58B121E7-63A7-4330-86D4-8A88A1192A57}" dt="2025-07-05T16:26:14.798" v="25209"/>
          <ac:spMkLst>
            <pc:docMk/>
            <pc:sldMk cId="974113459" sldId="477"/>
            <ac:spMk id="4" creationId="{2BC6C1D0-0B25-63D0-8E20-38B746080F5E}"/>
          </ac:spMkLst>
        </pc:spChg>
        <pc:spChg chg="del">
          <ac:chgData name="Khaled taha" userId="912087602c74ab8a" providerId="LiveId" clId="{58B121E7-63A7-4330-86D4-8A88A1192A57}" dt="2025-07-05T00:51:38.998" v="18816" actId="478"/>
          <ac:spMkLst>
            <pc:docMk/>
            <pc:sldMk cId="974113459" sldId="477"/>
            <ac:spMk id="4" creationId="{5C250972-6B95-DA10-D86B-A7EA9EF201C0}"/>
          </ac:spMkLst>
        </pc:spChg>
        <pc:spChg chg="del">
          <ac:chgData name="Khaled taha" userId="912087602c74ab8a" providerId="LiveId" clId="{58B121E7-63A7-4330-86D4-8A88A1192A57}" dt="2025-07-05T16:26:14.491" v="25208" actId="478"/>
          <ac:spMkLst>
            <pc:docMk/>
            <pc:sldMk cId="974113459" sldId="477"/>
            <ac:spMk id="70" creationId="{8781D6CF-7B70-4A7C-9B60-27801BB18467}"/>
          </ac:spMkLst>
        </pc:spChg>
        <pc:picChg chg="add mod">
          <ac:chgData name="Khaled taha" userId="912087602c74ab8a" providerId="LiveId" clId="{58B121E7-63A7-4330-86D4-8A88A1192A57}" dt="2025-07-05T16:26:14.798" v="25209"/>
          <ac:picMkLst>
            <pc:docMk/>
            <pc:sldMk cId="974113459" sldId="477"/>
            <ac:picMk id="5" creationId="{6BF648DB-C734-69F2-3544-B24EA9089BDA}"/>
          </ac:picMkLst>
        </pc:picChg>
        <pc:picChg chg="del">
          <ac:chgData name="Khaled taha" userId="912087602c74ab8a" providerId="LiveId" clId="{58B121E7-63A7-4330-86D4-8A88A1192A57}" dt="2025-07-05T16:26:14.491" v="25208" actId="478"/>
          <ac:picMkLst>
            <pc:docMk/>
            <pc:sldMk cId="974113459" sldId="477"/>
            <ac:picMk id="72" creationId="{30571902-E92E-EF6D-2B74-3AFBBA52439E}"/>
          </ac:picMkLst>
        </pc:picChg>
        <pc:cxnChg chg="add del mod">
          <ac:chgData name="Khaled taha" userId="912087602c74ab8a" providerId="LiveId" clId="{58B121E7-63A7-4330-86D4-8A88A1192A57}" dt="2025-07-05T16:26:14.491" v="25208" actId="478"/>
          <ac:cxnSpMkLst>
            <pc:docMk/>
            <pc:sldMk cId="974113459" sldId="477"/>
            <ac:cxnSpMk id="2" creationId="{43A7FA86-49EB-72D3-5BC6-B7283AD55B61}"/>
          </ac:cxnSpMkLst>
        </pc:cxnChg>
        <pc:cxnChg chg="add mod">
          <ac:chgData name="Khaled taha" userId="912087602c74ab8a" providerId="LiveId" clId="{58B121E7-63A7-4330-86D4-8A88A1192A57}" dt="2025-07-05T16:26:14.798" v="25209"/>
          <ac:cxnSpMkLst>
            <pc:docMk/>
            <pc:sldMk cId="974113459" sldId="477"/>
            <ac:cxnSpMk id="6" creationId="{DC520148-F948-717D-3556-0FD048D9DC70}"/>
          </ac:cxnSpMkLst>
        </pc:cxnChg>
      </pc:sldChg>
      <pc:sldChg chg="addSp delSp add del mod">
        <pc:chgData name="Khaled taha" userId="912087602c74ab8a" providerId="LiveId" clId="{58B121E7-63A7-4330-86D4-8A88A1192A57}" dt="2025-07-04T17:57:57.995" v="18686" actId="47"/>
        <pc:sldMkLst>
          <pc:docMk/>
          <pc:sldMk cId="2173485658" sldId="477"/>
        </pc:sldMkLst>
      </pc:sldChg>
      <pc:sldChg chg="add del">
        <pc:chgData name="Khaled taha" userId="912087602c74ab8a" providerId="LiveId" clId="{58B121E7-63A7-4330-86D4-8A88A1192A57}" dt="2025-07-04T18:18:16.609" v="18770" actId="47"/>
        <pc:sldMkLst>
          <pc:docMk/>
          <pc:sldMk cId="2848110489" sldId="478"/>
        </pc:sldMkLst>
      </pc:sldChg>
      <pc:sldChg chg="delSp add del mod modTransition delAnim">
        <pc:chgData name="Khaled taha" userId="912087602c74ab8a" providerId="LiveId" clId="{58B121E7-63A7-4330-86D4-8A88A1192A57}" dt="2025-07-04T18:15:14.860" v="18758" actId="47"/>
        <pc:sldMkLst>
          <pc:docMk/>
          <pc:sldMk cId="733429380" sldId="479"/>
        </pc:sldMkLst>
      </pc:sldChg>
      <pc:sldChg chg="addSp delSp modSp add mod modAnim">
        <pc:chgData name="Khaled taha" userId="912087602c74ab8a" providerId="LiveId" clId="{58B121E7-63A7-4330-86D4-8A88A1192A57}" dt="2025-07-06T03:26:51.964" v="31815" actId="20577"/>
        <pc:sldMkLst>
          <pc:docMk/>
          <pc:sldMk cId="2464750524" sldId="479"/>
        </pc:sldMkLst>
        <pc:spChg chg="add mod">
          <ac:chgData name="Khaled taha" userId="912087602c74ab8a" providerId="LiveId" clId="{58B121E7-63A7-4330-86D4-8A88A1192A57}" dt="2025-07-05T03:59:30.689" v="19692"/>
          <ac:spMkLst>
            <pc:docMk/>
            <pc:sldMk cId="2464750524" sldId="479"/>
            <ac:spMk id="4" creationId="{589D3A14-CA5F-F813-683F-A6F32C7B3C7A}"/>
          </ac:spMkLst>
        </pc:spChg>
        <pc:spChg chg="add del mod">
          <ac:chgData name="Khaled taha" userId="912087602c74ab8a" providerId="LiveId" clId="{58B121E7-63A7-4330-86D4-8A88A1192A57}" dt="2025-07-05T16:05:31.854" v="24944" actId="478"/>
          <ac:spMkLst>
            <pc:docMk/>
            <pc:sldMk cId="2464750524" sldId="479"/>
            <ac:spMk id="4" creationId="{E0C3E799-AEA5-4B2A-89A9-7CC7343D4D2E}"/>
          </ac:spMkLst>
        </pc:spChg>
        <pc:spChg chg="add del">
          <ac:chgData name="Khaled taha" userId="912087602c74ab8a" providerId="LiveId" clId="{58B121E7-63A7-4330-86D4-8A88A1192A57}" dt="2025-07-05T04:12:43.419" v="19987" actId="478"/>
          <ac:spMkLst>
            <pc:docMk/>
            <pc:sldMk cId="2464750524" sldId="479"/>
            <ac:spMk id="5" creationId="{06D7A343-0C5B-F23B-1313-C7BC8E33DD52}"/>
          </ac:spMkLst>
        </pc:spChg>
        <pc:spChg chg="del">
          <ac:chgData name="Khaled taha" userId="912087602c74ab8a" providerId="LiveId" clId="{58B121E7-63A7-4330-86D4-8A88A1192A57}" dt="2025-07-05T03:58:06.911" v="19676" actId="478"/>
          <ac:spMkLst>
            <pc:docMk/>
            <pc:sldMk cId="2464750524" sldId="479"/>
            <ac:spMk id="6" creationId="{1CF2FE3A-992B-ED29-DDD3-CECD2930FFE9}"/>
          </ac:spMkLst>
        </pc:spChg>
        <pc:spChg chg="add mod">
          <ac:chgData name="Khaled taha" userId="912087602c74ab8a" providerId="LiveId" clId="{58B121E7-63A7-4330-86D4-8A88A1192A57}" dt="2025-07-05T03:59:51.720" v="19701"/>
          <ac:spMkLst>
            <pc:docMk/>
            <pc:sldMk cId="2464750524" sldId="479"/>
            <ac:spMk id="7" creationId="{D717C355-9603-7599-596F-D137165DCD9A}"/>
          </ac:spMkLst>
        </pc:spChg>
        <pc:spChg chg="add del mod">
          <ac:chgData name="Khaled taha" userId="912087602c74ab8a" providerId="LiveId" clId="{58B121E7-63A7-4330-86D4-8A88A1192A57}" dt="2025-07-05T16:08:45.728" v="24978" actId="478"/>
          <ac:spMkLst>
            <pc:docMk/>
            <pc:sldMk cId="2464750524" sldId="479"/>
            <ac:spMk id="7" creationId="{E7E1143E-AC05-7847-6534-2651D00623FF}"/>
          </ac:spMkLst>
        </pc:spChg>
        <pc:spChg chg="add del mod">
          <ac:chgData name="Khaled taha" userId="912087602c74ab8a" providerId="LiveId" clId="{58B121E7-63A7-4330-86D4-8A88A1192A57}" dt="2025-07-05T04:21:30.452" v="20207" actId="478"/>
          <ac:spMkLst>
            <pc:docMk/>
            <pc:sldMk cId="2464750524" sldId="479"/>
            <ac:spMk id="8" creationId="{9795448C-4ABA-B3F5-4516-3A1563DBF597}"/>
          </ac:spMkLst>
        </pc:spChg>
        <pc:spChg chg="add mod">
          <ac:chgData name="Khaled taha" userId="912087602c74ab8a" providerId="LiveId" clId="{58B121E7-63A7-4330-86D4-8A88A1192A57}" dt="2025-07-05T04:12:48.407" v="19988"/>
          <ac:spMkLst>
            <pc:docMk/>
            <pc:sldMk cId="2464750524" sldId="479"/>
            <ac:spMk id="9" creationId="{50CF0C32-2FE8-DE66-5E50-915C8EAE9469}"/>
          </ac:spMkLst>
        </pc:spChg>
        <pc:spChg chg="add del mod">
          <ac:chgData name="Khaled taha" userId="912087602c74ab8a" providerId="LiveId" clId="{58B121E7-63A7-4330-86D4-8A88A1192A57}" dt="2025-07-05T04:13:10.484" v="19991" actId="478"/>
          <ac:spMkLst>
            <pc:docMk/>
            <pc:sldMk cId="2464750524" sldId="479"/>
            <ac:spMk id="10" creationId="{5E083AFB-B32F-B5DB-347C-AC36288D53AC}"/>
          </ac:spMkLst>
        </pc:spChg>
        <pc:spChg chg="add mod">
          <ac:chgData name="Khaled taha" userId="912087602c74ab8a" providerId="LiveId" clId="{58B121E7-63A7-4330-86D4-8A88A1192A57}" dt="2025-07-05T16:08:53.324" v="24980" actId="1076"/>
          <ac:spMkLst>
            <pc:docMk/>
            <pc:sldMk cId="2464750524" sldId="479"/>
            <ac:spMk id="11" creationId="{3C682A36-C872-0EE8-10D8-44480A06D751}"/>
          </ac:spMkLst>
        </pc:spChg>
        <pc:spChg chg="add del">
          <ac:chgData name="Khaled taha" userId="912087602c74ab8a" providerId="LiveId" clId="{58B121E7-63A7-4330-86D4-8A88A1192A57}" dt="2025-07-05T04:12:43.419" v="19987" actId="478"/>
          <ac:spMkLst>
            <pc:docMk/>
            <pc:sldMk cId="2464750524" sldId="479"/>
            <ac:spMk id="11" creationId="{C7E4D8B0-BC17-E36A-0CDC-5CA0992B2306}"/>
          </ac:spMkLst>
        </pc:spChg>
        <pc:spChg chg="add del mod">
          <ac:chgData name="Khaled taha" userId="912087602c74ab8a" providerId="LiveId" clId="{58B121E7-63A7-4330-86D4-8A88A1192A57}" dt="2025-07-05T04:25:09.756" v="20224" actId="478"/>
          <ac:spMkLst>
            <pc:docMk/>
            <pc:sldMk cId="2464750524" sldId="479"/>
            <ac:spMk id="12" creationId="{3297D37D-B257-390D-748A-5C424227FD45}"/>
          </ac:spMkLst>
        </pc:spChg>
        <pc:spChg chg="del">
          <ac:chgData name="Khaled taha" userId="912087602c74ab8a" providerId="LiveId" clId="{58B121E7-63A7-4330-86D4-8A88A1192A57}" dt="2025-07-05T04:12:30.665" v="19984" actId="478"/>
          <ac:spMkLst>
            <pc:docMk/>
            <pc:sldMk cId="2464750524" sldId="479"/>
            <ac:spMk id="13" creationId="{9BEBB7A6-4230-3EC6-920E-5B134709CA35}"/>
          </ac:spMkLst>
        </pc:spChg>
        <pc:spChg chg="add del mod">
          <ac:chgData name="Khaled taha" userId="912087602c74ab8a" providerId="LiveId" clId="{58B121E7-63A7-4330-86D4-8A88A1192A57}" dt="2025-07-05T04:17:04.546" v="20191" actId="478"/>
          <ac:spMkLst>
            <pc:docMk/>
            <pc:sldMk cId="2464750524" sldId="479"/>
            <ac:spMk id="14" creationId="{91A7215A-5D3F-D8AB-1413-14725E879CC1}"/>
          </ac:spMkLst>
        </pc:spChg>
        <pc:spChg chg="add mod">
          <ac:chgData name="Khaled taha" userId="912087602c74ab8a" providerId="LiveId" clId="{58B121E7-63A7-4330-86D4-8A88A1192A57}" dt="2025-07-05T04:18:33.127" v="20198" actId="207"/>
          <ac:spMkLst>
            <pc:docMk/>
            <pc:sldMk cId="2464750524" sldId="479"/>
            <ac:spMk id="15" creationId="{17BA2FC1-B24F-C36A-0C46-013EC820A149}"/>
          </ac:spMkLst>
        </pc:spChg>
        <pc:spChg chg="add mod">
          <ac:chgData name="Khaled taha" userId="912087602c74ab8a" providerId="LiveId" clId="{58B121E7-63A7-4330-86D4-8A88A1192A57}" dt="2025-07-05T04:22:13.102" v="20217" actId="207"/>
          <ac:spMkLst>
            <pc:docMk/>
            <pc:sldMk cId="2464750524" sldId="479"/>
            <ac:spMk id="16" creationId="{556910C6-C753-90ED-775E-69A3B9FCC963}"/>
          </ac:spMkLst>
        </pc:spChg>
        <pc:spChg chg="add del mod">
          <ac:chgData name="Khaled taha" userId="912087602c74ab8a" providerId="LiveId" clId="{58B121E7-63A7-4330-86D4-8A88A1192A57}" dt="2025-07-05T04:22:01.384" v="20216" actId="478"/>
          <ac:spMkLst>
            <pc:docMk/>
            <pc:sldMk cId="2464750524" sldId="479"/>
            <ac:spMk id="17" creationId="{417F6EFE-8C3F-A12F-BDB2-CC75D68C0289}"/>
          </ac:spMkLst>
        </pc:spChg>
        <pc:spChg chg="add mod">
          <ac:chgData name="Khaled taha" userId="912087602c74ab8a" providerId="LiveId" clId="{58B121E7-63A7-4330-86D4-8A88A1192A57}" dt="2025-07-06T03:26:21.193" v="31807"/>
          <ac:spMkLst>
            <pc:docMk/>
            <pc:sldMk cId="2464750524" sldId="479"/>
            <ac:spMk id="17" creationId="{9E4BEFCD-C41B-7207-3789-7C554E4C7615}"/>
          </ac:spMkLst>
        </pc:spChg>
        <pc:spChg chg="add mod">
          <ac:chgData name="Khaled taha" userId="912087602c74ab8a" providerId="LiveId" clId="{58B121E7-63A7-4330-86D4-8A88A1192A57}" dt="2025-07-05T04:25:10.232" v="20225"/>
          <ac:spMkLst>
            <pc:docMk/>
            <pc:sldMk cId="2464750524" sldId="479"/>
            <ac:spMk id="18" creationId="{47E85AE1-AC94-2AFC-88A7-0EB70B96E3DE}"/>
          </ac:spMkLst>
        </pc:spChg>
        <pc:spChg chg="del">
          <ac:chgData name="Khaled taha" userId="912087602c74ab8a" providerId="LiveId" clId="{58B121E7-63A7-4330-86D4-8A88A1192A57}" dt="2025-07-05T03:58:07.584" v="19677" actId="478"/>
          <ac:spMkLst>
            <pc:docMk/>
            <pc:sldMk cId="2464750524" sldId="479"/>
            <ac:spMk id="19" creationId="{C6884CA4-B3F8-D659-243E-6E6776694622}"/>
          </ac:spMkLst>
        </pc:spChg>
        <pc:spChg chg="add mod">
          <ac:chgData name="Khaled taha" userId="912087602c74ab8a" providerId="LiveId" clId="{58B121E7-63A7-4330-86D4-8A88A1192A57}" dt="2025-07-06T03:26:33.429" v="31810" actId="207"/>
          <ac:spMkLst>
            <pc:docMk/>
            <pc:sldMk cId="2464750524" sldId="479"/>
            <ac:spMk id="19" creationId="{FC9308D7-6068-A3FF-FC60-B45D25936054}"/>
          </ac:spMkLst>
        </pc:spChg>
        <pc:spChg chg="add mod">
          <ac:chgData name="Khaled taha" userId="912087602c74ab8a" providerId="LiveId" clId="{58B121E7-63A7-4330-86D4-8A88A1192A57}" dt="2025-07-06T03:26:51.964" v="31815" actId="20577"/>
          <ac:spMkLst>
            <pc:docMk/>
            <pc:sldMk cId="2464750524" sldId="479"/>
            <ac:spMk id="20" creationId="{6BFEB9C4-2187-D0DE-56ED-E9EC29DF0BD5}"/>
          </ac:spMkLst>
        </pc:spChg>
        <pc:spChg chg="del">
          <ac:chgData name="Khaled taha" userId="912087602c74ab8a" providerId="LiveId" clId="{58B121E7-63A7-4330-86D4-8A88A1192A57}" dt="2025-07-05T16:04:57.096" v="24934" actId="478"/>
          <ac:spMkLst>
            <pc:docMk/>
            <pc:sldMk cId="2464750524" sldId="479"/>
            <ac:spMk id="70" creationId="{35610726-9188-0376-9C9D-9A5A2AA3BEAF}"/>
          </ac:spMkLst>
        </pc:spChg>
        <pc:picChg chg="del">
          <ac:chgData name="Khaled taha" userId="912087602c74ab8a" providerId="LiveId" clId="{58B121E7-63A7-4330-86D4-8A88A1192A57}" dt="2025-07-05T16:04:57.096" v="24934" actId="478"/>
          <ac:picMkLst>
            <pc:docMk/>
            <pc:sldMk cId="2464750524" sldId="479"/>
            <ac:picMk id="2" creationId="{73B6B992-8B2B-05C4-EC03-857440DD2D19}"/>
          </ac:picMkLst>
        </pc:picChg>
        <pc:picChg chg="add del mod">
          <ac:chgData name="Khaled taha" userId="912087602c74ab8a" providerId="LiveId" clId="{58B121E7-63A7-4330-86D4-8A88A1192A57}" dt="2025-07-05T16:05:31.854" v="24944" actId="478"/>
          <ac:picMkLst>
            <pc:docMk/>
            <pc:sldMk cId="2464750524" sldId="479"/>
            <ac:picMk id="5" creationId="{92D3B1A1-85B5-A136-BCA9-472B7BF4B405}"/>
          </ac:picMkLst>
        </pc:picChg>
        <pc:picChg chg="add del mod">
          <ac:chgData name="Khaled taha" userId="912087602c74ab8a" providerId="LiveId" clId="{58B121E7-63A7-4330-86D4-8A88A1192A57}" dt="2025-07-05T16:05:49.608" v="24949" actId="478"/>
          <ac:picMkLst>
            <pc:docMk/>
            <pc:sldMk cId="2464750524" sldId="479"/>
            <ac:picMk id="8" creationId="{9BBFD185-CC84-966E-1302-D593154AD056}"/>
          </ac:picMkLst>
        </pc:picChg>
        <pc:picChg chg="add del mod">
          <ac:chgData name="Khaled taha" userId="912087602c74ab8a" providerId="LiveId" clId="{58B121E7-63A7-4330-86D4-8A88A1192A57}" dt="2025-07-05T16:08:45.728" v="24978" actId="478"/>
          <ac:picMkLst>
            <pc:docMk/>
            <pc:sldMk cId="2464750524" sldId="479"/>
            <ac:picMk id="10" creationId="{12EB9E56-11C3-82F7-1262-D398D9CCDE60}"/>
          </ac:picMkLst>
        </pc:picChg>
        <pc:picChg chg="add mod">
          <ac:chgData name="Khaled taha" userId="912087602c74ab8a" providerId="LiveId" clId="{58B121E7-63A7-4330-86D4-8A88A1192A57}" dt="2025-07-05T16:08:46.062" v="24979"/>
          <ac:picMkLst>
            <pc:docMk/>
            <pc:sldMk cId="2464750524" sldId="479"/>
            <ac:picMk id="12" creationId="{776F3DD1-83C9-4A78-84AB-07AC4266E7C9}"/>
          </ac:picMkLst>
        </pc:picChg>
        <pc:cxnChg chg="del">
          <ac:chgData name="Khaled taha" userId="912087602c74ab8a" providerId="LiveId" clId="{58B121E7-63A7-4330-86D4-8A88A1192A57}" dt="2025-07-05T16:04:57.096" v="24934" actId="478"/>
          <ac:cxnSpMkLst>
            <pc:docMk/>
            <pc:sldMk cId="2464750524" sldId="479"/>
            <ac:cxnSpMk id="3" creationId="{2F1CE000-23F9-E47D-DB1B-417B50349AB9}"/>
          </ac:cxnSpMkLst>
        </pc:cxnChg>
        <pc:cxnChg chg="add del mod">
          <ac:chgData name="Khaled taha" userId="912087602c74ab8a" providerId="LiveId" clId="{58B121E7-63A7-4330-86D4-8A88A1192A57}" dt="2025-07-05T16:05:31.854" v="24944" actId="478"/>
          <ac:cxnSpMkLst>
            <pc:docMk/>
            <pc:sldMk cId="2464750524" sldId="479"/>
            <ac:cxnSpMk id="6" creationId="{3215FDE6-94B4-83EC-C140-9175E635361C}"/>
          </ac:cxnSpMkLst>
        </pc:cxnChg>
        <pc:cxnChg chg="add del mod">
          <ac:chgData name="Khaled taha" userId="912087602c74ab8a" providerId="LiveId" clId="{58B121E7-63A7-4330-86D4-8A88A1192A57}" dt="2025-07-05T16:08:45.728" v="24978" actId="478"/>
          <ac:cxnSpMkLst>
            <pc:docMk/>
            <pc:sldMk cId="2464750524" sldId="479"/>
            <ac:cxnSpMk id="9" creationId="{3FBE3888-07A2-C9F4-929F-11BF1A695C9E}"/>
          </ac:cxnSpMkLst>
        </pc:cxnChg>
        <pc:cxnChg chg="add del mod">
          <ac:chgData name="Khaled taha" userId="912087602c74ab8a" providerId="LiveId" clId="{58B121E7-63A7-4330-86D4-8A88A1192A57}" dt="2025-07-05T16:23:15.972" v="25143" actId="478"/>
          <ac:cxnSpMkLst>
            <pc:docMk/>
            <pc:sldMk cId="2464750524" sldId="479"/>
            <ac:cxnSpMk id="13" creationId="{7472E55B-281A-57E7-F65E-E7E9ED58BF86}"/>
          </ac:cxnSpMkLst>
        </pc:cxnChg>
        <pc:cxnChg chg="add mod">
          <ac:chgData name="Khaled taha" userId="912087602c74ab8a" providerId="LiveId" clId="{58B121E7-63A7-4330-86D4-8A88A1192A57}" dt="2025-07-05T16:23:16.238" v="25144"/>
          <ac:cxnSpMkLst>
            <pc:docMk/>
            <pc:sldMk cId="2464750524" sldId="479"/>
            <ac:cxnSpMk id="14" creationId="{52C35639-9835-FBC5-C15F-B7492CA453D8}"/>
          </ac:cxnSpMkLst>
        </pc:cxnChg>
      </pc:sldChg>
      <pc:sldChg chg="add del">
        <pc:chgData name="Khaled taha" userId="912087602c74ab8a" providerId="LiveId" clId="{58B121E7-63A7-4330-86D4-8A88A1192A57}" dt="2025-07-04T18:13:54.235" v="18754"/>
        <pc:sldMkLst>
          <pc:docMk/>
          <pc:sldMk cId="3772940900" sldId="479"/>
        </pc:sldMkLst>
      </pc:sldChg>
      <pc:sldChg chg="addSp delSp modSp add del mod modTransition modAnim">
        <pc:chgData name="Khaled taha" userId="912087602c74ab8a" providerId="LiveId" clId="{58B121E7-63A7-4330-86D4-8A88A1192A57}" dt="2025-07-06T04:27:33.044" v="32671"/>
        <pc:sldMkLst>
          <pc:docMk/>
          <pc:sldMk cId="4197099281" sldId="480"/>
        </pc:sldMkLst>
        <pc:spChg chg="del">
          <ac:chgData name="Khaled taha" userId="912087602c74ab8a" providerId="LiveId" clId="{58B121E7-63A7-4330-86D4-8A88A1192A57}" dt="2025-07-05T16:13:31.173" v="25019" actId="478"/>
          <ac:spMkLst>
            <pc:docMk/>
            <pc:sldMk cId="4197099281" sldId="480"/>
            <ac:spMk id="2" creationId="{75F8B9DF-8A92-6803-9892-DF7885A4E2B6}"/>
          </ac:spMkLst>
        </pc:spChg>
        <pc:spChg chg="add del mod">
          <ac:chgData name="Khaled taha" userId="912087602c74ab8a" providerId="LiveId" clId="{58B121E7-63A7-4330-86D4-8A88A1192A57}" dt="2025-07-05T16:14:17.418" v="25025" actId="478"/>
          <ac:spMkLst>
            <pc:docMk/>
            <pc:sldMk cId="4197099281" sldId="480"/>
            <ac:spMk id="3" creationId="{13222E6C-F4A0-3CA0-F588-CBA40FE7A82E}"/>
          </ac:spMkLst>
        </pc:spChg>
        <pc:spChg chg="add mod">
          <ac:chgData name="Khaled taha" userId="912087602c74ab8a" providerId="LiveId" clId="{58B121E7-63A7-4330-86D4-8A88A1192A57}" dt="2025-07-05T16:14:17.601" v="25026"/>
          <ac:spMkLst>
            <pc:docMk/>
            <pc:sldMk cId="4197099281" sldId="480"/>
            <ac:spMk id="8" creationId="{7AF8B43D-E1E1-3681-62E3-287EE3C46E4B}"/>
          </ac:spMkLst>
        </pc:spChg>
        <pc:spChg chg="add del mod">
          <ac:chgData name="Khaled taha" userId="912087602c74ab8a" providerId="LiveId" clId="{58B121E7-63A7-4330-86D4-8A88A1192A57}" dt="2025-07-06T04:27:28.433" v="32670" actId="478"/>
          <ac:spMkLst>
            <pc:docMk/>
            <pc:sldMk cId="4197099281" sldId="480"/>
            <ac:spMk id="12" creationId="{F7553C91-0E7B-56D9-F250-5F4DCB02ACA4}"/>
          </ac:spMkLst>
        </pc:spChg>
        <pc:spChg chg="add del mod">
          <ac:chgData name="Khaled taha" userId="912087602c74ab8a" providerId="LiveId" clId="{58B121E7-63A7-4330-86D4-8A88A1192A57}" dt="2025-07-06T04:27:28.433" v="32670" actId="478"/>
          <ac:spMkLst>
            <pc:docMk/>
            <pc:sldMk cId="4197099281" sldId="480"/>
            <ac:spMk id="13" creationId="{A98E4FDF-B3E6-54CB-807E-98C22BEF5248}"/>
          </ac:spMkLst>
        </pc:spChg>
        <pc:spChg chg="add del mod">
          <ac:chgData name="Khaled taha" userId="912087602c74ab8a" providerId="LiveId" clId="{58B121E7-63A7-4330-86D4-8A88A1192A57}" dt="2025-07-06T04:27:28.433" v="32670" actId="478"/>
          <ac:spMkLst>
            <pc:docMk/>
            <pc:sldMk cId="4197099281" sldId="480"/>
            <ac:spMk id="15" creationId="{728534CD-F045-F165-ED69-DBAD4C373433}"/>
          </ac:spMkLst>
        </pc:spChg>
        <pc:spChg chg="add mod">
          <ac:chgData name="Khaled taha" userId="912087602c74ab8a" providerId="LiveId" clId="{58B121E7-63A7-4330-86D4-8A88A1192A57}" dt="2025-07-06T04:27:33.044" v="32671"/>
          <ac:spMkLst>
            <pc:docMk/>
            <pc:sldMk cId="4197099281" sldId="480"/>
            <ac:spMk id="16" creationId="{1F737822-F4EA-F379-469B-87F3C8BEA130}"/>
          </ac:spMkLst>
        </pc:spChg>
        <pc:spChg chg="add mod">
          <ac:chgData name="Khaled taha" userId="912087602c74ab8a" providerId="LiveId" clId="{58B121E7-63A7-4330-86D4-8A88A1192A57}" dt="2025-07-06T04:27:33.044" v="32671"/>
          <ac:spMkLst>
            <pc:docMk/>
            <pc:sldMk cId="4197099281" sldId="480"/>
            <ac:spMk id="19" creationId="{31612CAA-A56C-241F-88E5-B5228FA23005}"/>
          </ac:spMkLst>
        </pc:spChg>
        <pc:spChg chg="add mod">
          <ac:chgData name="Khaled taha" userId="912087602c74ab8a" providerId="LiveId" clId="{58B121E7-63A7-4330-86D4-8A88A1192A57}" dt="2025-07-06T04:27:33.044" v="32671"/>
          <ac:spMkLst>
            <pc:docMk/>
            <pc:sldMk cId="4197099281" sldId="480"/>
            <ac:spMk id="20" creationId="{CED9F62A-D138-BFE0-0765-0CD82D44FA46}"/>
          </ac:spMkLst>
        </pc:spChg>
        <pc:picChg chg="del">
          <ac:chgData name="Khaled taha" userId="912087602c74ab8a" providerId="LiveId" clId="{58B121E7-63A7-4330-86D4-8A88A1192A57}" dt="2025-07-05T16:13:31.173" v="25019" actId="478"/>
          <ac:picMkLst>
            <pc:docMk/>
            <pc:sldMk cId="4197099281" sldId="480"/>
            <ac:picMk id="4" creationId="{26C6D480-713F-0FE7-1020-13EC22C5F5D6}"/>
          </ac:picMkLst>
        </pc:picChg>
        <pc:picChg chg="add del mod">
          <ac:chgData name="Khaled taha" userId="912087602c74ab8a" providerId="LiveId" clId="{58B121E7-63A7-4330-86D4-8A88A1192A57}" dt="2025-07-05T16:14:17.418" v="25025" actId="478"/>
          <ac:picMkLst>
            <pc:docMk/>
            <pc:sldMk cId="4197099281" sldId="480"/>
            <ac:picMk id="6" creationId="{DA5B55C0-1D05-DD0A-C034-757C1E303FCE}"/>
          </ac:picMkLst>
        </pc:picChg>
        <pc:picChg chg="add mod">
          <ac:chgData name="Khaled taha" userId="912087602c74ab8a" providerId="LiveId" clId="{58B121E7-63A7-4330-86D4-8A88A1192A57}" dt="2025-07-05T16:14:17.601" v="25026"/>
          <ac:picMkLst>
            <pc:docMk/>
            <pc:sldMk cId="4197099281" sldId="480"/>
            <ac:picMk id="9" creationId="{3729F8F3-FD64-7A55-A9B9-7BA8653FEF5F}"/>
          </ac:picMkLst>
        </pc:picChg>
        <pc:cxnChg chg="del">
          <ac:chgData name="Khaled taha" userId="912087602c74ab8a" providerId="LiveId" clId="{58B121E7-63A7-4330-86D4-8A88A1192A57}" dt="2025-07-05T16:13:31.173" v="25019" actId="478"/>
          <ac:cxnSpMkLst>
            <pc:docMk/>
            <pc:sldMk cId="4197099281" sldId="480"/>
            <ac:cxnSpMk id="5" creationId="{6E1BED0A-CD49-834E-0AF0-8B979A5ED436}"/>
          </ac:cxnSpMkLst>
        </pc:cxnChg>
        <pc:cxnChg chg="add del mod">
          <ac:chgData name="Khaled taha" userId="912087602c74ab8a" providerId="LiveId" clId="{58B121E7-63A7-4330-86D4-8A88A1192A57}" dt="2025-07-05T16:23:43.832" v="25155" actId="478"/>
          <ac:cxnSpMkLst>
            <pc:docMk/>
            <pc:sldMk cId="4197099281" sldId="480"/>
            <ac:cxnSpMk id="7" creationId="{EF561AF4-055F-48FC-8689-D82718AAE6BA}"/>
          </ac:cxnSpMkLst>
        </pc:cxnChg>
        <pc:cxnChg chg="add mod">
          <ac:chgData name="Khaled taha" userId="912087602c74ab8a" providerId="LiveId" clId="{58B121E7-63A7-4330-86D4-8A88A1192A57}" dt="2025-07-05T16:23:44.047" v="25156"/>
          <ac:cxnSpMkLst>
            <pc:docMk/>
            <pc:sldMk cId="4197099281" sldId="480"/>
            <ac:cxnSpMk id="10" creationId="{6FE8681F-2535-A0F8-13DD-DB3A50CD53E2}"/>
          </ac:cxnSpMkLst>
        </pc:cxnChg>
      </pc:sldChg>
      <pc:sldChg chg="addSp delSp modSp add del mod modTransition">
        <pc:chgData name="Khaled taha" userId="912087602c74ab8a" providerId="LiveId" clId="{58B121E7-63A7-4330-86D4-8A88A1192A57}" dt="2025-07-05T04:13:57.819" v="19997" actId="2696"/>
        <pc:sldMkLst>
          <pc:docMk/>
          <pc:sldMk cId="2223697947" sldId="481"/>
        </pc:sldMkLst>
        <pc:spChg chg="add mod">
          <ac:chgData name="Khaled taha" userId="912087602c74ab8a" providerId="LiveId" clId="{58B121E7-63A7-4330-86D4-8A88A1192A57}" dt="2025-07-05T03:59:33.102" v="19694"/>
          <ac:spMkLst>
            <pc:docMk/>
            <pc:sldMk cId="2223697947" sldId="481"/>
            <ac:spMk id="4" creationId="{CE241C41-5B55-0DE3-F07D-FF2557040CDE}"/>
          </ac:spMkLst>
        </pc:spChg>
        <pc:spChg chg="add del">
          <ac:chgData name="Khaled taha" userId="912087602c74ab8a" providerId="LiveId" clId="{58B121E7-63A7-4330-86D4-8A88A1192A57}" dt="2025-07-05T04:13:25.986" v="19994" actId="478"/>
          <ac:spMkLst>
            <pc:docMk/>
            <pc:sldMk cId="2223697947" sldId="481"/>
            <ac:spMk id="5" creationId="{D9F6A4F3-0D41-8DDC-374E-85FFE745D8E0}"/>
          </ac:spMkLst>
        </pc:spChg>
        <pc:spChg chg="del">
          <ac:chgData name="Khaled taha" userId="912087602c74ab8a" providerId="LiveId" clId="{58B121E7-63A7-4330-86D4-8A88A1192A57}" dt="2025-07-05T03:58:09.169" v="19678" actId="478"/>
          <ac:spMkLst>
            <pc:docMk/>
            <pc:sldMk cId="2223697947" sldId="481"/>
            <ac:spMk id="6" creationId="{9E3D10B3-0B25-B22A-6381-713786E641D0}"/>
          </ac:spMkLst>
        </pc:spChg>
        <pc:spChg chg="add mod">
          <ac:chgData name="Khaled taha" userId="912087602c74ab8a" providerId="LiveId" clId="{58B121E7-63A7-4330-86D4-8A88A1192A57}" dt="2025-07-05T03:59:38.537" v="19697"/>
          <ac:spMkLst>
            <pc:docMk/>
            <pc:sldMk cId="2223697947" sldId="481"/>
            <ac:spMk id="7" creationId="{84C8C843-7A7B-8A69-547F-3535E5ED32C9}"/>
          </ac:spMkLst>
        </pc:spChg>
        <pc:spChg chg="add mod">
          <ac:chgData name="Khaled taha" userId="912087602c74ab8a" providerId="LiveId" clId="{58B121E7-63A7-4330-86D4-8A88A1192A57}" dt="2025-07-05T03:59:54.602" v="19703"/>
          <ac:spMkLst>
            <pc:docMk/>
            <pc:sldMk cId="2223697947" sldId="481"/>
            <ac:spMk id="8" creationId="{8200E122-1341-906F-79D8-9C6202E0B877}"/>
          </ac:spMkLst>
        </pc:spChg>
        <pc:spChg chg="add mod">
          <ac:chgData name="Khaled taha" userId="912087602c74ab8a" providerId="LiveId" clId="{58B121E7-63A7-4330-86D4-8A88A1192A57}" dt="2025-07-05T04:13:31.036" v="19995"/>
          <ac:spMkLst>
            <pc:docMk/>
            <pc:sldMk cId="2223697947" sldId="481"/>
            <ac:spMk id="9" creationId="{6387C931-5DDB-AE1C-44FD-3FCE772E86A8}"/>
          </ac:spMkLst>
        </pc:spChg>
        <pc:spChg chg="add mod">
          <ac:chgData name="Khaled taha" userId="912087602c74ab8a" providerId="LiveId" clId="{58B121E7-63A7-4330-86D4-8A88A1192A57}" dt="2025-07-05T04:13:31.036" v="19995"/>
          <ac:spMkLst>
            <pc:docMk/>
            <pc:sldMk cId="2223697947" sldId="481"/>
            <ac:spMk id="10" creationId="{0C1ABB24-89FF-0D32-B937-721568A01FB9}"/>
          </ac:spMkLst>
        </pc:spChg>
        <pc:spChg chg="add del">
          <ac:chgData name="Khaled taha" userId="912087602c74ab8a" providerId="LiveId" clId="{58B121E7-63A7-4330-86D4-8A88A1192A57}" dt="2025-07-05T04:13:25.986" v="19994" actId="478"/>
          <ac:spMkLst>
            <pc:docMk/>
            <pc:sldMk cId="2223697947" sldId="481"/>
            <ac:spMk id="11" creationId="{93B13915-13DC-C711-FD90-9FB814B69C00}"/>
          </ac:spMkLst>
        </pc:spChg>
        <pc:spChg chg="add mod">
          <ac:chgData name="Khaled taha" userId="912087602c74ab8a" providerId="LiveId" clId="{58B121E7-63A7-4330-86D4-8A88A1192A57}" dt="2025-07-05T04:13:39.485" v="19996" actId="571"/>
          <ac:spMkLst>
            <pc:docMk/>
            <pc:sldMk cId="2223697947" sldId="481"/>
            <ac:spMk id="12" creationId="{6375E111-B05E-44A5-D54D-2995A3E91EE5}"/>
          </ac:spMkLst>
        </pc:spChg>
        <pc:spChg chg="del">
          <ac:chgData name="Khaled taha" userId="912087602c74ab8a" providerId="LiveId" clId="{58B121E7-63A7-4330-86D4-8A88A1192A57}" dt="2025-07-05T04:13:25.986" v="19994" actId="478"/>
          <ac:spMkLst>
            <pc:docMk/>
            <pc:sldMk cId="2223697947" sldId="481"/>
            <ac:spMk id="13" creationId="{AA8DCFBB-C897-EDAD-B23C-DE198BFBA7B8}"/>
          </ac:spMkLst>
        </pc:spChg>
        <pc:spChg chg="del">
          <ac:chgData name="Khaled taha" userId="912087602c74ab8a" providerId="LiveId" clId="{58B121E7-63A7-4330-86D4-8A88A1192A57}" dt="2025-07-05T03:58:09.773" v="19679" actId="478"/>
          <ac:spMkLst>
            <pc:docMk/>
            <pc:sldMk cId="2223697947" sldId="481"/>
            <ac:spMk id="19" creationId="{3B7EF784-4016-FEC9-CDC0-838F5BE99948}"/>
          </ac:spMkLst>
        </pc:spChg>
      </pc:sldChg>
      <pc:sldChg chg="addSp delSp modSp add del mod">
        <pc:chgData name="Khaled taha" userId="912087602c74ab8a" providerId="LiveId" clId="{58B121E7-63A7-4330-86D4-8A88A1192A57}" dt="2025-07-05T05:15:41.985" v="21832" actId="47"/>
        <pc:sldMkLst>
          <pc:docMk/>
          <pc:sldMk cId="279750966" sldId="482"/>
        </pc:sldMkLst>
        <pc:spChg chg="add mod">
          <ac:chgData name="Khaled taha" userId="912087602c74ab8a" providerId="LiveId" clId="{58B121E7-63A7-4330-86D4-8A88A1192A57}" dt="2025-07-05T05:04:04.154" v="20758"/>
          <ac:spMkLst>
            <pc:docMk/>
            <pc:sldMk cId="279750966" sldId="482"/>
            <ac:spMk id="4" creationId="{2FF76412-27AA-1B3A-8098-9B733CCD8B31}"/>
          </ac:spMkLst>
        </pc:spChg>
        <pc:spChg chg="add mod">
          <ac:chgData name="Khaled taha" userId="912087602c74ab8a" providerId="LiveId" clId="{58B121E7-63A7-4330-86D4-8A88A1192A57}" dt="2025-07-05T01:38:15.467" v="19070"/>
          <ac:spMkLst>
            <pc:docMk/>
            <pc:sldMk cId="279750966" sldId="482"/>
            <ac:spMk id="4" creationId="{A952608E-3D94-24C8-838B-287EFA6B658B}"/>
          </ac:spMkLst>
        </pc:spChg>
        <pc:spChg chg="add del mod">
          <ac:chgData name="Khaled taha" userId="912087602c74ab8a" providerId="LiveId" clId="{58B121E7-63A7-4330-86D4-8A88A1192A57}" dt="2025-07-05T05:09:11.875" v="21770" actId="478"/>
          <ac:spMkLst>
            <pc:docMk/>
            <pc:sldMk cId="279750966" sldId="482"/>
            <ac:spMk id="6" creationId="{0705FAA4-A1E6-734E-5813-2992DC7E1DB8}"/>
          </ac:spMkLst>
        </pc:spChg>
        <pc:spChg chg="add del mod">
          <ac:chgData name="Khaled taha" userId="912087602c74ab8a" providerId="LiveId" clId="{58B121E7-63A7-4330-86D4-8A88A1192A57}" dt="2025-07-05T01:39:05.763" v="19082" actId="478"/>
          <ac:spMkLst>
            <pc:docMk/>
            <pc:sldMk cId="279750966" sldId="482"/>
            <ac:spMk id="6" creationId="{2A89FF77-C48F-524E-7CF0-7C18E87D770F}"/>
          </ac:spMkLst>
        </pc:spChg>
        <pc:spChg chg="add del mod">
          <ac:chgData name="Khaled taha" userId="912087602c74ab8a" providerId="LiveId" clId="{58B121E7-63A7-4330-86D4-8A88A1192A57}" dt="2025-07-05T01:39:05.763" v="19082" actId="478"/>
          <ac:spMkLst>
            <pc:docMk/>
            <pc:sldMk cId="279750966" sldId="482"/>
            <ac:spMk id="8" creationId="{D404DEC4-2FC8-17A0-D643-928E73131636}"/>
          </ac:spMkLst>
        </pc:spChg>
        <pc:spChg chg="add del mod">
          <ac:chgData name="Khaled taha" userId="912087602c74ab8a" providerId="LiveId" clId="{58B121E7-63A7-4330-86D4-8A88A1192A57}" dt="2025-07-05T01:39:05.763" v="19082" actId="478"/>
          <ac:spMkLst>
            <pc:docMk/>
            <pc:sldMk cId="279750966" sldId="482"/>
            <ac:spMk id="9" creationId="{9EB21799-6668-B260-8AE6-74E5C4A48907}"/>
          </ac:spMkLst>
        </pc:spChg>
        <pc:spChg chg="add del mod">
          <ac:chgData name="Khaled taha" userId="912087602c74ab8a" providerId="LiveId" clId="{58B121E7-63A7-4330-86D4-8A88A1192A57}" dt="2025-07-05T01:39:05.763" v="19082" actId="478"/>
          <ac:spMkLst>
            <pc:docMk/>
            <pc:sldMk cId="279750966" sldId="482"/>
            <ac:spMk id="10" creationId="{B6ABF573-B936-1E96-B0DD-6802EE5CA191}"/>
          </ac:spMkLst>
        </pc:spChg>
        <pc:spChg chg="add del mod">
          <ac:chgData name="Khaled taha" userId="912087602c74ab8a" providerId="LiveId" clId="{58B121E7-63A7-4330-86D4-8A88A1192A57}" dt="2025-07-05T01:39:05.763" v="19082" actId="478"/>
          <ac:spMkLst>
            <pc:docMk/>
            <pc:sldMk cId="279750966" sldId="482"/>
            <ac:spMk id="11" creationId="{6C8CC6C4-DAA4-1221-F50F-50C7C1E0B74D}"/>
          </ac:spMkLst>
        </pc:spChg>
        <pc:spChg chg="add del mod">
          <ac:chgData name="Khaled taha" userId="912087602c74ab8a" providerId="LiveId" clId="{58B121E7-63A7-4330-86D4-8A88A1192A57}" dt="2025-07-05T01:39:05.763" v="19082" actId="478"/>
          <ac:spMkLst>
            <pc:docMk/>
            <pc:sldMk cId="279750966" sldId="482"/>
            <ac:spMk id="12" creationId="{920C1846-AE09-1674-1FDB-4F7E079AB99B}"/>
          </ac:spMkLst>
        </pc:spChg>
        <pc:spChg chg="add del mod">
          <ac:chgData name="Khaled taha" userId="912087602c74ab8a" providerId="LiveId" clId="{58B121E7-63A7-4330-86D4-8A88A1192A57}" dt="2025-07-05T01:39:14.542" v="19085" actId="478"/>
          <ac:spMkLst>
            <pc:docMk/>
            <pc:sldMk cId="279750966" sldId="482"/>
            <ac:spMk id="13" creationId="{BE643A4C-D558-8506-CC14-08CFCE9E27C1}"/>
          </ac:spMkLst>
        </pc:spChg>
        <pc:spChg chg="add del mod">
          <ac:chgData name="Khaled taha" userId="912087602c74ab8a" providerId="LiveId" clId="{58B121E7-63A7-4330-86D4-8A88A1192A57}" dt="2025-07-05T01:39:14.542" v="19085" actId="478"/>
          <ac:spMkLst>
            <pc:docMk/>
            <pc:sldMk cId="279750966" sldId="482"/>
            <ac:spMk id="14" creationId="{EBB29891-DD51-329F-D0CC-F29E8A9298D9}"/>
          </ac:spMkLst>
        </pc:spChg>
        <pc:spChg chg="add mod ord">
          <ac:chgData name="Khaled taha" userId="912087602c74ab8a" providerId="LiveId" clId="{58B121E7-63A7-4330-86D4-8A88A1192A57}" dt="2025-07-05T01:39:25.718" v="19087" actId="167"/>
          <ac:spMkLst>
            <pc:docMk/>
            <pc:sldMk cId="279750966" sldId="482"/>
            <ac:spMk id="15" creationId="{1BD1357C-2F20-8100-7F61-DF58D7DCFD25}"/>
          </ac:spMkLst>
        </pc:spChg>
        <pc:spChg chg="add mod ord">
          <ac:chgData name="Khaled taha" userId="912087602c74ab8a" providerId="LiveId" clId="{58B121E7-63A7-4330-86D4-8A88A1192A57}" dt="2025-07-05T01:39:25.718" v="19087" actId="167"/>
          <ac:spMkLst>
            <pc:docMk/>
            <pc:sldMk cId="279750966" sldId="482"/>
            <ac:spMk id="16" creationId="{063A939A-F942-D1DB-482E-2FCDE6F32273}"/>
          </ac:spMkLst>
        </pc:spChg>
        <pc:spChg chg="add mod ord">
          <ac:chgData name="Khaled taha" userId="912087602c74ab8a" providerId="LiveId" clId="{58B121E7-63A7-4330-86D4-8A88A1192A57}" dt="2025-07-05T01:39:25.718" v="19087" actId="167"/>
          <ac:spMkLst>
            <pc:docMk/>
            <pc:sldMk cId="279750966" sldId="482"/>
            <ac:spMk id="17" creationId="{21071CFE-5244-B1D9-14B6-41F2A7FCE113}"/>
          </ac:spMkLst>
        </pc:spChg>
        <pc:spChg chg="add mod ord">
          <ac:chgData name="Khaled taha" userId="912087602c74ab8a" providerId="LiveId" clId="{58B121E7-63A7-4330-86D4-8A88A1192A57}" dt="2025-07-05T01:39:25.718" v="19087" actId="167"/>
          <ac:spMkLst>
            <pc:docMk/>
            <pc:sldMk cId="279750966" sldId="482"/>
            <ac:spMk id="18" creationId="{84B50921-A690-0C9D-C9A9-F93F9B75B6B7}"/>
          </ac:spMkLst>
        </pc:spChg>
        <pc:spChg chg="add mod ord">
          <ac:chgData name="Khaled taha" userId="912087602c74ab8a" providerId="LiveId" clId="{58B121E7-63A7-4330-86D4-8A88A1192A57}" dt="2025-07-05T01:39:25.718" v="19087" actId="167"/>
          <ac:spMkLst>
            <pc:docMk/>
            <pc:sldMk cId="279750966" sldId="482"/>
            <ac:spMk id="19" creationId="{51AD4D04-A0DB-AEBC-F0D0-1D4B4DBCFE3E}"/>
          </ac:spMkLst>
        </pc:spChg>
        <pc:spChg chg="add mod ord">
          <ac:chgData name="Khaled taha" userId="912087602c74ab8a" providerId="LiveId" clId="{58B121E7-63A7-4330-86D4-8A88A1192A57}" dt="2025-07-05T01:39:25.718" v="19087" actId="167"/>
          <ac:spMkLst>
            <pc:docMk/>
            <pc:sldMk cId="279750966" sldId="482"/>
            <ac:spMk id="20" creationId="{FE3053D0-C30B-4BA4-62E6-8DD43F910F18}"/>
          </ac:spMkLst>
        </pc:spChg>
        <pc:spChg chg="add del mod">
          <ac:chgData name="Khaled taha" userId="912087602c74ab8a" providerId="LiveId" clId="{58B121E7-63A7-4330-86D4-8A88A1192A57}" dt="2025-07-05T01:39:11.033" v="19084" actId="478"/>
          <ac:spMkLst>
            <pc:docMk/>
            <pc:sldMk cId="279750966" sldId="482"/>
            <ac:spMk id="21" creationId="{47B5655B-912B-786D-4DE9-48EE7728EBF3}"/>
          </ac:spMkLst>
        </pc:spChg>
        <pc:spChg chg="add del mod">
          <ac:chgData name="Khaled taha" userId="912087602c74ab8a" providerId="LiveId" clId="{58B121E7-63A7-4330-86D4-8A88A1192A57}" dt="2025-07-05T01:40:28.486" v="19155" actId="478"/>
          <ac:spMkLst>
            <pc:docMk/>
            <pc:sldMk cId="279750966" sldId="482"/>
            <ac:spMk id="22" creationId="{87927DC9-72A4-0105-197A-B413DA491E6E}"/>
          </ac:spMkLst>
        </pc:spChg>
        <pc:spChg chg="add del mod">
          <ac:chgData name="Khaled taha" userId="912087602c74ab8a" providerId="LiveId" clId="{58B121E7-63A7-4330-86D4-8A88A1192A57}" dt="2025-07-05T01:43:43.810" v="19211" actId="478"/>
          <ac:spMkLst>
            <pc:docMk/>
            <pc:sldMk cId="279750966" sldId="482"/>
            <ac:spMk id="23" creationId="{B8132C12-FE3F-4386-58F0-5770D7DBD4C5}"/>
          </ac:spMkLst>
        </pc:spChg>
        <pc:spChg chg="add del mod">
          <ac:chgData name="Khaled taha" userId="912087602c74ab8a" providerId="LiveId" clId="{58B121E7-63A7-4330-86D4-8A88A1192A57}" dt="2025-07-05T05:04:07.005" v="20759" actId="478"/>
          <ac:spMkLst>
            <pc:docMk/>
            <pc:sldMk cId="279750966" sldId="482"/>
            <ac:spMk id="24" creationId="{B0F60AC5-0BE3-B647-178B-80C8DA80531F}"/>
          </ac:spMkLst>
        </pc:spChg>
        <pc:spChg chg="del">
          <ac:chgData name="Khaled taha" userId="912087602c74ab8a" providerId="LiveId" clId="{58B121E7-63A7-4330-86D4-8A88A1192A57}" dt="2025-07-05T01:38:14.493" v="19069" actId="478"/>
          <ac:spMkLst>
            <pc:docMk/>
            <pc:sldMk cId="279750966" sldId="482"/>
            <ac:spMk id="29" creationId="{786D08AC-5494-1E2C-31FF-FD390C897B52}"/>
          </ac:spMkLst>
        </pc:spChg>
        <pc:spChg chg="del mod">
          <ac:chgData name="Khaled taha" userId="912087602c74ab8a" providerId="LiveId" clId="{58B121E7-63A7-4330-86D4-8A88A1192A57}" dt="2025-07-05T01:38:14.493" v="19069" actId="478"/>
          <ac:spMkLst>
            <pc:docMk/>
            <pc:sldMk cId="279750966" sldId="482"/>
            <ac:spMk id="30" creationId="{C763F044-329B-2EE8-FA7A-4FDA3FD3DD3D}"/>
          </ac:spMkLst>
        </pc:spChg>
        <pc:spChg chg="del">
          <ac:chgData name="Khaled taha" userId="912087602c74ab8a" providerId="LiveId" clId="{58B121E7-63A7-4330-86D4-8A88A1192A57}" dt="2025-07-05T01:38:14.493" v="19069" actId="478"/>
          <ac:spMkLst>
            <pc:docMk/>
            <pc:sldMk cId="279750966" sldId="482"/>
            <ac:spMk id="31" creationId="{D932B638-DE29-093B-7E4E-7AA6E4BDBCC6}"/>
          </ac:spMkLst>
        </pc:spChg>
        <pc:spChg chg="del mod">
          <ac:chgData name="Khaled taha" userId="912087602c74ab8a" providerId="LiveId" clId="{58B121E7-63A7-4330-86D4-8A88A1192A57}" dt="2025-07-05T01:38:14.493" v="19069" actId="478"/>
          <ac:spMkLst>
            <pc:docMk/>
            <pc:sldMk cId="279750966" sldId="482"/>
            <ac:spMk id="32" creationId="{C92CA613-5898-5456-9AA1-43895E596B58}"/>
          </ac:spMkLst>
        </pc:spChg>
        <pc:spChg chg="del">
          <ac:chgData name="Khaled taha" userId="912087602c74ab8a" providerId="LiveId" clId="{58B121E7-63A7-4330-86D4-8A88A1192A57}" dt="2025-07-05T01:38:14.493" v="19069" actId="478"/>
          <ac:spMkLst>
            <pc:docMk/>
            <pc:sldMk cId="279750966" sldId="482"/>
            <ac:spMk id="33" creationId="{D1F944B8-25CF-75A2-A0C2-225AFBD0D1FB}"/>
          </ac:spMkLst>
        </pc:spChg>
        <pc:spChg chg="del mod">
          <ac:chgData name="Khaled taha" userId="912087602c74ab8a" providerId="LiveId" clId="{58B121E7-63A7-4330-86D4-8A88A1192A57}" dt="2025-07-05T01:38:14.493" v="19069" actId="478"/>
          <ac:spMkLst>
            <pc:docMk/>
            <pc:sldMk cId="279750966" sldId="482"/>
            <ac:spMk id="34" creationId="{1C51B877-0A75-44CC-5972-C86D79716BE4}"/>
          </ac:spMkLst>
        </pc:spChg>
        <pc:spChg chg="del mod">
          <ac:chgData name="Khaled taha" userId="912087602c74ab8a" providerId="LiveId" clId="{58B121E7-63A7-4330-86D4-8A88A1192A57}" dt="2025-07-05T01:39:33.032" v="19090" actId="478"/>
          <ac:spMkLst>
            <pc:docMk/>
            <pc:sldMk cId="279750966" sldId="482"/>
            <ac:spMk id="35" creationId="{DF0FC4B7-0B5E-AC99-70AF-48F740E00B21}"/>
          </ac:spMkLst>
        </pc:spChg>
        <pc:spChg chg="mod">
          <ac:chgData name="Khaled taha" userId="912087602c74ab8a" providerId="LiveId" clId="{58B121E7-63A7-4330-86D4-8A88A1192A57}" dt="2025-07-05T01:35:54.947" v="18977" actId="20577"/>
          <ac:spMkLst>
            <pc:docMk/>
            <pc:sldMk cId="279750966" sldId="482"/>
            <ac:spMk id="93" creationId="{049A7B97-7063-59A1-4A5D-FB71194FE88A}"/>
          </ac:spMkLst>
        </pc:spChg>
      </pc:sldChg>
      <pc:sldChg chg="addSp delSp modSp add del mod modTransition">
        <pc:chgData name="Khaled taha" userId="912087602c74ab8a" providerId="LiveId" clId="{58B121E7-63A7-4330-86D4-8A88A1192A57}" dt="2025-07-05T01:35:49.347" v="18974" actId="47"/>
        <pc:sldMkLst>
          <pc:docMk/>
          <pc:sldMk cId="518029208" sldId="482"/>
        </pc:sldMkLst>
        <pc:spChg chg="add mod">
          <ac:chgData name="Khaled taha" userId="912087602c74ab8a" providerId="LiveId" clId="{58B121E7-63A7-4330-86D4-8A88A1192A57}" dt="2025-07-05T01:32:39.430" v="18959"/>
          <ac:spMkLst>
            <pc:docMk/>
            <pc:sldMk cId="518029208" sldId="482"/>
            <ac:spMk id="4" creationId="{9755B2EA-7836-0845-9DEF-9EDD94936FD1}"/>
          </ac:spMkLst>
        </pc:spChg>
        <pc:spChg chg="mod">
          <ac:chgData name="Khaled taha" userId="912087602c74ab8a" providerId="LiveId" clId="{58B121E7-63A7-4330-86D4-8A88A1192A57}" dt="2025-07-05T01:32:55.418" v="18963" actId="1036"/>
          <ac:spMkLst>
            <pc:docMk/>
            <pc:sldMk cId="518029208" sldId="482"/>
            <ac:spMk id="5" creationId="{EE35E229-7964-4B73-FE49-C68BFB3EE139}"/>
          </ac:spMkLst>
        </pc:spChg>
        <pc:spChg chg="mod">
          <ac:chgData name="Khaled taha" userId="912087602c74ab8a" providerId="LiveId" clId="{58B121E7-63A7-4330-86D4-8A88A1192A57}" dt="2025-07-05T01:32:55.418" v="18963" actId="1036"/>
          <ac:spMkLst>
            <pc:docMk/>
            <pc:sldMk cId="518029208" sldId="482"/>
            <ac:spMk id="6" creationId="{86710139-8954-21E1-B3C5-F1B4A74C2D23}"/>
          </ac:spMkLst>
        </pc:spChg>
        <pc:spChg chg="del">
          <ac:chgData name="Khaled taha" userId="912087602c74ab8a" providerId="LiveId" clId="{58B121E7-63A7-4330-86D4-8A88A1192A57}" dt="2025-07-05T01:32:15.569" v="18952" actId="478"/>
          <ac:spMkLst>
            <pc:docMk/>
            <pc:sldMk cId="518029208" sldId="482"/>
            <ac:spMk id="26" creationId="{67213C5D-305A-4FD2-4486-F9D67A91D755}"/>
          </ac:spMkLst>
        </pc:spChg>
        <pc:spChg chg="mod">
          <ac:chgData name="Khaled taha" userId="912087602c74ab8a" providerId="LiveId" clId="{58B121E7-63A7-4330-86D4-8A88A1192A57}" dt="2025-07-05T01:32:29" v="18954" actId="1076"/>
          <ac:spMkLst>
            <pc:docMk/>
            <pc:sldMk cId="518029208" sldId="482"/>
            <ac:spMk id="98" creationId="{EAE9C025-5A6D-32BF-D6FE-9D9B8D925ED8}"/>
          </ac:spMkLst>
        </pc:spChg>
        <pc:spChg chg="mod">
          <ac:chgData name="Khaled taha" userId="912087602c74ab8a" providerId="LiveId" clId="{58B121E7-63A7-4330-86D4-8A88A1192A57}" dt="2025-07-05T01:32:29" v="18954" actId="1076"/>
          <ac:spMkLst>
            <pc:docMk/>
            <pc:sldMk cId="518029208" sldId="482"/>
            <ac:spMk id="99" creationId="{17ABAD9C-043B-57FC-BE41-29D9DA42ECCE}"/>
          </ac:spMkLst>
        </pc:spChg>
      </pc:sldChg>
      <pc:sldChg chg="add del">
        <pc:chgData name="Khaled taha" userId="912087602c74ab8a" providerId="LiveId" clId="{58B121E7-63A7-4330-86D4-8A88A1192A57}" dt="2025-07-05T01:31:55.363" v="18906"/>
        <pc:sldMkLst>
          <pc:docMk/>
          <pc:sldMk cId="2431126601" sldId="482"/>
        </pc:sldMkLst>
      </pc:sldChg>
      <pc:sldChg chg="add del">
        <pc:chgData name="Khaled taha" userId="912087602c74ab8a" providerId="LiveId" clId="{58B121E7-63A7-4330-86D4-8A88A1192A57}" dt="2025-07-05T01:32:31.370" v="18956"/>
        <pc:sldMkLst>
          <pc:docMk/>
          <pc:sldMk cId="1719954102" sldId="483"/>
        </pc:sldMkLst>
      </pc:sldChg>
      <pc:sldChg chg="add del">
        <pc:chgData name="Khaled taha" userId="912087602c74ab8a" providerId="LiveId" clId="{58B121E7-63A7-4330-86D4-8A88A1192A57}" dt="2025-07-05T01:32:35.760" v="18958"/>
        <pc:sldMkLst>
          <pc:docMk/>
          <pc:sldMk cId="2147359372" sldId="483"/>
        </pc:sldMkLst>
      </pc:sldChg>
      <pc:sldChg chg="addSp delSp modSp add del mod ord">
        <pc:chgData name="Khaled taha" userId="912087602c74ab8a" providerId="LiveId" clId="{58B121E7-63A7-4330-86D4-8A88A1192A57}" dt="2025-07-05T05:15:41.985" v="21832" actId="47"/>
        <pc:sldMkLst>
          <pc:docMk/>
          <pc:sldMk cId="3366976764" sldId="483"/>
        </pc:sldMkLst>
        <pc:spChg chg="add mod ord">
          <ac:chgData name="Khaled taha" userId="912087602c74ab8a" providerId="LiveId" clId="{58B121E7-63A7-4330-86D4-8A88A1192A57}" dt="2025-07-05T01:37:41.981" v="19014" actId="167"/>
          <ac:spMkLst>
            <pc:docMk/>
            <pc:sldMk cId="3366976764" sldId="483"/>
            <ac:spMk id="4" creationId="{0C2DEBCF-311C-DC45-58B2-F5665391A942}"/>
          </ac:spMkLst>
        </pc:spChg>
        <pc:spChg chg="add mod ord">
          <ac:chgData name="Khaled taha" userId="912087602c74ab8a" providerId="LiveId" clId="{58B121E7-63A7-4330-86D4-8A88A1192A57}" dt="2025-07-05T01:37:41.981" v="19014" actId="167"/>
          <ac:spMkLst>
            <pc:docMk/>
            <pc:sldMk cId="3366976764" sldId="483"/>
            <ac:spMk id="6" creationId="{C1122E04-11C3-5618-D42E-24D2A9EC3D29}"/>
          </ac:spMkLst>
        </pc:spChg>
        <pc:spChg chg="add del mod">
          <ac:chgData name="Khaled taha" userId="912087602c74ab8a" providerId="LiveId" clId="{58B121E7-63A7-4330-86D4-8A88A1192A57}" dt="2025-07-05T01:37:31.435" v="19011" actId="478"/>
          <ac:spMkLst>
            <pc:docMk/>
            <pc:sldMk cId="3366976764" sldId="483"/>
            <ac:spMk id="8" creationId="{124B770E-9A4D-5266-1F28-1DC1FF9140DE}"/>
          </ac:spMkLst>
        </pc:spChg>
        <pc:spChg chg="add del mod">
          <ac:chgData name="Khaled taha" userId="912087602c74ab8a" providerId="LiveId" clId="{58B121E7-63A7-4330-86D4-8A88A1192A57}" dt="2025-07-05T05:09:13.137" v="21771" actId="478"/>
          <ac:spMkLst>
            <pc:docMk/>
            <pc:sldMk cId="3366976764" sldId="483"/>
            <ac:spMk id="8" creationId="{BDF982F9-FA1B-5C6F-2464-C93D47554B86}"/>
          </ac:spMkLst>
        </pc:spChg>
        <pc:spChg chg="add del mod">
          <ac:chgData name="Khaled taha" userId="912087602c74ab8a" providerId="LiveId" clId="{58B121E7-63A7-4330-86D4-8A88A1192A57}" dt="2025-07-05T01:37:31.435" v="19011" actId="478"/>
          <ac:spMkLst>
            <pc:docMk/>
            <pc:sldMk cId="3366976764" sldId="483"/>
            <ac:spMk id="9" creationId="{D0FD4F9C-E76B-CC54-A967-947EB65A966A}"/>
          </ac:spMkLst>
        </pc:spChg>
        <pc:spChg chg="add mod ord">
          <ac:chgData name="Khaled taha" userId="912087602c74ab8a" providerId="LiveId" clId="{58B121E7-63A7-4330-86D4-8A88A1192A57}" dt="2025-07-05T01:37:41.981" v="19014" actId="167"/>
          <ac:spMkLst>
            <pc:docMk/>
            <pc:sldMk cId="3366976764" sldId="483"/>
            <ac:spMk id="10" creationId="{2E8F7382-EB25-CA59-240C-7BD598E3DB9C}"/>
          </ac:spMkLst>
        </pc:spChg>
        <pc:spChg chg="add mod ord">
          <ac:chgData name="Khaled taha" userId="912087602c74ab8a" providerId="LiveId" clId="{58B121E7-63A7-4330-86D4-8A88A1192A57}" dt="2025-07-05T01:37:41.981" v="19014" actId="167"/>
          <ac:spMkLst>
            <pc:docMk/>
            <pc:sldMk cId="3366976764" sldId="483"/>
            <ac:spMk id="11" creationId="{1C2A8A62-A939-6F90-055D-5C50202F3E1F}"/>
          </ac:spMkLst>
        </pc:spChg>
        <pc:spChg chg="add mod ord">
          <ac:chgData name="Khaled taha" userId="912087602c74ab8a" providerId="LiveId" clId="{58B121E7-63A7-4330-86D4-8A88A1192A57}" dt="2025-07-05T01:37:41.981" v="19014" actId="167"/>
          <ac:spMkLst>
            <pc:docMk/>
            <pc:sldMk cId="3366976764" sldId="483"/>
            <ac:spMk id="12" creationId="{86F6320E-B1F3-FE38-CE4A-DBA556913AE0}"/>
          </ac:spMkLst>
        </pc:spChg>
        <pc:spChg chg="add mod ord">
          <ac:chgData name="Khaled taha" userId="912087602c74ab8a" providerId="LiveId" clId="{58B121E7-63A7-4330-86D4-8A88A1192A57}" dt="2025-07-05T01:37:41.981" v="19014" actId="167"/>
          <ac:spMkLst>
            <pc:docMk/>
            <pc:sldMk cId="3366976764" sldId="483"/>
            <ac:spMk id="14" creationId="{08702CD1-5DCB-525B-523F-289E8403BE4A}"/>
          </ac:spMkLst>
        </pc:spChg>
        <pc:spChg chg="add del mod">
          <ac:chgData name="Khaled taha" userId="912087602c74ab8a" providerId="LiveId" clId="{58B121E7-63A7-4330-86D4-8A88A1192A57}" dt="2025-07-05T01:43:45.682" v="19212" actId="478"/>
          <ac:spMkLst>
            <pc:docMk/>
            <pc:sldMk cId="3366976764" sldId="483"/>
            <ac:spMk id="16" creationId="{CC67D29E-03E5-66E3-63D8-EFD533C690A6}"/>
          </ac:spMkLst>
        </pc:spChg>
        <pc:spChg chg="add mod">
          <ac:chgData name="Khaled taha" userId="912087602c74ab8a" providerId="LiveId" clId="{58B121E7-63A7-4330-86D4-8A88A1192A57}" dt="2025-07-05T01:44:01.424" v="19214"/>
          <ac:spMkLst>
            <pc:docMk/>
            <pc:sldMk cId="3366976764" sldId="483"/>
            <ac:spMk id="23" creationId="{FF8D5FA9-896E-CE1A-4217-DCB36C09FB73}"/>
          </ac:spMkLst>
        </pc:spChg>
        <pc:spChg chg="del">
          <ac:chgData name="Khaled taha" userId="912087602c74ab8a" providerId="LiveId" clId="{58B121E7-63A7-4330-86D4-8A88A1192A57}" dt="2025-07-05T01:37:27.974" v="19009" actId="478"/>
          <ac:spMkLst>
            <pc:docMk/>
            <pc:sldMk cId="3366976764" sldId="483"/>
            <ac:spMk id="24" creationId="{34C5E189-9F62-61E3-AD35-9A204EF36BF3}"/>
          </ac:spMkLst>
        </pc:spChg>
        <pc:spChg chg="del">
          <ac:chgData name="Khaled taha" userId="912087602c74ab8a" providerId="LiveId" clId="{58B121E7-63A7-4330-86D4-8A88A1192A57}" dt="2025-07-05T01:37:27.974" v="19009" actId="478"/>
          <ac:spMkLst>
            <pc:docMk/>
            <pc:sldMk cId="3366976764" sldId="483"/>
            <ac:spMk id="25" creationId="{78F40718-01ED-EB9C-320A-DE79C83C2ADB}"/>
          </ac:spMkLst>
        </pc:spChg>
        <pc:spChg chg="add del mod">
          <ac:chgData name="Khaled taha" userId="912087602c74ab8a" providerId="LiveId" clId="{58B121E7-63A7-4330-86D4-8A88A1192A57}" dt="2025-07-05T05:03:48.770" v="20675" actId="478"/>
          <ac:spMkLst>
            <pc:docMk/>
            <pc:sldMk cId="3366976764" sldId="483"/>
            <ac:spMk id="26" creationId="{513B7D4A-4C03-1252-E7A4-ABF171D213B7}"/>
          </ac:spMkLst>
        </pc:spChg>
        <pc:spChg chg="del">
          <ac:chgData name="Khaled taha" userId="912087602c74ab8a" providerId="LiveId" clId="{58B121E7-63A7-4330-86D4-8A88A1192A57}" dt="2025-07-05T01:37:27.974" v="19009" actId="478"/>
          <ac:spMkLst>
            <pc:docMk/>
            <pc:sldMk cId="3366976764" sldId="483"/>
            <ac:spMk id="28" creationId="{4869D5C6-26B1-50CA-7D46-B54A1EBEA65B}"/>
          </ac:spMkLst>
        </pc:spChg>
        <pc:spChg chg="del">
          <ac:chgData name="Khaled taha" userId="912087602c74ab8a" providerId="LiveId" clId="{58B121E7-63A7-4330-86D4-8A88A1192A57}" dt="2025-07-05T01:37:27.974" v="19009" actId="478"/>
          <ac:spMkLst>
            <pc:docMk/>
            <pc:sldMk cId="3366976764" sldId="483"/>
            <ac:spMk id="29" creationId="{AF068B59-C30C-DCAA-8297-27F07DC720A0}"/>
          </ac:spMkLst>
        </pc:spChg>
        <pc:spChg chg="del">
          <ac:chgData name="Khaled taha" userId="912087602c74ab8a" providerId="LiveId" clId="{58B121E7-63A7-4330-86D4-8A88A1192A57}" dt="2025-07-05T01:37:27.974" v="19009" actId="478"/>
          <ac:spMkLst>
            <pc:docMk/>
            <pc:sldMk cId="3366976764" sldId="483"/>
            <ac:spMk id="30" creationId="{1058C918-6A97-F1A9-3010-52EF51BA97F1}"/>
          </ac:spMkLst>
        </pc:spChg>
        <pc:spChg chg="del">
          <ac:chgData name="Khaled taha" userId="912087602c74ab8a" providerId="LiveId" clId="{58B121E7-63A7-4330-86D4-8A88A1192A57}" dt="2025-07-05T01:37:27.974" v="19009" actId="478"/>
          <ac:spMkLst>
            <pc:docMk/>
            <pc:sldMk cId="3366976764" sldId="483"/>
            <ac:spMk id="31" creationId="{C2675638-C6D1-8A8A-A9A7-504D6BD635A1}"/>
          </ac:spMkLst>
        </pc:spChg>
        <pc:spChg chg="del mod">
          <ac:chgData name="Khaled taha" userId="912087602c74ab8a" providerId="LiveId" clId="{58B121E7-63A7-4330-86D4-8A88A1192A57}" dt="2025-07-05T01:39:31.482" v="19089" actId="478"/>
          <ac:spMkLst>
            <pc:docMk/>
            <pc:sldMk cId="3366976764" sldId="483"/>
            <ac:spMk id="33" creationId="{817A48F1-7EB3-6BE1-F359-0922DA33CBBD}"/>
          </ac:spMkLst>
        </pc:spChg>
        <pc:spChg chg="mod">
          <ac:chgData name="Khaled taha" userId="912087602c74ab8a" providerId="LiveId" clId="{58B121E7-63A7-4330-86D4-8A88A1192A57}" dt="2025-07-05T01:36:05.999" v="18980" actId="20577"/>
          <ac:spMkLst>
            <pc:docMk/>
            <pc:sldMk cId="3366976764" sldId="483"/>
            <ac:spMk id="95" creationId="{93165232-8DF3-7F64-344D-3DF005C1E05B}"/>
          </ac:spMkLst>
        </pc:spChg>
      </pc:sldChg>
      <pc:sldChg chg="add del">
        <pc:chgData name="Khaled taha" userId="912087602c74ab8a" providerId="LiveId" clId="{58B121E7-63A7-4330-86D4-8A88A1192A57}" dt="2025-07-05T01:31:54.706" v="18905"/>
        <pc:sldMkLst>
          <pc:docMk/>
          <pc:sldMk cId="3970874963" sldId="483"/>
        </pc:sldMkLst>
      </pc:sldChg>
      <pc:sldChg chg="addSp delSp modSp add del mod">
        <pc:chgData name="Khaled taha" userId="912087602c74ab8a" providerId="LiveId" clId="{58B121E7-63A7-4330-86D4-8A88A1192A57}" dt="2025-07-05T05:15:41.985" v="21832" actId="47"/>
        <pc:sldMkLst>
          <pc:docMk/>
          <pc:sldMk cId="330471389" sldId="484"/>
        </pc:sldMkLst>
        <pc:spChg chg="del">
          <ac:chgData name="Khaled taha" userId="912087602c74ab8a" providerId="LiveId" clId="{58B121E7-63A7-4330-86D4-8A88A1192A57}" dt="2025-07-05T01:41:24.605" v="19167" actId="478"/>
          <ac:spMkLst>
            <pc:docMk/>
            <pc:sldMk cId="330471389" sldId="484"/>
            <ac:spMk id="4" creationId="{C6E179EB-CAEB-5DA9-09A3-C388C6254448}"/>
          </ac:spMkLst>
        </pc:spChg>
        <pc:spChg chg="add del mod">
          <ac:chgData name="Khaled taha" userId="912087602c74ab8a" providerId="LiveId" clId="{58B121E7-63A7-4330-86D4-8A88A1192A57}" dt="2025-07-05T05:09:14.739" v="21772" actId="478"/>
          <ac:spMkLst>
            <pc:docMk/>
            <pc:sldMk cId="330471389" sldId="484"/>
            <ac:spMk id="4" creationId="{E8F515AB-9E21-6719-95E8-DE805AC19CE6}"/>
          </ac:spMkLst>
        </pc:spChg>
        <pc:spChg chg="del">
          <ac:chgData name="Khaled taha" userId="912087602c74ab8a" providerId="LiveId" clId="{58B121E7-63A7-4330-86D4-8A88A1192A57}" dt="2025-07-05T01:41:24.605" v="19167" actId="478"/>
          <ac:spMkLst>
            <pc:docMk/>
            <pc:sldMk cId="330471389" sldId="484"/>
            <ac:spMk id="6" creationId="{A67CC81F-AECF-4B17-E718-1B98BF6466E0}"/>
          </ac:spMkLst>
        </pc:spChg>
        <pc:spChg chg="add del mod">
          <ac:chgData name="Khaled taha" userId="912087602c74ab8a" providerId="LiveId" clId="{58B121E7-63A7-4330-86D4-8A88A1192A57}" dt="2025-07-05T01:41:09.974" v="19163" actId="478"/>
          <ac:spMkLst>
            <pc:docMk/>
            <pc:sldMk cId="330471389" sldId="484"/>
            <ac:spMk id="8" creationId="{B23F93CE-5731-6A60-64C9-DE0F5E218A42}"/>
          </ac:spMkLst>
        </pc:spChg>
        <pc:spChg chg="add del mod">
          <ac:chgData name="Khaled taha" userId="912087602c74ab8a" providerId="LiveId" clId="{58B121E7-63A7-4330-86D4-8A88A1192A57}" dt="2025-07-05T01:41:09.974" v="19163" actId="478"/>
          <ac:spMkLst>
            <pc:docMk/>
            <pc:sldMk cId="330471389" sldId="484"/>
            <ac:spMk id="9" creationId="{70621FF7-67B4-A4AE-59BF-6BF11A4F1A5E}"/>
          </ac:spMkLst>
        </pc:spChg>
        <pc:spChg chg="del">
          <ac:chgData name="Khaled taha" userId="912087602c74ab8a" providerId="LiveId" clId="{58B121E7-63A7-4330-86D4-8A88A1192A57}" dt="2025-07-05T01:41:05.916" v="19161" actId="478"/>
          <ac:spMkLst>
            <pc:docMk/>
            <pc:sldMk cId="330471389" sldId="484"/>
            <ac:spMk id="10" creationId="{A5DFD0EA-CFCB-B673-5889-ACE0B3D760CB}"/>
          </ac:spMkLst>
        </pc:spChg>
        <pc:spChg chg="del">
          <ac:chgData name="Khaled taha" userId="912087602c74ab8a" providerId="LiveId" clId="{58B121E7-63A7-4330-86D4-8A88A1192A57}" dt="2025-07-05T01:41:05.916" v="19161" actId="478"/>
          <ac:spMkLst>
            <pc:docMk/>
            <pc:sldMk cId="330471389" sldId="484"/>
            <ac:spMk id="11" creationId="{6DF57179-CE7A-3AD4-D555-88DFF3F2DA96}"/>
          </ac:spMkLst>
        </pc:spChg>
        <pc:spChg chg="del">
          <ac:chgData name="Khaled taha" userId="912087602c74ab8a" providerId="LiveId" clId="{58B121E7-63A7-4330-86D4-8A88A1192A57}" dt="2025-07-05T01:41:05.916" v="19161" actId="478"/>
          <ac:spMkLst>
            <pc:docMk/>
            <pc:sldMk cId="330471389" sldId="484"/>
            <ac:spMk id="12" creationId="{56F1EA4E-E4CF-D56B-AFB0-3530637DC529}"/>
          </ac:spMkLst>
        </pc:spChg>
        <pc:spChg chg="del">
          <ac:chgData name="Khaled taha" userId="912087602c74ab8a" providerId="LiveId" clId="{58B121E7-63A7-4330-86D4-8A88A1192A57}" dt="2025-07-05T01:41:05.916" v="19161" actId="478"/>
          <ac:spMkLst>
            <pc:docMk/>
            <pc:sldMk cId="330471389" sldId="484"/>
            <ac:spMk id="14" creationId="{5158C04E-B5E1-4853-91ED-E346F7ACDEED}"/>
          </ac:spMkLst>
        </pc:spChg>
        <pc:spChg chg="add del mod">
          <ac:chgData name="Khaled taha" userId="912087602c74ab8a" providerId="LiveId" clId="{58B121E7-63A7-4330-86D4-8A88A1192A57}" dt="2025-07-05T01:43:15.387" v="19205" actId="478"/>
          <ac:spMkLst>
            <pc:docMk/>
            <pc:sldMk cId="330471389" sldId="484"/>
            <ac:spMk id="16" creationId="{64618253-8358-8FE4-6BBE-6E66F2C79C9E}"/>
          </ac:spMkLst>
        </pc:spChg>
        <pc:spChg chg="add del mod">
          <ac:chgData name="Khaled taha" userId="912087602c74ab8a" providerId="LiveId" clId="{58B121E7-63A7-4330-86D4-8A88A1192A57}" dt="2025-07-05T01:41:09.974" v="19163" actId="478"/>
          <ac:spMkLst>
            <pc:docMk/>
            <pc:sldMk cId="330471389" sldId="484"/>
            <ac:spMk id="23" creationId="{BE59D75C-5276-C6DE-682E-7AADC931AEBF}"/>
          </ac:spMkLst>
        </pc:spChg>
        <pc:spChg chg="add del mod">
          <ac:chgData name="Khaled taha" userId="912087602c74ab8a" providerId="LiveId" clId="{58B121E7-63A7-4330-86D4-8A88A1192A57}" dt="2025-07-05T01:41:09.974" v="19163" actId="478"/>
          <ac:spMkLst>
            <pc:docMk/>
            <pc:sldMk cId="330471389" sldId="484"/>
            <ac:spMk id="24" creationId="{6DE609EB-BCB8-E3F4-EBB6-1FF15E4BADEB}"/>
          </ac:spMkLst>
        </pc:spChg>
        <pc:spChg chg="add del mod">
          <ac:chgData name="Khaled taha" userId="912087602c74ab8a" providerId="LiveId" clId="{58B121E7-63A7-4330-86D4-8A88A1192A57}" dt="2025-07-05T01:41:09.974" v="19163" actId="478"/>
          <ac:spMkLst>
            <pc:docMk/>
            <pc:sldMk cId="330471389" sldId="484"/>
            <ac:spMk id="25" creationId="{DB1124E0-AA7E-1B35-ED5F-EBFF47EE50E8}"/>
          </ac:spMkLst>
        </pc:spChg>
        <pc:spChg chg="add del mod">
          <ac:chgData name="Khaled taha" userId="912087602c74ab8a" providerId="LiveId" clId="{58B121E7-63A7-4330-86D4-8A88A1192A57}" dt="2025-07-05T01:41:09.974" v="19163" actId="478"/>
          <ac:spMkLst>
            <pc:docMk/>
            <pc:sldMk cId="330471389" sldId="484"/>
            <ac:spMk id="26" creationId="{162A7972-1A4C-FD0D-BD57-90B1A6E1F3A6}"/>
          </ac:spMkLst>
        </pc:spChg>
        <pc:spChg chg="add del mod">
          <ac:chgData name="Khaled taha" userId="912087602c74ab8a" providerId="LiveId" clId="{58B121E7-63A7-4330-86D4-8A88A1192A57}" dt="2025-07-05T01:41:09.974" v="19163" actId="478"/>
          <ac:spMkLst>
            <pc:docMk/>
            <pc:sldMk cId="330471389" sldId="484"/>
            <ac:spMk id="27" creationId="{7289C6BD-2DD0-AB82-5C75-4D11620EB081}"/>
          </ac:spMkLst>
        </pc:spChg>
        <pc:spChg chg="add mod">
          <ac:chgData name="Khaled taha" userId="912087602c74ab8a" providerId="LiveId" clId="{58B121E7-63A7-4330-86D4-8A88A1192A57}" dt="2025-07-05T01:41:24.844" v="19168"/>
          <ac:spMkLst>
            <pc:docMk/>
            <pc:sldMk cId="330471389" sldId="484"/>
            <ac:spMk id="28" creationId="{A0B8F74D-2E88-0C20-A28B-8A765DCF4134}"/>
          </ac:spMkLst>
        </pc:spChg>
        <pc:spChg chg="add mod">
          <ac:chgData name="Khaled taha" userId="912087602c74ab8a" providerId="LiveId" clId="{58B121E7-63A7-4330-86D4-8A88A1192A57}" dt="2025-07-05T01:41:24.844" v="19168"/>
          <ac:spMkLst>
            <pc:docMk/>
            <pc:sldMk cId="330471389" sldId="484"/>
            <ac:spMk id="29" creationId="{6FBD0614-1999-46B7-0016-1BDEACE56FC2}"/>
          </ac:spMkLst>
        </pc:spChg>
        <pc:spChg chg="add mod">
          <ac:chgData name="Khaled taha" userId="912087602c74ab8a" providerId="LiveId" clId="{58B121E7-63A7-4330-86D4-8A88A1192A57}" dt="2025-07-05T01:41:24.844" v="19168"/>
          <ac:spMkLst>
            <pc:docMk/>
            <pc:sldMk cId="330471389" sldId="484"/>
            <ac:spMk id="30" creationId="{68D558A6-B4C4-2500-832A-0E139179D1C3}"/>
          </ac:spMkLst>
        </pc:spChg>
        <pc:spChg chg="add mod">
          <ac:chgData name="Khaled taha" userId="912087602c74ab8a" providerId="LiveId" clId="{58B121E7-63A7-4330-86D4-8A88A1192A57}" dt="2025-07-05T01:41:24.844" v="19168"/>
          <ac:spMkLst>
            <pc:docMk/>
            <pc:sldMk cId="330471389" sldId="484"/>
            <ac:spMk id="31" creationId="{6B8F3909-154B-2EB4-D6C2-5A2A23A12D4C}"/>
          </ac:spMkLst>
        </pc:spChg>
        <pc:spChg chg="add del mod">
          <ac:chgData name="Khaled taha" userId="912087602c74ab8a" providerId="LiveId" clId="{58B121E7-63A7-4330-86D4-8A88A1192A57}" dt="2025-07-05T01:41:47.124" v="19171" actId="478"/>
          <ac:spMkLst>
            <pc:docMk/>
            <pc:sldMk cId="330471389" sldId="484"/>
            <ac:spMk id="32" creationId="{99D6F178-5878-A77E-98F1-77CBE89DFADB}"/>
          </ac:spMkLst>
        </pc:spChg>
        <pc:spChg chg="add del mod">
          <ac:chgData name="Khaled taha" userId="912087602c74ab8a" providerId="LiveId" clId="{58B121E7-63A7-4330-86D4-8A88A1192A57}" dt="2025-07-05T01:41:47.124" v="19171" actId="478"/>
          <ac:spMkLst>
            <pc:docMk/>
            <pc:sldMk cId="330471389" sldId="484"/>
            <ac:spMk id="33" creationId="{4E87DE24-39BD-D1DF-0FB1-CE59102B4704}"/>
          </ac:spMkLst>
        </pc:spChg>
        <pc:spChg chg="add mod">
          <ac:chgData name="Khaled taha" userId="912087602c74ab8a" providerId="LiveId" clId="{58B121E7-63A7-4330-86D4-8A88A1192A57}" dt="2025-07-05T01:41:24.844" v="19168"/>
          <ac:spMkLst>
            <pc:docMk/>
            <pc:sldMk cId="330471389" sldId="484"/>
            <ac:spMk id="34" creationId="{573621FC-9E71-CE8D-24B1-165DCB4A5747}"/>
          </ac:spMkLst>
        </pc:spChg>
        <pc:spChg chg="add mod">
          <ac:chgData name="Khaled taha" userId="912087602c74ab8a" providerId="LiveId" clId="{58B121E7-63A7-4330-86D4-8A88A1192A57}" dt="2025-07-05T01:43:07.244" v="19202" actId="20577"/>
          <ac:spMkLst>
            <pc:docMk/>
            <pc:sldMk cId="330471389" sldId="484"/>
            <ac:spMk id="35" creationId="{56917D78-2DB8-0979-32BA-54B0A8C8854D}"/>
          </ac:spMkLst>
        </pc:spChg>
        <pc:spChg chg="add mod">
          <ac:chgData name="Khaled taha" userId="912087602c74ab8a" providerId="LiveId" clId="{58B121E7-63A7-4330-86D4-8A88A1192A57}" dt="2025-07-05T01:41:42.328" v="19170"/>
          <ac:spMkLst>
            <pc:docMk/>
            <pc:sldMk cId="330471389" sldId="484"/>
            <ac:spMk id="36" creationId="{70D54431-AB2B-9E14-E8CB-E12AAF9FAD27}"/>
          </ac:spMkLst>
        </pc:spChg>
        <pc:spChg chg="add mod">
          <ac:chgData name="Khaled taha" userId="912087602c74ab8a" providerId="LiveId" clId="{58B121E7-63A7-4330-86D4-8A88A1192A57}" dt="2025-07-05T01:41:49.104" v="19173" actId="20577"/>
          <ac:spMkLst>
            <pc:docMk/>
            <pc:sldMk cId="330471389" sldId="484"/>
            <ac:spMk id="37" creationId="{A77C9782-F0D5-0A4F-AB01-E8742DCC757B}"/>
          </ac:spMkLst>
        </pc:spChg>
        <pc:spChg chg="add del mod">
          <ac:chgData name="Khaled taha" userId="912087602c74ab8a" providerId="LiveId" clId="{58B121E7-63A7-4330-86D4-8A88A1192A57}" dt="2025-07-05T05:03:36.558" v="20608" actId="478"/>
          <ac:spMkLst>
            <pc:docMk/>
            <pc:sldMk cId="330471389" sldId="484"/>
            <ac:spMk id="38" creationId="{C7B79E05-90E9-38BB-0100-894E7D96D537}"/>
          </ac:spMkLst>
        </pc:spChg>
        <pc:spChg chg="del">
          <ac:chgData name="Khaled taha" userId="912087602c74ab8a" providerId="LiveId" clId="{58B121E7-63A7-4330-86D4-8A88A1192A57}" dt="2025-07-05T01:41:24.605" v="19167" actId="478"/>
          <ac:spMkLst>
            <pc:docMk/>
            <pc:sldMk cId="330471389" sldId="484"/>
            <ac:spMk id="94" creationId="{D76104DE-5BCF-0775-20C5-02BF76750E0B}"/>
          </ac:spMkLst>
        </pc:spChg>
        <pc:spChg chg="del">
          <ac:chgData name="Khaled taha" userId="912087602c74ab8a" providerId="LiveId" clId="{58B121E7-63A7-4330-86D4-8A88A1192A57}" dt="2025-07-05T01:41:24.605" v="19167" actId="478"/>
          <ac:spMkLst>
            <pc:docMk/>
            <pc:sldMk cId="330471389" sldId="484"/>
            <ac:spMk id="95" creationId="{5D105FD6-E071-4FA6-3ABA-2978C232527C}"/>
          </ac:spMkLst>
        </pc:spChg>
      </pc:sldChg>
      <pc:sldChg chg="addSp delSp modSp add del mod">
        <pc:chgData name="Khaled taha" userId="912087602c74ab8a" providerId="LiveId" clId="{58B121E7-63A7-4330-86D4-8A88A1192A57}" dt="2025-07-05T05:15:41.985" v="21832" actId="47"/>
        <pc:sldMkLst>
          <pc:docMk/>
          <pc:sldMk cId="1416499146" sldId="485"/>
        </pc:sldMkLst>
        <pc:spChg chg="add mod">
          <ac:chgData name="Khaled taha" userId="912087602c74ab8a" providerId="LiveId" clId="{58B121E7-63A7-4330-86D4-8A88A1192A57}" dt="2025-07-05T01:43:29.709" v="19208"/>
          <ac:spMkLst>
            <pc:docMk/>
            <pc:sldMk cId="1416499146" sldId="485"/>
            <ac:spMk id="4" creationId="{1CFC29C7-38CE-3F3C-147C-B0FC3EFD2770}"/>
          </ac:spMkLst>
        </pc:spChg>
        <pc:spChg chg="add mod">
          <ac:chgData name="Khaled taha" userId="912087602c74ab8a" providerId="LiveId" clId="{58B121E7-63A7-4330-86D4-8A88A1192A57}" dt="2025-07-05T01:43:29.709" v="19208"/>
          <ac:spMkLst>
            <pc:docMk/>
            <pc:sldMk cId="1416499146" sldId="485"/>
            <ac:spMk id="6" creationId="{47FEC5E6-57F8-F69F-11ED-EB40BA4F398D}"/>
          </ac:spMkLst>
        </pc:spChg>
        <pc:spChg chg="add mod">
          <ac:chgData name="Khaled taha" userId="912087602c74ab8a" providerId="LiveId" clId="{58B121E7-63A7-4330-86D4-8A88A1192A57}" dt="2025-07-05T01:43:29.709" v="19208"/>
          <ac:spMkLst>
            <pc:docMk/>
            <pc:sldMk cId="1416499146" sldId="485"/>
            <ac:spMk id="8" creationId="{4F39546F-BB69-10C4-8A9A-604D9589269F}"/>
          </ac:spMkLst>
        </pc:spChg>
        <pc:spChg chg="add mod">
          <ac:chgData name="Khaled taha" userId="912087602c74ab8a" providerId="LiveId" clId="{58B121E7-63A7-4330-86D4-8A88A1192A57}" dt="2025-07-05T01:43:29.709" v="19208"/>
          <ac:spMkLst>
            <pc:docMk/>
            <pc:sldMk cId="1416499146" sldId="485"/>
            <ac:spMk id="9" creationId="{6F101A79-446A-67BA-F8C0-C65A83DAC5F0}"/>
          </ac:spMkLst>
        </pc:spChg>
        <pc:spChg chg="add mod">
          <ac:chgData name="Khaled taha" userId="912087602c74ab8a" providerId="LiveId" clId="{58B121E7-63A7-4330-86D4-8A88A1192A57}" dt="2025-07-05T01:43:29.709" v="19208"/>
          <ac:spMkLst>
            <pc:docMk/>
            <pc:sldMk cId="1416499146" sldId="485"/>
            <ac:spMk id="10" creationId="{E9E20A9F-55AE-125A-50D1-F0A9C5378D41}"/>
          </ac:spMkLst>
        </pc:spChg>
        <pc:spChg chg="add mod">
          <ac:chgData name="Khaled taha" userId="912087602c74ab8a" providerId="LiveId" clId="{58B121E7-63A7-4330-86D4-8A88A1192A57}" dt="2025-07-05T01:43:29.709" v="19208"/>
          <ac:spMkLst>
            <pc:docMk/>
            <pc:sldMk cId="1416499146" sldId="485"/>
            <ac:spMk id="11" creationId="{11C9829D-623D-9575-2CD9-D73796DCA9C1}"/>
          </ac:spMkLst>
        </pc:spChg>
        <pc:spChg chg="add del mod">
          <ac:chgData name="Khaled taha" userId="912087602c74ab8a" providerId="LiveId" clId="{58B121E7-63A7-4330-86D4-8A88A1192A57}" dt="2025-07-05T05:09:16.433" v="21773" actId="478"/>
          <ac:spMkLst>
            <pc:docMk/>
            <pc:sldMk cId="1416499146" sldId="485"/>
            <ac:spMk id="12" creationId="{27F06923-F826-2C61-CF4E-FDFD8E55C1BE}"/>
          </ac:spMkLst>
        </pc:spChg>
        <pc:spChg chg="add del mod">
          <ac:chgData name="Khaled taha" userId="912087602c74ab8a" providerId="LiveId" clId="{58B121E7-63A7-4330-86D4-8A88A1192A57}" dt="2025-07-05T01:43:39.436" v="19210" actId="478"/>
          <ac:spMkLst>
            <pc:docMk/>
            <pc:sldMk cId="1416499146" sldId="485"/>
            <ac:spMk id="12" creationId="{439B3B5A-0056-8F9F-7E42-DAC7D0AE5EDA}"/>
          </ac:spMkLst>
        </pc:spChg>
        <pc:spChg chg="add del mod">
          <ac:chgData name="Khaled taha" userId="912087602c74ab8a" providerId="LiveId" clId="{58B121E7-63A7-4330-86D4-8A88A1192A57}" dt="2025-07-05T01:43:39.436" v="19210" actId="478"/>
          <ac:spMkLst>
            <pc:docMk/>
            <pc:sldMk cId="1416499146" sldId="485"/>
            <ac:spMk id="14" creationId="{0FFBC88D-E63C-2944-8010-A5360DF6ACDF}"/>
          </ac:spMkLst>
        </pc:spChg>
        <pc:spChg chg="add mod">
          <ac:chgData name="Khaled taha" userId="912087602c74ab8a" providerId="LiveId" clId="{58B121E7-63A7-4330-86D4-8A88A1192A57}" dt="2025-07-05T04:51:12.913" v="20416" actId="1076"/>
          <ac:spMkLst>
            <pc:docMk/>
            <pc:sldMk cId="1416499146" sldId="485"/>
            <ac:spMk id="16" creationId="{E0B21CF6-0384-90B4-1539-0A7BD4E90A3D}"/>
          </ac:spMkLst>
        </pc:spChg>
        <pc:spChg chg="add mod">
          <ac:chgData name="Khaled taha" userId="912087602c74ab8a" providerId="LiveId" clId="{58B121E7-63A7-4330-86D4-8A88A1192A57}" dt="2025-07-05T04:50:59.961" v="20414" actId="14100"/>
          <ac:spMkLst>
            <pc:docMk/>
            <pc:sldMk cId="1416499146" sldId="485"/>
            <ac:spMk id="23" creationId="{8E7BCD92-5E6F-C18F-5C57-68AB329182E4}"/>
          </ac:spMkLst>
        </pc:spChg>
        <pc:spChg chg="add mod">
          <ac:chgData name="Khaled taha" userId="912087602c74ab8a" providerId="LiveId" clId="{58B121E7-63A7-4330-86D4-8A88A1192A57}" dt="2025-07-05T01:44:40.188" v="19217"/>
          <ac:spMkLst>
            <pc:docMk/>
            <pc:sldMk cId="1416499146" sldId="485"/>
            <ac:spMk id="24" creationId="{844E621C-7C54-E18F-6CEC-5A2026EB795F}"/>
          </ac:spMkLst>
        </pc:spChg>
        <pc:spChg chg="add del mod">
          <ac:chgData name="Khaled taha" userId="912087602c74ab8a" providerId="LiveId" clId="{58B121E7-63A7-4330-86D4-8A88A1192A57}" dt="2025-07-05T05:02:58.630" v="20529" actId="478"/>
          <ac:spMkLst>
            <pc:docMk/>
            <pc:sldMk cId="1416499146" sldId="485"/>
            <ac:spMk id="25" creationId="{795682F5-0B2A-AA1F-167A-2423CFCA72D4}"/>
          </ac:spMkLst>
        </pc:spChg>
        <pc:spChg chg="del">
          <ac:chgData name="Khaled taha" userId="912087602c74ab8a" providerId="LiveId" clId="{58B121E7-63A7-4330-86D4-8A88A1192A57}" dt="2025-07-05T01:43:26.089" v="19207" actId="478"/>
          <ac:spMkLst>
            <pc:docMk/>
            <pc:sldMk cId="1416499146" sldId="485"/>
            <ac:spMk id="28" creationId="{0598EEFB-D2CD-B5CC-C37A-79C9339754F7}"/>
          </ac:spMkLst>
        </pc:spChg>
        <pc:spChg chg="del">
          <ac:chgData name="Khaled taha" userId="912087602c74ab8a" providerId="LiveId" clId="{58B121E7-63A7-4330-86D4-8A88A1192A57}" dt="2025-07-05T01:43:26.089" v="19207" actId="478"/>
          <ac:spMkLst>
            <pc:docMk/>
            <pc:sldMk cId="1416499146" sldId="485"/>
            <ac:spMk id="29" creationId="{74432834-54EB-43D9-0F39-61CF1C6A1ECA}"/>
          </ac:spMkLst>
        </pc:spChg>
        <pc:spChg chg="del">
          <ac:chgData name="Khaled taha" userId="912087602c74ab8a" providerId="LiveId" clId="{58B121E7-63A7-4330-86D4-8A88A1192A57}" dt="2025-07-05T01:43:26.089" v="19207" actId="478"/>
          <ac:spMkLst>
            <pc:docMk/>
            <pc:sldMk cId="1416499146" sldId="485"/>
            <ac:spMk id="30" creationId="{33D057AA-602A-C3DF-D89C-8E8E609AE69E}"/>
          </ac:spMkLst>
        </pc:spChg>
        <pc:spChg chg="del">
          <ac:chgData name="Khaled taha" userId="912087602c74ab8a" providerId="LiveId" clId="{58B121E7-63A7-4330-86D4-8A88A1192A57}" dt="2025-07-05T01:43:26.089" v="19207" actId="478"/>
          <ac:spMkLst>
            <pc:docMk/>
            <pc:sldMk cId="1416499146" sldId="485"/>
            <ac:spMk id="31" creationId="{F648DBDD-3351-0A61-A7B6-332582423413}"/>
          </ac:spMkLst>
        </pc:spChg>
        <pc:spChg chg="del">
          <ac:chgData name="Khaled taha" userId="912087602c74ab8a" providerId="LiveId" clId="{58B121E7-63A7-4330-86D4-8A88A1192A57}" dt="2025-07-05T01:43:26.089" v="19207" actId="478"/>
          <ac:spMkLst>
            <pc:docMk/>
            <pc:sldMk cId="1416499146" sldId="485"/>
            <ac:spMk id="34" creationId="{6F11258D-246D-D570-FAF2-DB30A8730EE0}"/>
          </ac:spMkLst>
        </pc:spChg>
        <pc:spChg chg="del">
          <ac:chgData name="Khaled taha" userId="912087602c74ab8a" providerId="LiveId" clId="{58B121E7-63A7-4330-86D4-8A88A1192A57}" dt="2025-07-05T01:43:26.089" v="19207" actId="478"/>
          <ac:spMkLst>
            <pc:docMk/>
            <pc:sldMk cId="1416499146" sldId="485"/>
            <ac:spMk id="35" creationId="{54958319-B86C-743D-004F-D346FC17E50A}"/>
          </ac:spMkLst>
        </pc:spChg>
        <pc:spChg chg="del">
          <ac:chgData name="Khaled taha" userId="912087602c74ab8a" providerId="LiveId" clId="{58B121E7-63A7-4330-86D4-8A88A1192A57}" dt="2025-07-05T01:43:26.089" v="19207" actId="478"/>
          <ac:spMkLst>
            <pc:docMk/>
            <pc:sldMk cId="1416499146" sldId="485"/>
            <ac:spMk id="36" creationId="{FABBC0C9-0AD1-DF32-D49E-7CDE75F624F4}"/>
          </ac:spMkLst>
        </pc:spChg>
        <pc:spChg chg="del">
          <ac:chgData name="Khaled taha" userId="912087602c74ab8a" providerId="LiveId" clId="{58B121E7-63A7-4330-86D4-8A88A1192A57}" dt="2025-07-05T01:43:26.089" v="19207" actId="478"/>
          <ac:spMkLst>
            <pc:docMk/>
            <pc:sldMk cId="1416499146" sldId="485"/>
            <ac:spMk id="37" creationId="{E766B3DF-0598-A41A-0EEC-C8FD2DB1C996}"/>
          </ac:spMkLst>
        </pc:spChg>
      </pc:sldChg>
      <pc:sldChg chg="addSp delSp add del mod">
        <pc:chgData name="Khaled taha" userId="912087602c74ab8a" providerId="LiveId" clId="{58B121E7-63A7-4330-86D4-8A88A1192A57}" dt="2025-07-05T01:43:03.187" v="19198"/>
        <pc:sldMkLst>
          <pc:docMk/>
          <pc:sldMk cId="2545700909" sldId="485"/>
        </pc:sldMkLst>
        <pc:spChg chg="add del">
          <ac:chgData name="Khaled taha" userId="912087602c74ab8a" providerId="LiveId" clId="{58B121E7-63A7-4330-86D4-8A88A1192A57}" dt="2025-07-05T01:42:58.294" v="19191" actId="478"/>
          <ac:spMkLst>
            <pc:docMk/>
            <pc:sldMk cId="2545700909" sldId="485"/>
            <ac:spMk id="15" creationId="{9BBCA363-95B7-F3B1-00FC-963C505DFAE9}"/>
          </ac:spMkLst>
        </pc:spChg>
      </pc:sldChg>
      <pc:sldChg chg="addSp delSp modSp add mod modTransition">
        <pc:chgData name="Khaled taha" userId="912087602c74ab8a" providerId="LiveId" clId="{58B121E7-63A7-4330-86D4-8A88A1192A57}" dt="2025-07-05T18:47:33.424" v="26273" actId="167"/>
        <pc:sldMkLst>
          <pc:docMk/>
          <pc:sldMk cId="440572669" sldId="486"/>
        </pc:sldMkLst>
        <pc:spChg chg="del">
          <ac:chgData name="Khaled taha" userId="912087602c74ab8a" providerId="LiveId" clId="{58B121E7-63A7-4330-86D4-8A88A1192A57}" dt="2025-07-05T02:48:51.185" v="19416" actId="478"/>
          <ac:spMkLst>
            <pc:docMk/>
            <pc:sldMk cId="440572669" sldId="486"/>
            <ac:spMk id="2" creationId="{994CD8A4-8AAB-B8BB-7235-8BE976DA5CE7}"/>
          </ac:spMkLst>
        </pc:spChg>
        <pc:spChg chg="del mod">
          <ac:chgData name="Khaled taha" userId="912087602c74ab8a" providerId="LiveId" clId="{58B121E7-63A7-4330-86D4-8A88A1192A57}" dt="2025-07-05T02:56:24.395" v="19443" actId="478"/>
          <ac:spMkLst>
            <pc:docMk/>
            <pc:sldMk cId="440572669" sldId="486"/>
            <ac:spMk id="4" creationId="{77DEBFB0-0A70-09F2-DE52-00E6B87C6DA0}"/>
          </ac:spMkLst>
        </pc:spChg>
        <pc:spChg chg="add del mod">
          <ac:chgData name="Khaled taha" userId="912087602c74ab8a" providerId="LiveId" clId="{58B121E7-63A7-4330-86D4-8A88A1192A57}" dt="2025-07-05T18:44:37.256" v="26226" actId="21"/>
          <ac:spMkLst>
            <pc:docMk/>
            <pc:sldMk cId="440572669" sldId="486"/>
            <ac:spMk id="4" creationId="{D8A4090A-9712-C53F-0E33-2CE2CCC17341}"/>
          </ac:spMkLst>
        </pc:spChg>
        <pc:spChg chg="add del mod">
          <ac:chgData name="Khaled taha" userId="912087602c74ab8a" providerId="LiveId" clId="{58B121E7-63A7-4330-86D4-8A88A1192A57}" dt="2025-07-05T05:44:59.703" v="22366" actId="478"/>
          <ac:spMkLst>
            <pc:docMk/>
            <pc:sldMk cId="440572669" sldId="486"/>
            <ac:spMk id="4" creationId="{E69C3CB7-9C4C-92F9-EB53-7591EBD79372}"/>
          </ac:spMkLst>
        </pc:spChg>
        <pc:spChg chg="add del mod ord">
          <ac:chgData name="Khaled taha" userId="912087602c74ab8a" providerId="LiveId" clId="{58B121E7-63A7-4330-86D4-8A88A1192A57}" dt="2025-07-05T18:47:33.424" v="26273" actId="167"/>
          <ac:spMkLst>
            <pc:docMk/>
            <pc:sldMk cId="440572669" sldId="486"/>
            <ac:spMk id="5" creationId="{D8A4090A-9712-C53F-0E33-2CE2CCC17341}"/>
          </ac:spMkLst>
        </pc:spChg>
        <pc:spChg chg="del">
          <ac:chgData name="Khaled taha" userId="912087602c74ab8a" providerId="LiveId" clId="{58B121E7-63A7-4330-86D4-8A88A1192A57}" dt="2025-07-05T02:47:50.606" v="19302" actId="478"/>
          <ac:spMkLst>
            <pc:docMk/>
            <pc:sldMk cId="440572669" sldId="486"/>
            <ac:spMk id="6" creationId="{B4A99F7D-09CF-1AAE-793F-6F93C80A2670}"/>
          </ac:spMkLst>
        </pc:spChg>
        <pc:spChg chg="mod">
          <ac:chgData name="Khaled taha" userId="912087602c74ab8a" providerId="LiveId" clId="{58B121E7-63A7-4330-86D4-8A88A1192A57}" dt="2025-07-05T16:30:11.023" v="25258" actId="1076"/>
          <ac:spMkLst>
            <pc:docMk/>
            <pc:sldMk cId="440572669" sldId="486"/>
            <ac:spMk id="7" creationId="{69F2EBE3-B4C8-584D-020D-780924AC3766}"/>
          </ac:spMkLst>
        </pc:spChg>
        <pc:spChg chg="del">
          <ac:chgData name="Khaled taha" userId="912087602c74ab8a" providerId="LiveId" clId="{58B121E7-63A7-4330-86D4-8A88A1192A57}" dt="2025-07-05T02:47:50.606" v="19302" actId="478"/>
          <ac:spMkLst>
            <pc:docMk/>
            <pc:sldMk cId="440572669" sldId="486"/>
            <ac:spMk id="8" creationId="{279F93BC-5755-235C-09C6-D7821BF63A9D}"/>
          </ac:spMkLst>
        </pc:spChg>
        <pc:spChg chg="add mod">
          <ac:chgData name="Khaled taha" userId="912087602c74ab8a" providerId="LiveId" clId="{58B121E7-63A7-4330-86D4-8A88A1192A57}" dt="2025-07-05T05:46:02.373" v="22376" actId="1076"/>
          <ac:spMkLst>
            <pc:docMk/>
            <pc:sldMk cId="440572669" sldId="486"/>
            <ac:spMk id="15" creationId="{D34E27B0-4519-72DC-ADA5-C4A5FD4223ED}"/>
          </ac:spMkLst>
        </pc:spChg>
        <pc:spChg chg="add mod">
          <ac:chgData name="Khaled taha" userId="912087602c74ab8a" providerId="LiveId" clId="{58B121E7-63A7-4330-86D4-8A88A1192A57}" dt="2025-07-05T03:08:15.568" v="19492" actId="1076"/>
          <ac:spMkLst>
            <pc:docMk/>
            <pc:sldMk cId="440572669" sldId="486"/>
            <ac:spMk id="16" creationId="{16A76DF1-AB7C-9B88-9547-9D467461DC4F}"/>
          </ac:spMkLst>
        </pc:spChg>
        <pc:graphicFrameChg chg="add del mod">
          <ac:chgData name="Khaled taha" userId="912087602c74ab8a" providerId="LiveId" clId="{58B121E7-63A7-4330-86D4-8A88A1192A57}" dt="2025-07-05T05:50:18.797" v="22418" actId="478"/>
          <ac:graphicFrameMkLst>
            <pc:docMk/>
            <pc:sldMk cId="440572669" sldId="486"/>
            <ac:graphicFrameMk id="8" creationId="{7C36F7CC-2C90-FF0E-39C8-469238BCDCF6}"/>
          </ac:graphicFrameMkLst>
        </pc:graphicFrameChg>
        <pc:graphicFrameChg chg="add del mod modGraphic">
          <ac:chgData name="Khaled taha" userId="912087602c74ab8a" providerId="LiveId" clId="{58B121E7-63A7-4330-86D4-8A88A1192A57}" dt="2025-07-05T18:42:28.323" v="26187" actId="478"/>
          <ac:graphicFrameMkLst>
            <pc:docMk/>
            <pc:sldMk cId="440572669" sldId="486"/>
            <ac:graphicFrameMk id="9" creationId="{D3515F60-80CD-C638-A69C-71A49A55720E}"/>
          </ac:graphicFrameMkLst>
        </pc:graphicFrameChg>
        <pc:graphicFrameChg chg="add del mod modGraphic">
          <ac:chgData name="Khaled taha" userId="912087602c74ab8a" providerId="LiveId" clId="{58B121E7-63A7-4330-86D4-8A88A1192A57}" dt="2025-07-05T02:46:09.234" v="19291" actId="478"/>
          <ac:graphicFrameMkLst>
            <pc:docMk/>
            <pc:sldMk cId="440572669" sldId="486"/>
            <ac:graphicFrameMk id="9" creationId="{E7E52E4A-DDEA-A66B-D911-884A933DB090}"/>
          </ac:graphicFrameMkLst>
        </pc:graphicFrameChg>
        <pc:graphicFrameChg chg="add del mod modGraphic">
          <ac:chgData name="Khaled taha" userId="912087602c74ab8a" providerId="LiveId" clId="{58B121E7-63A7-4330-86D4-8A88A1192A57}" dt="2025-07-05T03:11:22.206" v="19493" actId="478"/>
          <ac:graphicFrameMkLst>
            <pc:docMk/>
            <pc:sldMk cId="440572669" sldId="486"/>
            <ac:graphicFrameMk id="10" creationId="{E5E45309-CDE3-58FD-AC3F-4FFC0321F925}"/>
          </ac:graphicFrameMkLst>
        </pc:graphicFrameChg>
        <pc:graphicFrameChg chg="add del mod">
          <ac:chgData name="Khaled taha" userId="912087602c74ab8a" providerId="LiveId" clId="{58B121E7-63A7-4330-86D4-8A88A1192A57}" dt="2025-07-05T03:23:41.743" v="19529" actId="478"/>
          <ac:graphicFrameMkLst>
            <pc:docMk/>
            <pc:sldMk cId="440572669" sldId="486"/>
            <ac:graphicFrameMk id="17" creationId="{801E1290-9EE1-F2F7-70C9-20F22B04D194}"/>
          </ac:graphicFrameMkLst>
        </pc:graphicFrameChg>
        <pc:graphicFrameChg chg="add del mod modGraphic">
          <ac:chgData name="Khaled taha" userId="912087602c74ab8a" providerId="LiveId" clId="{58B121E7-63A7-4330-86D4-8A88A1192A57}" dt="2025-07-05T03:50:16.459" v="19610" actId="478"/>
          <ac:graphicFrameMkLst>
            <pc:docMk/>
            <pc:sldMk cId="440572669" sldId="486"/>
            <ac:graphicFrameMk id="18" creationId="{3B73C77F-1341-EE2C-E8CF-3E50FBD96C9E}"/>
          </ac:graphicFrameMkLst>
        </pc:graphicFrameChg>
        <pc:picChg chg="add del mod">
          <ac:chgData name="Khaled taha" userId="912087602c74ab8a" providerId="LiveId" clId="{58B121E7-63A7-4330-86D4-8A88A1192A57}" dt="2025-07-05T03:50:33.677" v="19613" actId="478"/>
          <ac:picMkLst>
            <pc:docMk/>
            <pc:sldMk cId="440572669" sldId="486"/>
            <ac:picMk id="3" creationId="{A6FEC06E-D065-F17D-6D2F-D190C01EA63A}"/>
          </ac:picMkLst>
        </pc:picChg>
        <pc:picChg chg="add mod ord">
          <ac:chgData name="Khaled taha" userId="912087602c74ab8a" providerId="LiveId" clId="{58B121E7-63A7-4330-86D4-8A88A1192A57}" dt="2025-07-05T18:46:57.309" v="26262" actId="167"/>
          <ac:picMkLst>
            <pc:docMk/>
            <pc:sldMk cId="440572669" sldId="486"/>
            <ac:picMk id="3" creationId="{DB76290F-778B-F2B4-FB3A-C1EE271F0B75}"/>
          </ac:picMkLst>
        </pc:picChg>
        <pc:picChg chg="del">
          <ac:chgData name="Khaled taha" userId="912087602c74ab8a" providerId="LiveId" clId="{58B121E7-63A7-4330-86D4-8A88A1192A57}" dt="2025-07-05T02:48:51.185" v="19416" actId="478"/>
          <ac:picMkLst>
            <pc:docMk/>
            <pc:sldMk cId="440572669" sldId="486"/>
            <ac:picMk id="3" creationId="{E6866A8E-98E3-E240-88C0-6CC64D5C8A02}"/>
          </ac:picMkLst>
        </pc:picChg>
        <pc:picChg chg="add del mod">
          <ac:chgData name="Khaled taha" userId="912087602c74ab8a" providerId="LiveId" clId="{58B121E7-63A7-4330-86D4-8A88A1192A57}" dt="2025-07-05T05:44:59.703" v="22366" actId="478"/>
          <ac:picMkLst>
            <pc:docMk/>
            <pc:sldMk cId="440572669" sldId="486"/>
            <ac:picMk id="5" creationId="{8F7E1E65-3AF4-56BE-8FCC-DB64CC1631AF}"/>
          </ac:picMkLst>
        </pc:picChg>
        <pc:picChg chg="add del mod">
          <ac:chgData name="Khaled taha" userId="912087602c74ab8a" providerId="LiveId" clId="{58B121E7-63A7-4330-86D4-8A88A1192A57}" dt="2025-07-05T18:46:00.900" v="26245" actId="21"/>
          <ac:picMkLst>
            <pc:docMk/>
            <pc:sldMk cId="440572669" sldId="486"/>
            <ac:picMk id="11" creationId="{95B0E64D-6784-84C5-2063-4FC727EE9FD2}"/>
          </ac:picMkLst>
        </pc:picChg>
        <pc:picChg chg="add mod">
          <ac:chgData name="Khaled taha" userId="912087602c74ab8a" providerId="LiveId" clId="{58B121E7-63A7-4330-86D4-8A88A1192A57}" dt="2025-07-05T03:08:15.568" v="19492" actId="1076"/>
          <ac:picMkLst>
            <pc:docMk/>
            <pc:sldMk cId="440572669" sldId="486"/>
            <ac:picMk id="1026" creationId="{7CEB17FC-4689-8934-F922-F97C087E6595}"/>
          </ac:picMkLst>
        </pc:picChg>
        <pc:cxnChg chg="del">
          <ac:chgData name="Khaled taha" userId="912087602c74ab8a" providerId="LiveId" clId="{58B121E7-63A7-4330-86D4-8A88A1192A57}" dt="2025-07-05T02:48:51.185" v="19416" actId="478"/>
          <ac:cxnSpMkLst>
            <pc:docMk/>
            <pc:sldMk cId="440572669" sldId="486"/>
            <ac:cxnSpMk id="5" creationId="{B6471F5F-74EB-79E4-66A4-8743F1D7C16C}"/>
          </ac:cxnSpMkLst>
        </pc:cxnChg>
        <pc:cxnChg chg="add del mod">
          <ac:chgData name="Khaled taha" userId="912087602c74ab8a" providerId="LiveId" clId="{58B121E7-63A7-4330-86D4-8A88A1192A57}" dt="2025-07-05T05:44:59.703" v="22366" actId="478"/>
          <ac:cxnSpMkLst>
            <pc:docMk/>
            <pc:sldMk cId="440572669" sldId="486"/>
            <ac:cxnSpMk id="6" creationId="{4F0AF945-F36F-F78B-4C8C-BDA8E84F66D5}"/>
          </ac:cxnSpMkLst>
        </pc:cxnChg>
        <pc:cxnChg chg="add del mod">
          <ac:chgData name="Khaled taha" userId="912087602c74ab8a" providerId="LiveId" clId="{58B121E7-63A7-4330-86D4-8A88A1192A57}" dt="2025-07-05T02:51:19.269" v="19422" actId="478"/>
          <ac:cxnSpMkLst>
            <pc:docMk/>
            <pc:sldMk cId="440572669" sldId="486"/>
            <ac:cxnSpMk id="12" creationId="{D6C2A928-CA0E-9E07-2148-63B8B828B3DC}"/>
          </ac:cxnSpMkLst>
        </pc:cxnChg>
        <pc:cxnChg chg="add del mod">
          <ac:chgData name="Khaled taha" userId="912087602c74ab8a" providerId="LiveId" clId="{58B121E7-63A7-4330-86D4-8A88A1192A57}" dt="2025-07-05T02:51:19.269" v="19422" actId="478"/>
          <ac:cxnSpMkLst>
            <pc:docMk/>
            <pc:sldMk cId="440572669" sldId="486"/>
            <ac:cxnSpMk id="13" creationId="{6CFBD46F-5477-7D4C-54FE-25B885BE7963}"/>
          </ac:cxnSpMkLst>
        </pc:cxnChg>
      </pc:sldChg>
      <pc:sldChg chg="addSp delSp modSp add mod modTransition">
        <pc:chgData name="Khaled taha" userId="912087602c74ab8a" providerId="LiveId" clId="{58B121E7-63A7-4330-86D4-8A88A1192A57}" dt="2025-07-06T03:27:37.857" v="31820"/>
        <pc:sldMkLst>
          <pc:docMk/>
          <pc:sldMk cId="102942078" sldId="487"/>
        </pc:sldMkLst>
        <pc:spChg chg="add del mod">
          <ac:chgData name="Khaled taha" userId="912087602c74ab8a" providerId="LiveId" clId="{58B121E7-63A7-4330-86D4-8A88A1192A57}" dt="2025-07-05T16:05:37.930" v="24946" actId="478"/>
          <ac:spMkLst>
            <pc:docMk/>
            <pc:sldMk cId="102942078" sldId="487"/>
            <ac:spMk id="4" creationId="{A2CD458B-516D-71C5-7767-35D583FE2C1B}"/>
          </ac:spMkLst>
        </pc:spChg>
        <pc:spChg chg="add del mod">
          <ac:chgData name="Khaled taha" userId="912087602c74ab8a" providerId="LiveId" clId="{58B121E7-63A7-4330-86D4-8A88A1192A57}" dt="2025-07-05T04:18:06.501" v="20195" actId="478"/>
          <ac:spMkLst>
            <pc:docMk/>
            <pc:sldMk cId="102942078" sldId="487"/>
            <ac:spMk id="4" creationId="{FDD453B7-34BB-BC80-2FFC-1388670929B6}"/>
          </ac:spMkLst>
        </pc:spChg>
        <pc:spChg chg="add del mod">
          <ac:chgData name="Khaled taha" userId="912087602c74ab8a" providerId="LiveId" clId="{58B121E7-63A7-4330-86D4-8A88A1192A57}" dt="2025-07-05T04:25:13.202" v="20226" actId="478"/>
          <ac:spMkLst>
            <pc:docMk/>
            <pc:sldMk cId="102942078" sldId="487"/>
            <ac:spMk id="5" creationId="{9142BECC-4C8C-41B4-5674-981BA8FC392B}"/>
          </ac:spMkLst>
        </pc:spChg>
        <pc:spChg chg="add del mod">
          <ac:chgData name="Khaled taha" userId="912087602c74ab8a" providerId="LiveId" clId="{58B121E7-63A7-4330-86D4-8A88A1192A57}" dt="2025-07-05T04:25:29.207" v="20228" actId="478"/>
          <ac:spMkLst>
            <pc:docMk/>
            <pc:sldMk cId="102942078" sldId="487"/>
            <ac:spMk id="6" creationId="{962DDECE-118A-B2FB-22DC-E516A7B7364D}"/>
          </ac:spMkLst>
        </pc:spChg>
        <pc:spChg chg="add del mod">
          <ac:chgData name="Khaled taha" userId="912087602c74ab8a" providerId="LiveId" clId="{58B121E7-63A7-4330-86D4-8A88A1192A57}" dt="2025-07-05T16:09:19.710" v="24987" actId="478"/>
          <ac:spMkLst>
            <pc:docMk/>
            <pc:sldMk cId="102942078" sldId="487"/>
            <ac:spMk id="7" creationId="{1CF8B63C-3814-4AF7-1CCB-D5C2AC14D19C}"/>
          </ac:spMkLst>
        </pc:spChg>
        <pc:spChg chg="add del mod">
          <ac:chgData name="Khaled taha" userId="912087602c74ab8a" providerId="LiveId" clId="{58B121E7-63A7-4330-86D4-8A88A1192A57}" dt="2025-07-05T04:25:35.109" v="20230" actId="478"/>
          <ac:spMkLst>
            <pc:docMk/>
            <pc:sldMk cId="102942078" sldId="487"/>
            <ac:spMk id="7" creationId="{56193E19-870A-6CF4-80F0-D20D078BF03C}"/>
          </ac:spMkLst>
        </pc:spChg>
        <pc:spChg chg="del">
          <ac:chgData name="Khaled taha" userId="912087602c74ab8a" providerId="LiveId" clId="{58B121E7-63A7-4330-86D4-8A88A1192A57}" dt="2025-07-05T04:14:22.288" v="20001" actId="478"/>
          <ac:spMkLst>
            <pc:docMk/>
            <pc:sldMk cId="102942078" sldId="487"/>
            <ac:spMk id="8" creationId="{AE2E32DB-6916-D5E5-DC0A-F6417E401BC5}"/>
          </ac:spMkLst>
        </pc:spChg>
        <pc:spChg chg="add mod">
          <ac:chgData name="Khaled taha" userId="912087602c74ab8a" providerId="LiveId" clId="{58B121E7-63A7-4330-86D4-8A88A1192A57}" dt="2025-07-05T04:25:13.516" v="20227"/>
          <ac:spMkLst>
            <pc:docMk/>
            <pc:sldMk cId="102942078" sldId="487"/>
            <ac:spMk id="9" creationId="{641A562B-A35D-7183-D425-374856295B01}"/>
          </ac:spMkLst>
        </pc:spChg>
        <pc:spChg chg="add mod">
          <ac:chgData name="Khaled taha" userId="912087602c74ab8a" providerId="LiveId" clId="{58B121E7-63A7-4330-86D4-8A88A1192A57}" dt="2025-07-05T04:25:29.439" v="20229"/>
          <ac:spMkLst>
            <pc:docMk/>
            <pc:sldMk cId="102942078" sldId="487"/>
            <ac:spMk id="10" creationId="{2BCFF62A-4275-E6A1-9164-78498C528DCC}"/>
          </ac:spMkLst>
        </pc:spChg>
        <pc:spChg chg="add mod">
          <ac:chgData name="Khaled taha" userId="912087602c74ab8a" providerId="LiveId" clId="{58B121E7-63A7-4330-86D4-8A88A1192A57}" dt="2025-07-05T04:25:35.483" v="20231"/>
          <ac:spMkLst>
            <pc:docMk/>
            <pc:sldMk cId="102942078" sldId="487"/>
            <ac:spMk id="11" creationId="{2A4DAF56-C266-1532-5E50-EA0B2CDBB5FA}"/>
          </ac:spMkLst>
        </pc:spChg>
        <pc:spChg chg="del">
          <ac:chgData name="Khaled taha" userId="912087602c74ab8a" providerId="LiveId" clId="{58B121E7-63A7-4330-86D4-8A88A1192A57}" dt="2025-07-05T04:18:06.501" v="20195" actId="478"/>
          <ac:spMkLst>
            <pc:docMk/>
            <pc:sldMk cId="102942078" sldId="487"/>
            <ac:spMk id="12" creationId="{21B7D2D6-363F-7E20-30D9-74F06ABE5D96}"/>
          </ac:spMkLst>
        </pc:spChg>
        <pc:spChg chg="add mod">
          <ac:chgData name="Khaled taha" userId="912087602c74ab8a" providerId="LiveId" clId="{58B121E7-63A7-4330-86D4-8A88A1192A57}" dt="2025-07-05T16:09:19.934" v="24988"/>
          <ac:spMkLst>
            <pc:docMk/>
            <pc:sldMk cId="102942078" sldId="487"/>
            <ac:spMk id="12" creationId="{31BB49A1-04C6-FB98-AF9D-1852CD4297F5}"/>
          </ac:spMkLst>
        </pc:spChg>
        <pc:spChg chg="add mod">
          <ac:chgData name="Khaled taha" userId="912087602c74ab8a" providerId="LiveId" clId="{58B121E7-63A7-4330-86D4-8A88A1192A57}" dt="2025-07-05T04:25:40.654" v="20232" actId="571"/>
          <ac:spMkLst>
            <pc:docMk/>
            <pc:sldMk cId="102942078" sldId="487"/>
            <ac:spMk id="13" creationId="{0CF8CB9A-8069-7F89-7115-0F57414E4EE3}"/>
          </ac:spMkLst>
        </pc:spChg>
        <pc:spChg chg="del mod">
          <ac:chgData name="Khaled taha" userId="912087602c74ab8a" providerId="LiveId" clId="{58B121E7-63A7-4330-86D4-8A88A1192A57}" dt="2025-07-05T04:18:06.501" v="20195" actId="478"/>
          <ac:spMkLst>
            <pc:docMk/>
            <pc:sldMk cId="102942078" sldId="487"/>
            <ac:spMk id="14" creationId="{28791BB9-27B9-80EF-1AFC-08C4B81EDA00}"/>
          </ac:spMkLst>
        </pc:spChg>
        <pc:spChg chg="add mod">
          <ac:chgData name="Khaled taha" userId="912087602c74ab8a" providerId="LiveId" clId="{58B121E7-63A7-4330-86D4-8A88A1192A57}" dt="2025-07-06T03:27:05.177" v="31816"/>
          <ac:spMkLst>
            <pc:docMk/>
            <pc:sldMk cId="102942078" sldId="487"/>
            <ac:spMk id="17" creationId="{504345BC-E5CF-4F18-945D-BF5ED705F9AA}"/>
          </ac:spMkLst>
        </pc:spChg>
        <pc:spChg chg="add mod">
          <ac:chgData name="Khaled taha" userId="912087602c74ab8a" providerId="LiveId" clId="{58B121E7-63A7-4330-86D4-8A88A1192A57}" dt="2025-07-06T03:27:05.177" v="31816"/>
          <ac:spMkLst>
            <pc:docMk/>
            <pc:sldMk cId="102942078" sldId="487"/>
            <ac:spMk id="18" creationId="{64F86F82-56A1-A7F8-7E80-24A6FBE70CE6}"/>
          </ac:spMkLst>
        </pc:spChg>
        <pc:spChg chg="add mod">
          <ac:chgData name="Khaled taha" userId="912087602c74ab8a" providerId="LiveId" clId="{58B121E7-63A7-4330-86D4-8A88A1192A57}" dt="2025-07-06T03:27:11.512" v="31818" actId="207"/>
          <ac:spMkLst>
            <pc:docMk/>
            <pc:sldMk cId="102942078" sldId="487"/>
            <ac:spMk id="19" creationId="{11D688F2-1BC6-2AA8-8CDD-01F81059F334}"/>
          </ac:spMkLst>
        </pc:spChg>
        <pc:spChg chg="del">
          <ac:chgData name="Khaled taha" userId="912087602c74ab8a" providerId="LiveId" clId="{58B121E7-63A7-4330-86D4-8A88A1192A57}" dt="2025-07-05T16:05:03.950" v="24936" actId="478"/>
          <ac:spMkLst>
            <pc:docMk/>
            <pc:sldMk cId="102942078" sldId="487"/>
            <ac:spMk id="70" creationId="{1D185B79-60E5-D2D0-B1AB-024C78441ABC}"/>
          </ac:spMkLst>
        </pc:spChg>
        <pc:picChg chg="del">
          <ac:chgData name="Khaled taha" userId="912087602c74ab8a" providerId="LiveId" clId="{58B121E7-63A7-4330-86D4-8A88A1192A57}" dt="2025-07-05T16:05:03.950" v="24936" actId="478"/>
          <ac:picMkLst>
            <pc:docMk/>
            <pc:sldMk cId="102942078" sldId="487"/>
            <ac:picMk id="2" creationId="{3F320E80-4F9B-5475-69DD-E01D8655B235}"/>
          </ac:picMkLst>
        </pc:picChg>
        <pc:picChg chg="add del mod">
          <ac:chgData name="Khaled taha" userId="912087602c74ab8a" providerId="LiveId" clId="{58B121E7-63A7-4330-86D4-8A88A1192A57}" dt="2025-07-05T16:05:37.930" v="24946" actId="478"/>
          <ac:picMkLst>
            <pc:docMk/>
            <pc:sldMk cId="102942078" sldId="487"/>
            <ac:picMk id="5" creationId="{DB527D26-E3B6-174B-24E3-F510279E094E}"/>
          </ac:picMkLst>
        </pc:picChg>
        <pc:picChg chg="add del mod">
          <ac:chgData name="Khaled taha" userId="912087602c74ab8a" providerId="LiveId" clId="{58B121E7-63A7-4330-86D4-8A88A1192A57}" dt="2025-07-05T16:09:19.710" v="24987" actId="478"/>
          <ac:picMkLst>
            <pc:docMk/>
            <pc:sldMk cId="102942078" sldId="487"/>
            <ac:picMk id="8" creationId="{7163A331-EAF2-02E1-89A2-9041D6AC3F78}"/>
          </ac:picMkLst>
        </pc:picChg>
        <pc:picChg chg="add mod">
          <ac:chgData name="Khaled taha" userId="912087602c74ab8a" providerId="LiveId" clId="{58B121E7-63A7-4330-86D4-8A88A1192A57}" dt="2025-07-05T16:09:19.934" v="24988"/>
          <ac:picMkLst>
            <pc:docMk/>
            <pc:sldMk cId="102942078" sldId="487"/>
            <ac:picMk id="14" creationId="{833C7BA3-16D3-7816-B616-AA4782BF079A}"/>
          </ac:picMkLst>
        </pc:picChg>
        <pc:cxnChg chg="del">
          <ac:chgData name="Khaled taha" userId="912087602c74ab8a" providerId="LiveId" clId="{58B121E7-63A7-4330-86D4-8A88A1192A57}" dt="2025-07-05T16:05:03.950" v="24936" actId="478"/>
          <ac:cxnSpMkLst>
            <pc:docMk/>
            <pc:sldMk cId="102942078" sldId="487"/>
            <ac:cxnSpMk id="3" creationId="{8AA99EDB-DD77-8A53-5117-DDC9AD4CA1D0}"/>
          </ac:cxnSpMkLst>
        </pc:cxnChg>
        <pc:cxnChg chg="add del mod">
          <ac:chgData name="Khaled taha" userId="912087602c74ab8a" providerId="LiveId" clId="{58B121E7-63A7-4330-86D4-8A88A1192A57}" dt="2025-07-05T16:05:37.930" v="24946" actId="478"/>
          <ac:cxnSpMkLst>
            <pc:docMk/>
            <pc:sldMk cId="102942078" sldId="487"/>
            <ac:cxnSpMk id="6" creationId="{1A324487-4255-9EE3-33F7-7C557A9906BA}"/>
          </ac:cxnSpMkLst>
        </pc:cxnChg>
        <pc:cxnChg chg="add del mod">
          <ac:chgData name="Khaled taha" userId="912087602c74ab8a" providerId="LiveId" clId="{58B121E7-63A7-4330-86D4-8A88A1192A57}" dt="2025-07-05T16:09:19.710" v="24987" actId="478"/>
          <ac:cxnSpMkLst>
            <pc:docMk/>
            <pc:sldMk cId="102942078" sldId="487"/>
            <ac:cxnSpMk id="11" creationId="{53B31B39-A02F-1BA3-D886-3F719084934B}"/>
          </ac:cxnSpMkLst>
        </pc:cxnChg>
        <pc:cxnChg chg="add del mod">
          <ac:chgData name="Khaled taha" userId="912087602c74ab8a" providerId="LiveId" clId="{58B121E7-63A7-4330-86D4-8A88A1192A57}" dt="2025-07-05T16:23:10.852" v="25142" actId="478"/>
          <ac:cxnSpMkLst>
            <pc:docMk/>
            <pc:sldMk cId="102942078" sldId="487"/>
            <ac:cxnSpMk id="15" creationId="{932427EF-0271-658C-0B5E-C0CA80283DB7}"/>
          </ac:cxnSpMkLst>
        </pc:cxnChg>
        <pc:cxnChg chg="add mod">
          <ac:chgData name="Khaled taha" userId="912087602c74ab8a" providerId="LiveId" clId="{58B121E7-63A7-4330-86D4-8A88A1192A57}" dt="2025-07-05T16:23:07.246" v="25141"/>
          <ac:cxnSpMkLst>
            <pc:docMk/>
            <pc:sldMk cId="102942078" sldId="487"/>
            <ac:cxnSpMk id="16" creationId="{CAD70D02-66DA-3E2C-88CA-0E42D766B739}"/>
          </ac:cxnSpMkLst>
        </pc:cxnChg>
      </pc:sldChg>
      <pc:sldChg chg="addSp delSp modSp new del mod">
        <pc:chgData name="Khaled taha" userId="912087602c74ab8a" providerId="LiveId" clId="{58B121E7-63A7-4330-86D4-8A88A1192A57}" dt="2025-07-05T05:34:43.734" v="22269" actId="47"/>
        <pc:sldMkLst>
          <pc:docMk/>
          <pc:sldMk cId="1097232204" sldId="488"/>
        </pc:sldMkLst>
        <pc:spChg chg="del">
          <ac:chgData name="Khaled taha" userId="912087602c74ab8a" providerId="LiveId" clId="{58B121E7-63A7-4330-86D4-8A88A1192A57}" dt="2025-07-05T04:40:33.861" v="20323" actId="478"/>
          <ac:spMkLst>
            <pc:docMk/>
            <pc:sldMk cId="1097232204" sldId="488"/>
            <ac:spMk id="2" creationId="{9E629EC6-668B-DF31-ABA3-D2DD1A90C403}"/>
          </ac:spMkLst>
        </pc:spChg>
        <pc:spChg chg="del">
          <ac:chgData name="Khaled taha" userId="912087602c74ab8a" providerId="LiveId" clId="{58B121E7-63A7-4330-86D4-8A88A1192A57}" dt="2025-07-05T04:40:33.861" v="20323" actId="478"/>
          <ac:spMkLst>
            <pc:docMk/>
            <pc:sldMk cId="1097232204" sldId="488"/>
            <ac:spMk id="3" creationId="{359980AA-D28C-EDE9-27AA-A042E9C72357}"/>
          </ac:spMkLst>
        </pc:spChg>
        <pc:spChg chg="add del mod">
          <ac:chgData name="Khaled taha" userId="912087602c74ab8a" providerId="LiveId" clId="{58B121E7-63A7-4330-86D4-8A88A1192A57}" dt="2025-07-05T05:00:43.601" v="20503"/>
          <ac:spMkLst>
            <pc:docMk/>
            <pc:sldMk cId="1097232204" sldId="488"/>
            <ac:spMk id="4" creationId="{73B687B2-B438-BF23-4BDC-C502B655B97D}"/>
          </ac:spMkLst>
        </pc:spChg>
        <pc:spChg chg="add del mod">
          <ac:chgData name="Khaled taha" userId="912087602c74ab8a" providerId="LiveId" clId="{58B121E7-63A7-4330-86D4-8A88A1192A57}" dt="2025-07-05T04:41:19.136" v="20332" actId="478"/>
          <ac:spMkLst>
            <pc:docMk/>
            <pc:sldMk cId="1097232204" sldId="488"/>
            <ac:spMk id="5" creationId="{AD235158-0350-9CA4-508E-08CB7892FF02}"/>
          </ac:spMkLst>
        </pc:spChg>
        <pc:spChg chg="add del mod">
          <ac:chgData name="Khaled taha" userId="912087602c74ab8a" providerId="LiveId" clId="{58B121E7-63A7-4330-86D4-8A88A1192A57}" dt="2025-07-05T04:58:33.847" v="20463" actId="478"/>
          <ac:spMkLst>
            <pc:docMk/>
            <pc:sldMk cId="1097232204" sldId="488"/>
            <ac:spMk id="6" creationId="{41A209D7-DFDB-AC1D-C333-C9B7893748CF}"/>
          </ac:spMkLst>
        </pc:spChg>
        <pc:spChg chg="add del mod ord">
          <ac:chgData name="Khaled taha" userId="912087602c74ab8a" providerId="LiveId" clId="{58B121E7-63A7-4330-86D4-8A88A1192A57}" dt="2025-07-05T04:53:47.495" v="20421" actId="478"/>
          <ac:spMkLst>
            <pc:docMk/>
            <pc:sldMk cId="1097232204" sldId="488"/>
            <ac:spMk id="7" creationId="{E53C22F8-818E-6163-7A99-6B80C62F8815}"/>
          </ac:spMkLst>
        </pc:spChg>
        <pc:spChg chg="add del mod ord">
          <ac:chgData name="Khaled taha" userId="912087602c74ab8a" providerId="LiveId" clId="{58B121E7-63A7-4330-86D4-8A88A1192A57}" dt="2025-07-05T05:00:48.179" v="20504"/>
          <ac:spMkLst>
            <pc:docMk/>
            <pc:sldMk cId="1097232204" sldId="488"/>
            <ac:spMk id="8" creationId="{150CDD69-989D-1F7C-3427-1255D452517A}"/>
          </ac:spMkLst>
        </pc:spChg>
        <pc:spChg chg="add del mod">
          <ac:chgData name="Khaled taha" userId="912087602c74ab8a" providerId="LiveId" clId="{58B121E7-63A7-4330-86D4-8A88A1192A57}" dt="2025-07-05T04:44:48.741" v="20374"/>
          <ac:spMkLst>
            <pc:docMk/>
            <pc:sldMk cId="1097232204" sldId="488"/>
            <ac:spMk id="9" creationId="{891BEC0F-AE8B-09C4-165E-4C8D6279673B}"/>
          </ac:spMkLst>
        </pc:spChg>
        <pc:spChg chg="mod">
          <ac:chgData name="Khaled taha" userId="912087602c74ab8a" providerId="LiveId" clId="{58B121E7-63A7-4330-86D4-8A88A1192A57}" dt="2025-07-05T04:44:48.741" v="20374"/>
          <ac:spMkLst>
            <pc:docMk/>
            <pc:sldMk cId="1097232204" sldId="488"/>
            <ac:spMk id="10" creationId="{BC2DE738-A4CA-65C2-6334-5A30F1E80875}"/>
          </ac:spMkLst>
        </pc:spChg>
        <pc:spChg chg="add del mod">
          <ac:chgData name="Khaled taha" userId="912087602c74ab8a" providerId="LiveId" clId="{58B121E7-63A7-4330-86D4-8A88A1192A57}" dt="2025-07-05T04:44:48.741" v="20374"/>
          <ac:spMkLst>
            <pc:docMk/>
            <pc:sldMk cId="1097232204" sldId="488"/>
            <ac:spMk id="11" creationId="{E01A008A-E02E-9AA0-4876-8280E7BDA8C1}"/>
          </ac:spMkLst>
        </pc:spChg>
        <pc:spChg chg="add del mod">
          <ac:chgData name="Khaled taha" userId="912087602c74ab8a" providerId="LiveId" clId="{58B121E7-63A7-4330-86D4-8A88A1192A57}" dt="2025-07-05T04:44:39.997" v="20372" actId="11529"/>
          <ac:spMkLst>
            <pc:docMk/>
            <pc:sldMk cId="1097232204" sldId="488"/>
            <ac:spMk id="12" creationId="{315D4890-4368-D06F-0BCD-67E88992CEBF}"/>
          </ac:spMkLst>
        </pc:spChg>
        <pc:spChg chg="mod">
          <ac:chgData name="Khaled taha" userId="912087602c74ab8a" providerId="LiveId" clId="{58B121E7-63A7-4330-86D4-8A88A1192A57}" dt="2025-07-05T04:47:20.671" v="20401"/>
          <ac:spMkLst>
            <pc:docMk/>
            <pc:sldMk cId="1097232204" sldId="488"/>
            <ac:spMk id="13" creationId="{F6A0DE2C-115D-9F5D-0392-910026FA2C4E}"/>
          </ac:spMkLst>
        </pc:spChg>
        <pc:spChg chg="mod">
          <ac:chgData name="Khaled taha" userId="912087602c74ab8a" providerId="LiveId" clId="{58B121E7-63A7-4330-86D4-8A88A1192A57}" dt="2025-07-05T04:47:20.671" v="20401"/>
          <ac:spMkLst>
            <pc:docMk/>
            <pc:sldMk cId="1097232204" sldId="488"/>
            <ac:spMk id="14" creationId="{43909C42-66F5-37A4-D030-34B0E7D18E81}"/>
          </ac:spMkLst>
        </pc:spChg>
        <pc:spChg chg="mod">
          <ac:chgData name="Khaled taha" userId="912087602c74ab8a" providerId="LiveId" clId="{58B121E7-63A7-4330-86D4-8A88A1192A57}" dt="2025-07-05T04:47:20.671" v="20401"/>
          <ac:spMkLst>
            <pc:docMk/>
            <pc:sldMk cId="1097232204" sldId="488"/>
            <ac:spMk id="16" creationId="{D062FF30-4F42-D088-41ED-DC66271DBD21}"/>
          </ac:spMkLst>
        </pc:spChg>
        <pc:spChg chg="mod">
          <ac:chgData name="Khaled taha" userId="912087602c74ab8a" providerId="LiveId" clId="{58B121E7-63A7-4330-86D4-8A88A1192A57}" dt="2025-07-05T04:47:20.671" v="20401"/>
          <ac:spMkLst>
            <pc:docMk/>
            <pc:sldMk cId="1097232204" sldId="488"/>
            <ac:spMk id="17" creationId="{547B6A9E-7470-21EB-1C32-A960A081EB0D}"/>
          </ac:spMkLst>
        </pc:spChg>
        <pc:spChg chg="mod">
          <ac:chgData name="Khaled taha" userId="912087602c74ab8a" providerId="LiveId" clId="{58B121E7-63A7-4330-86D4-8A88A1192A57}" dt="2025-07-05T04:47:20.671" v="20401"/>
          <ac:spMkLst>
            <pc:docMk/>
            <pc:sldMk cId="1097232204" sldId="488"/>
            <ac:spMk id="18" creationId="{8566E33A-7A14-1F63-AA49-FF43098A6E67}"/>
          </ac:spMkLst>
        </pc:spChg>
        <pc:spChg chg="mod">
          <ac:chgData name="Khaled taha" userId="912087602c74ab8a" providerId="LiveId" clId="{58B121E7-63A7-4330-86D4-8A88A1192A57}" dt="2025-07-05T04:47:20.671" v="20401"/>
          <ac:spMkLst>
            <pc:docMk/>
            <pc:sldMk cId="1097232204" sldId="488"/>
            <ac:spMk id="19" creationId="{B3EC8CFE-5A2D-A669-61D6-92E73E7CE9B7}"/>
          </ac:spMkLst>
        </pc:spChg>
        <pc:spChg chg="mod">
          <ac:chgData name="Khaled taha" userId="912087602c74ab8a" providerId="LiveId" clId="{58B121E7-63A7-4330-86D4-8A88A1192A57}" dt="2025-07-05T04:47:20.671" v="20401"/>
          <ac:spMkLst>
            <pc:docMk/>
            <pc:sldMk cId="1097232204" sldId="488"/>
            <ac:spMk id="20" creationId="{5FE9EB7A-F66D-7B73-E715-565C768D6B03}"/>
          </ac:spMkLst>
        </pc:spChg>
        <pc:spChg chg="mod">
          <ac:chgData name="Khaled taha" userId="912087602c74ab8a" providerId="LiveId" clId="{58B121E7-63A7-4330-86D4-8A88A1192A57}" dt="2025-07-05T04:50:23.400" v="20410"/>
          <ac:spMkLst>
            <pc:docMk/>
            <pc:sldMk cId="1097232204" sldId="488"/>
            <ac:spMk id="23" creationId="{B4D958F8-DCF0-168D-D870-096163751F1A}"/>
          </ac:spMkLst>
        </pc:spChg>
        <pc:spChg chg="mod">
          <ac:chgData name="Khaled taha" userId="912087602c74ab8a" providerId="LiveId" clId="{58B121E7-63A7-4330-86D4-8A88A1192A57}" dt="2025-07-05T04:50:23.400" v="20410"/>
          <ac:spMkLst>
            <pc:docMk/>
            <pc:sldMk cId="1097232204" sldId="488"/>
            <ac:spMk id="24" creationId="{142CF1FD-21D5-B70D-DD42-ED3D2545322C}"/>
          </ac:spMkLst>
        </pc:spChg>
        <pc:spChg chg="add del mod">
          <ac:chgData name="Khaled taha" userId="912087602c74ab8a" providerId="LiveId" clId="{58B121E7-63A7-4330-86D4-8A88A1192A57}" dt="2025-07-05T04:50:22.845" v="20409" actId="478"/>
          <ac:spMkLst>
            <pc:docMk/>
            <pc:sldMk cId="1097232204" sldId="488"/>
            <ac:spMk id="25" creationId="{A333E914-AB7E-7C8C-C41C-CD22553D72C3}"/>
          </ac:spMkLst>
        </pc:spChg>
        <pc:spChg chg="mod">
          <ac:chgData name="Khaled taha" userId="912087602c74ab8a" providerId="LiveId" clId="{58B121E7-63A7-4330-86D4-8A88A1192A57}" dt="2025-07-05T04:50:23.400" v="20410"/>
          <ac:spMkLst>
            <pc:docMk/>
            <pc:sldMk cId="1097232204" sldId="488"/>
            <ac:spMk id="26" creationId="{D69FEFB8-25DE-9BC3-BAC3-98E89719EEEC}"/>
          </ac:spMkLst>
        </pc:spChg>
        <pc:spChg chg="mod">
          <ac:chgData name="Khaled taha" userId="912087602c74ab8a" providerId="LiveId" clId="{58B121E7-63A7-4330-86D4-8A88A1192A57}" dt="2025-07-05T04:50:23.400" v="20410"/>
          <ac:spMkLst>
            <pc:docMk/>
            <pc:sldMk cId="1097232204" sldId="488"/>
            <ac:spMk id="27" creationId="{36ACFEF8-0AB0-5AEA-D9C4-98DC40D56435}"/>
          </ac:spMkLst>
        </pc:spChg>
        <pc:spChg chg="add del mod">
          <ac:chgData name="Khaled taha" userId="912087602c74ab8a" providerId="LiveId" clId="{58B121E7-63A7-4330-86D4-8A88A1192A57}" dt="2025-07-05T04:50:23.400" v="20410"/>
          <ac:spMkLst>
            <pc:docMk/>
            <pc:sldMk cId="1097232204" sldId="488"/>
            <ac:spMk id="28" creationId="{6F5724C7-6F20-2370-F13E-DB9D1A51271C}"/>
          </ac:spMkLst>
        </pc:spChg>
        <pc:spChg chg="add del mod">
          <ac:chgData name="Khaled taha" userId="912087602c74ab8a" providerId="LiveId" clId="{58B121E7-63A7-4330-86D4-8A88A1192A57}" dt="2025-07-05T04:50:23.400" v="20410"/>
          <ac:spMkLst>
            <pc:docMk/>
            <pc:sldMk cId="1097232204" sldId="488"/>
            <ac:spMk id="29" creationId="{8EAD707B-2C68-39A2-1945-2BC3957AD666}"/>
          </ac:spMkLst>
        </pc:spChg>
        <pc:spChg chg="mod">
          <ac:chgData name="Khaled taha" userId="912087602c74ab8a" providerId="LiveId" clId="{58B121E7-63A7-4330-86D4-8A88A1192A57}" dt="2025-07-05T04:50:23.400" v="20410"/>
          <ac:spMkLst>
            <pc:docMk/>
            <pc:sldMk cId="1097232204" sldId="488"/>
            <ac:spMk id="30" creationId="{66010CBD-2C8A-5436-69DC-348328F29E9D}"/>
          </ac:spMkLst>
        </pc:spChg>
        <pc:spChg chg="add del mod ord">
          <ac:chgData name="Khaled taha" userId="912087602c74ab8a" providerId="LiveId" clId="{58B121E7-63A7-4330-86D4-8A88A1192A57}" dt="2025-07-05T05:00:43.601" v="20503"/>
          <ac:spMkLst>
            <pc:docMk/>
            <pc:sldMk cId="1097232204" sldId="488"/>
            <ac:spMk id="31" creationId="{869A9D93-A73C-6BBC-0EF7-79B236E19F67}"/>
          </ac:spMkLst>
        </pc:spChg>
        <pc:spChg chg="add mod">
          <ac:chgData name="Khaled taha" userId="912087602c74ab8a" providerId="LiveId" clId="{58B121E7-63A7-4330-86D4-8A88A1192A57}" dt="2025-07-05T04:58:44.083" v="20470" actId="571"/>
          <ac:spMkLst>
            <pc:docMk/>
            <pc:sldMk cId="1097232204" sldId="488"/>
            <ac:spMk id="32" creationId="{DCB43BC5-9054-B056-0F45-79E60ACACC26}"/>
          </ac:spMkLst>
        </pc:spChg>
        <pc:spChg chg="add mod">
          <ac:chgData name="Khaled taha" userId="912087602c74ab8a" providerId="LiveId" clId="{58B121E7-63A7-4330-86D4-8A88A1192A57}" dt="2025-07-05T04:58:42.563" v="20469" actId="571"/>
          <ac:spMkLst>
            <pc:docMk/>
            <pc:sldMk cId="1097232204" sldId="488"/>
            <ac:spMk id="33" creationId="{4B14F2DA-950F-60D9-036D-6793CA0F07E9}"/>
          </ac:spMkLst>
        </pc:spChg>
        <pc:spChg chg="add mod">
          <ac:chgData name="Khaled taha" userId="912087602c74ab8a" providerId="LiveId" clId="{58B121E7-63A7-4330-86D4-8A88A1192A57}" dt="2025-07-05T04:58:41.952" v="20468" actId="571"/>
          <ac:spMkLst>
            <pc:docMk/>
            <pc:sldMk cId="1097232204" sldId="488"/>
            <ac:spMk id="34" creationId="{87737974-FC33-958E-536F-7D4232D90A54}"/>
          </ac:spMkLst>
        </pc:spChg>
        <pc:spChg chg="add del mod">
          <ac:chgData name="Khaled taha" userId="912087602c74ab8a" providerId="LiveId" clId="{58B121E7-63A7-4330-86D4-8A88A1192A57}" dt="2025-07-05T05:00:12.093" v="20482" actId="478"/>
          <ac:spMkLst>
            <pc:docMk/>
            <pc:sldMk cId="1097232204" sldId="488"/>
            <ac:spMk id="35" creationId="{F06E8DB4-560A-4830-CAEF-804D57AB2F55}"/>
          </ac:spMkLst>
        </pc:spChg>
        <pc:spChg chg="mod">
          <ac:chgData name="Khaled taha" userId="912087602c74ab8a" providerId="LiveId" clId="{58B121E7-63A7-4330-86D4-8A88A1192A57}" dt="2025-07-05T04:59:11.836" v="20475"/>
          <ac:spMkLst>
            <pc:docMk/>
            <pc:sldMk cId="1097232204" sldId="488"/>
            <ac:spMk id="36" creationId="{71916A78-099E-185F-0DC1-438869AD764A}"/>
          </ac:spMkLst>
        </pc:spChg>
        <pc:spChg chg="mod">
          <ac:chgData name="Khaled taha" userId="912087602c74ab8a" providerId="LiveId" clId="{58B121E7-63A7-4330-86D4-8A88A1192A57}" dt="2025-07-05T04:59:11.836" v="20475"/>
          <ac:spMkLst>
            <pc:docMk/>
            <pc:sldMk cId="1097232204" sldId="488"/>
            <ac:spMk id="37" creationId="{28D222E0-11D7-8924-2102-96AEBEC888CE}"/>
          </ac:spMkLst>
        </pc:spChg>
        <pc:spChg chg="mod">
          <ac:chgData name="Khaled taha" userId="912087602c74ab8a" providerId="LiveId" clId="{58B121E7-63A7-4330-86D4-8A88A1192A57}" dt="2025-07-05T04:59:11.836" v="20475"/>
          <ac:spMkLst>
            <pc:docMk/>
            <pc:sldMk cId="1097232204" sldId="488"/>
            <ac:spMk id="38" creationId="{52678D93-549F-2AA0-1AD4-B93137CE0E79}"/>
          </ac:spMkLst>
        </pc:spChg>
        <pc:spChg chg="mod">
          <ac:chgData name="Khaled taha" userId="912087602c74ab8a" providerId="LiveId" clId="{58B121E7-63A7-4330-86D4-8A88A1192A57}" dt="2025-07-05T04:59:11.836" v="20475"/>
          <ac:spMkLst>
            <pc:docMk/>
            <pc:sldMk cId="1097232204" sldId="488"/>
            <ac:spMk id="39" creationId="{13F46AD9-8895-90B7-F90B-24DE6C05C283}"/>
          </ac:spMkLst>
        </pc:spChg>
        <pc:spChg chg="mod">
          <ac:chgData name="Khaled taha" userId="912087602c74ab8a" providerId="LiveId" clId="{58B121E7-63A7-4330-86D4-8A88A1192A57}" dt="2025-07-05T04:59:11.836" v="20475"/>
          <ac:spMkLst>
            <pc:docMk/>
            <pc:sldMk cId="1097232204" sldId="488"/>
            <ac:spMk id="40" creationId="{0F67A42E-56AC-020D-26A1-0E5527D5EFC1}"/>
          </ac:spMkLst>
        </pc:spChg>
        <pc:spChg chg="add del mod">
          <ac:chgData name="Khaled taha" userId="912087602c74ab8a" providerId="LiveId" clId="{58B121E7-63A7-4330-86D4-8A88A1192A57}" dt="2025-07-05T04:59:28.553" v="20479"/>
          <ac:spMkLst>
            <pc:docMk/>
            <pc:sldMk cId="1097232204" sldId="488"/>
            <ac:spMk id="41" creationId="{8A2DBB63-5C5A-DFC3-CDE4-DAA2FE9CBF86}"/>
          </ac:spMkLst>
        </pc:spChg>
        <pc:spChg chg="mod">
          <ac:chgData name="Khaled taha" userId="912087602c74ab8a" providerId="LiveId" clId="{58B121E7-63A7-4330-86D4-8A88A1192A57}" dt="2025-07-05T04:59:27.687" v="20478"/>
          <ac:spMkLst>
            <pc:docMk/>
            <pc:sldMk cId="1097232204" sldId="488"/>
            <ac:spMk id="42" creationId="{003D27EE-30F7-E60E-9E72-C45FC59D6326}"/>
          </ac:spMkLst>
        </pc:spChg>
        <pc:spChg chg="mod">
          <ac:chgData name="Khaled taha" userId="912087602c74ab8a" providerId="LiveId" clId="{58B121E7-63A7-4330-86D4-8A88A1192A57}" dt="2025-07-05T04:59:27.687" v="20478"/>
          <ac:spMkLst>
            <pc:docMk/>
            <pc:sldMk cId="1097232204" sldId="488"/>
            <ac:spMk id="43" creationId="{CCDFF86F-0567-3D9B-FC7D-1EE2E7E37877}"/>
          </ac:spMkLst>
        </pc:spChg>
        <pc:spChg chg="mod">
          <ac:chgData name="Khaled taha" userId="912087602c74ab8a" providerId="LiveId" clId="{58B121E7-63A7-4330-86D4-8A88A1192A57}" dt="2025-07-05T04:59:27.687" v="20478"/>
          <ac:spMkLst>
            <pc:docMk/>
            <pc:sldMk cId="1097232204" sldId="488"/>
            <ac:spMk id="44" creationId="{0DC97850-766B-CB2C-2C8D-18B6A8D0F5AA}"/>
          </ac:spMkLst>
        </pc:spChg>
        <pc:spChg chg="add mod">
          <ac:chgData name="Khaled taha" userId="912087602c74ab8a" providerId="LiveId" clId="{58B121E7-63A7-4330-86D4-8A88A1192A57}" dt="2025-07-05T05:00:17.852" v="20487" actId="571"/>
          <ac:spMkLst>
            <pc:docMk/>
            <pc:sldMk cId="1097232204" sldId="488"/>
            <ac:spMk id="45" creationId="{701BAF3A-893F-8268-3BCC-781EACDF16E0}"/>
          </ac:spMkLst>
        </pc:spChg>
        <pc:spChg chg="add mod">
          <ac:chgData name="Khaled taha" userId="912087602c74ab8a" providerId="LiveId" clId="{58B121E7-63A7-4330-86D4-8A88A1192A57}" dt="2025-07-05T05:00:17.058" v="20486" actId="571"/>
          <ac:spMkLst>
            <pc:docMk/>
            <pc:sldMk cId="1097232204" sldId="488"/>
            <ac:spMk id="46" creationId="{528F7989-12E7-DFA0-90D6-DFA6150407F8}"/>
          </ac:spMkLst>
        </pc:spChg>
        <pc:spChg chg="add mod">
          <ac:chgData name="Khaled taha" userId="912087602c74ab8a" providerId="LiveId" clId="{58B121E7-63A7-4330-86D4-8A88A1192A57}" dt="2025-07-05T05:00:27.526" v="20497" actId="571"/>
          <ac:spMkLst>
            <pc:docMk/>
            <pc:sldMk cId="1097232204" sldId="488"/>
            <ac:spMk id="47" creationId="{0DC8232A-058F-426E-AD87-26D0FEF036A2}"/>
          </ac:spMkLst>
        </pc:spChg>
        <pc:spChg chg="add del mod">
          <ac:chgData name="Khaled taha" userId="912087602c74ab8a" providerId="LiveId" clId="{58B121E7-63A7-4330-86D4-8A88A1192A57}" dt="2025-07-05T05:00:43.601" v="20503"/>
          <ac:spMkLst>
            <pc:docMk/>
            <pc:sldMk cId="1097232204" sldId="488"/>
            <ac:spMk id="48" creationId="{00E82DE4-17E2-7F75-FB41-F655EBD576F0}"/>
          </ac:spMkLst>
        </pc:spChg>
        <pc:spChg chg="del mod">
          <ac:chgData name="Khaled taha" userId="912087602c74ab8a" providerId="LiveId" clId="{58B121E7-63A7-4330-86D4-8A88A1192A57}" dt="2025-07-05T05:00:48.179" v="20504"/>
          <ac:spMkLst>
            <pc:docMk/>
            <pc:sldMk cId="1097232204" sldId="488"/>
            <ac:spMk id="49" creationId="{79B58E16-04AC-3801-E756-24625F3362DD}"/>
          </ac:spMkLst>
        </pc:spChg>
        <pc:spChg chg="del mod">
          <ac:chgData name="Khaled taha" userId="912087602c74ab8a" providerId="LiveId" clId="{58B121E7-63A7-4330-86D4-8A88A1192A57}" dt="2025-07-05T05:00:50.751" v="20505" actId="478"/>
          <ac:spMkLst>
            <pc:docMk/>
            <pc:sldMk cId="1097232204" sldId="488"/>
            <ac:spMk id="50" creationId="{CC266831-D269-BC23-C44A-8C32B38A12DD}"/>
          </ac:spMkLst>
        </pc:spChg>
        <pc:spChg chg="del mod">
          <ac:chgData name="Khaled taha" userId="912087602c74ab8a" providerId="LiveId" clId="{58B121E7-63A7-4330-86D4-8A88A1192A57}" dt="2025-07-05T05:02:42.428" v="20525"/>
          <ac:spMkLst>
            <pc:docMk/>
            <pc:sldMk cId="1097232204" sldId="488"/>
            <ac:spMk id="51" creationId="{46BA9EDF-1DDB-1152-B282-0D08DEE7AE40}"/>
          </ac:spMkLst>
        </pc:spChg>
        <pc:spChg chg="del mod">
          <ac:chgData name="Khaled taha" userId="912087602c74ab8a" providerId="LiveId" clId="{58B121E7-63A7-4330-86D4-8A88A1192A57}" dt="2025-07-05T05:00:50.751" v="20505" actId="478"/>
          <ac:spMkLst>
            <pc:docMk/>
            <pc:sldMk cId="1097232204" sldId="488"/>
            <ac:spMk id="52" creationId="{BEE993FA-BC7A-CEC0-FE42-BC2871D8B865}"/>
          </ac:spMkLst>
        </pc:spChg>
        <pc:spChg chg="add del mod">
          <ac:chgData name="Khaled taha" userId="912087602c74ab8a" providerId="LiveId" clId="{58B121E7-63A7-4330-86D4-8A88A1192A57}" dt="2025-07-05T05:02:42.428" v="20525"/>
          <ac:spMkLst>
            <pc:docMk/>
            <pc:sldMk cId="1097232204" sldId="488"/>
            <ac:spMk id="53" creationId="{72FDF581-417F-8A4F-611C-443CFFF6D2FB}"/>
          </ac:spMkLst>
        </pc:spChg>
        <pc:spChg chg="add del mod">
          <ac:chgData name="Khaled taha" userId="912087602c74ab8a" providerId="LiveId" clId="{58B121E7-63A7-4330-86D4-8A88A1192A57}" dt="2025-07-05T05:02:04.191" v="20515" actId="21"/>
          <ac:spMkLst>
            <pc:docMk/>
            <pc:sldMk cId="1097232204" sldId="488"/>
            <ac:spMk id="54" creationId="{47A7A44E-5930-8AE7-C99A-BDD8DFDE7D0B}"/>
          </ac:spMkLst>
        </pc:spChg>
        <pc:spChg chg="add del mod">
          <ac:chgData name="Khaled taha" userId="912087602c74ab8a" providerId="LiveId" clId="{58B121E7-63A7-4330-86D4-8A88A1192A57}" dt="2025-07-05T05:02:14.544" v="20519" actId="21"/>
          <ac:spMkLst>
            <pc:docMk/>
            <pc:sldMk cId="1097232204" sldId="488"/>
            <ac:spMk id="55" creationId="{47A7A44E-5930-8AE7-C99A-BDD8DFDE7D0B}"/>
          </ac:spMkLst>
        </pc:spChg>
        <pc:spChg chg="add del mod">
          <ac:chgData name="Khaled taha" userId="912087602c74ab8a" providerId="LiveId" clId="{58B121E7-63A7-4330-86D4-8A88A1192A57}" dt="2025-07-05T05:02:42.428" v="20525"/>
          <ac:spMkLst>
            <pc:docMk/>
            <pc:sldMk cId="1097232204" sldId="488"/>
            <ac:spMk id="56" creationId="{47A7A44E-5930-8AE7-C99A-BDD8DFDE7D0B}"/>
          </ac:spMkLst>
        </pc:spChg>
        <pc:spChg chg="add del mod">
          <ac:chgData name="Khaled taha" userId="912087602c74ab8a" providerId="LiveId" clId="{58B121E7-63A7-4330-86D4-8A88A1192A57}" dt="2025-07-05T05:22:19.995" v="21908"/>
          <ac:spMkLst>
            <pc:docMk/>
            <pc:sldMk cId="1097232204" sldId="488"/>
            <ac:spMk id="57" creationId="{662BEB7E-6D0C-CA83-1A7B-A857E13DC43E}"/>
          </ac:spMkLst>
        </pc:spChg>
        <pc:spChg chg="add del">
          <ac:chgData name="Khaled taha" userId="912087602c74ab8a" providerId="LiveId" clId="{58B121E7-63A7-4330-86D4-8A88A1192A57}" dt="2025-07-05T05:22:20.427" v="21909" actId="11529"/>
          <ac:spMkLst>
            <pc:docMk/>
            <pc:sldMk cId="1097232204" sldId="488"/>
            <ac:spMk id="58" creationId="{88E42577-780F-E4C8-70C4-D5EB666F0188}"/>
          </ac:spMkLst>
        </pc:spChg>
        <pc:spChg chg="mod">
          <ac:chgData name="Khaled taha" userId="912087602c74ab8a" providerId="LiveId" clId="{58B121E7-63A7-4330-86D4-8A88A1192A57}" dt="2025-07-05T05:21:35.849" v="21899"/>
          <ac:spMkLst>
            <pc:docMk/>
            <pc:sldMk cId="1097232204" sldId="488"/>
            <ac:spMk id="59" creationId="{ABC3DFDE-BA96-17F3-C376-49B7893D928E}"/>
          </ac:spMkLst>
        </pc:spChg>
        <pc:spChg chg="add del mod">
          <ac:chgData name="Khaled taha" userId="912087602c74ab8a" providerId="LiveId" clId="{58B121E7-63A7-4330-86D4-8A88A1192A57}" dt="2025-07-05T05:22:19.995" v="21908"/>
          <ac:spMkLst>
            <pc:docMk/>
            <pc:sldMk cId="1097232204" sldId="488"/>
            <ac:spMk id="60" creationId="{BC2360C7-2E4D-5861-86D9-0F9C691F6EA6}"/>
          </ac:spMkLst>
        </pc:spChg>
        <pc:spChg chg="add del mod">
          <ac:chgData name="Khaled taha" userId="912087602c74ab8a" providerId="LiveId" clId="{58B121E7-63A7-4330-86D4-8A88A1192A57}" dt="2025-07-05T05:22:19.995" v="21908"/>
          <ac:spMkLst>
            <pc:docMk/>
            <pc:sldMk cId="1097232204" sldId="488"/>
            <ac:spMk id="61" creationId="{3AEF82BD-FEB5-21AB-2984-A2480E77709C}"/>
          </ac:spMkLst>
        </pc:spChg>
        <pc:spChg chg="add del mod">
          <ac:chgData name="Khaled taha" userId="912087602c74ab8a" providerId="LiveId" clId="{58B121E7-63A7-4330-86D4-8A88A1192A57}" dt="2025-07-05T05:22:19.995" v="21908"/>
          <ac:spMkLst>
            <pc:docMk/>
            <pc:sldMk cId="1097232204" sldId="488"/>
            <ac:spMk id="62" creationId="{293903EE-A7CE-BB19-AE04-ED5A6A158307}"/>
          </ac:spMkLst>
        </pc:spChg>
        <pc:spChg chg="mod">
          <ac:chgData name="Khaled taha" userId="912087602c74ab8a" providerId="LiveId" clId="{58B121E7-63A7-4330-86D4-8A88A1192A57}" dt="2025-07-05T05:22:19.995" v="21908"/>
          <ac:spMkLst>
            <pc:docMk/>
            <pc:sldMk cId="1097232204" sldId="488"/>
            <ac:spMk id="63" creationId="{FD2B0C88-4D36-BF9F-137F-B430E5BC55EC}"/>
          </ac:spMkLst>
        </pc:spChg>
        <pc:spChg chg="add del mod">
          <ac:chgData name="Khaled taha" userId="912087602c74ab8a" providerId="LiveId" clId="{58B121E7-63A7-4330-86D4-8A88A1192A57}" dt="2025-07-05T05:22:19.995" v="21908"/>
          <ac:spMkLst>
            <pc:docMk/>
            <pc:sldMk cId="1097232204" sldId="488"/>
            <ac:spMk id="64" creationId="{8DA7A14A-5659-A0F0-7DC5-5FFA323E76C7}"/>
          </ac:spMkLst>
        </pc:spChg>
      </pc:sldChg>
      <pc:sldChg chg="add del">
        <pc:chgData name="Khaled taha" userId="912087602c74ab8a" providerId="LiveId" clId="{58B121E7-63A7-4330-86D4-8A88A1192A57}" dt="2025-07-05T05:13:21.588" v="21803"/>
        <pc:sldMkLst>
          <pc:docMk/>
          <pc:sldMk cId="325417658" sldId="489"/>
        </pc:sldMkLst>
      </pc:sldChg>
      <pc:sldChg chg="addSp delSp modSp add mod modTransition">
        <pc:chgData name="Khaled taha" userId="912087602c74ab8a" providerId="LiveId" clId="{58B121E7-63A7-4330-86D4-8A88A1192A57}" dt="2025-07-05T23:19:04.854" v="27420" actId="21"/>
        <pc:sldMkLst>
          <pc:docMk/>
          <pc:sldMk cId="1072954294" sldId="489"/>
        </pc:sldMkLst>
        <pc:spChg chg="del">
          <ac:chgData name="Khaled taha" userId="912087602c74ab8a" providerId="LiveId" clId="{58B121E7-63A7-4330-86D4-8A88A1192A57}" dt="2025-07-05T16:15:46.247" v="25033" actId="478"/>
          <ac:spMkLst>
            <pc:docMk/>
            <pc:sldMk cId="1072954294" sldId="489"/>
            <ac:spMk id="2" creationId="{AE59B139-3A9D-D03E-0EB7-7781C2719794}"/>
          </ac:spMkLst>
        </pc:spChg>
        <pc:spChg chg="add mod">
          <ac:chgData name="Khaled taha" userId="912087602c74ab8a" providerId="LiveId" clId="{58B121E7-63A7-4330-86D4-8A88A1192A57}" dt="2025-07-05T05:29:13.196" v="22225" actId="1035"/>
          <ac:spMkLst>
            <pc:docMk/>
            <pc:sldMk cId="1072954294" sldId="489"/>
            <ac:spMk id="4" creationId="{86659E51-CF6A-0E39-FD13-DD5029001F32}"/>
          </ac:spMkLst>
        </pc:spChg>
        <pc:spChg chg="add mod">
          <ac:chgData name="Khaled taha" userId="912087602c74ab8a" providerId="LiveId" clId="{58B121E7-63A7-4330-86D4-8A88A1192A57}" dt="2025-07-05T16:15:46.447" v="25034"/>
          <ac:spMkLst>
            <pc:docMk/>
            <pc:sldMk cId="1072954294" sldId="489"/>
            <ac:spMk id="5" creationId="{2564BFFC-F56A-DA99-F3D0-F490C833FAB9}"/>
          </ac:spMkLst>
        </pc:spChg>
        <pc:spChg chg="add del mod">
          <ac:chgData name="Khaled taha" userId="912087602c74ab8a" providerId="LiveId" clId="{58B121E7-63A7-4330-86D4-8A88A1192A57}" dt="2025-07-05T18:10:49.057" v="25900" actId="478"/>
          <ac:spMkLst>
            <pc:docMk/>
            <pc:sldMk cId="1072954294" sldId="489"/>
            <ac:spMk id="17" creationId="{EBBF48B4-7163-473F-63DB-9FA21E2AF0DD}"/>
          </ac:spMkLst>
        </pc:spChg>
        <pc:spChg chg="add del mod">
          <ac:chgData name="Khaled taha" userId="912087602c74ab8a" providerId="LiveId" clId="{58B121E7-63A7-4330-86D4-8A88A1192A57}" dt="2025-07-05T18:15:33.828" v="25922" actId="11529"/>
          <ac:spMkLst>
            <pc:docMk/>
            <pc:sldMk cId="1072954294" sldId="489"/>
            <ac:spMk id="30" creationId="{1ACC4E3C-59AB-8627-1B96-2E010EEA5AA0}"/>
          </ac:spMkLst>
        </pc:spChg>
        <pc:spChg chg="add mod">
          <ac:chgData name="Khaled taha" userId="912087602c74ab8a" providerId="LiveId" clId="{58B121E7-63A7-4330-86D4-8A88A1192A57}" dt="2025-07-05T18:15:32.153" v="25919" actId="1076"/>
          <ac:spMkLst>
            <pc:docMk/>
            <pc:sldMk cId="1072954294" sldId="489"/>
            <ac:spMk id="31" creationId="{326B8F11-6415-C77D-1C5E-51DC5A16E906}"/>
          </ac:spMkLst>
        </pc:spChg>
        <pc:spChg chg="add del mod ord">
          <ac:chgData name="Khaled taha" userId="912087602c74ab8a" providerId="LiveId" clId="{58B121E7-63A7-4330-86D4-8A88A1192A57}" dt="2025-07-05T18:30:53.458" v="26099" actId="21"/>
          <ac:spMkLst>
            <pc:docMk/>
            <pc:sldMk cId="1072954294" sldId="489"/>
            <ac:spMk id="32" creationId="{A4357C47-BDE1-64A5-3F1E-34C480600368}"/>
          </ac:spMkLst>
        </pc:spChg>
        <pc:spChg chg="add mod">
          <ac:chgData name="Khaled taha" userId="912087602c74ab8a" providerId="LiveId" clId="{58B121E7-63A7-4330-86D4-8A88A1192A57}" dt="2025-07-05T18:27:44.457" v="26067"/>
          <ac:spMkLst>
            <pc:docMk/>
            <pc:sldMk cId="1072954294" sldId="489"/>
            <ac:spMk id="36" creationId="{4375F0DD-9D4B-E605-D748-C72F8BF5EAB8}"/>
          </ac:spMkLst>
        </pc:spChg>
        <pc:spChg chg="add del mod ord">
          <ac:chgData name="Khaled taha" userId="912087602c74ab8a" providerId="LiveId" clId="{58B121E7-63A7-4330-86D4-8A88A1192A57}" dt="2025-07-05T20:55:52.847" v="26275" actId="478"/>
          <ac:spMkLst>
            <pc:docMk/>
            <pc:sldMk cId="1072954294" sldId="489"/>
            <ac:spMk id="40" creationId="{B1D290BE-8343-4567-B266-E936B078972E}"/>
          </ac:spMkLst>
        </pc:spChg>
        <pc:spChg chg="add del mod ord">
          <ac:chgData name="Khaled taha" userId="912087602c74ab8a" providerId="LiveId" clId="{58B121E7-63A7-4330-86D4-8A88A1192A57}" dt="2025-07-05T21:18:02.987" v="26376" actId="478"/>
          <ac:spMkLst>
            <pc:docMk/>
            <pc:sldMk cId="1072954294" sldId="489"/>
            <ac:spMk id="43" creationId="{65E7B594-AF5F-E981-3200-9AC540378B48}"/>
          </ac:spMkLst>
        </pc:spChg>
        <pc:spChg chg="add mod">
          <ac:chgData name="Khaled taha" userId="912087602c74ab8a" providerId="LiveId" clId="{58B121E7-63A7-4330-86D4-8A88A1192A57}" dt="2025-07-05T21:15:47.213" v="26355"/>
          <ac:spMkLst>
            <pc:docMk/>
            <pc:sldMk cId="1072954294" sldId="489"/>
            <ac:spMk id="44" creationId="{73610DBA-5038-6573-1F71-4D9AB6272A84}"/>
          </ac:spMkLst>
        </pc:spChg>
        <pc:spChg chg="add del mod ord">
          <ac:chgData name="Khaled taha" userId="912087602c74ab8a" providerId="LiveId" clId="{58B121E7-63A7-4330-86D4-8A88A1192A57}" dt="2025-07-05T21:38:32.346" v="26578" actId="478"/>
          <ac:spMkLst>
            <pc:docMk/>
            <pc:sldMk cId="1072954294" sldId="489"/>
            <ac:spMk id="45" creationId="{C38E34CD-6021-91B1-B5DF-144D906B1AC5}"/>
          </ac:spMkLst>
        </pc:spChg>
        <pc:spChg chg="add del mod ord">
          <ac:chgData name="Khaled taha" userId="912087602c74ab8a" providerId="LiveId" clId="{58B121E7-63A7-4330-86D4-8A88A1192A57}" dt="2025-07-05T23:19:04.854" v="27420" actId="21"/>
          <ac:spMkLst>
            <pc:docMk/>
            <pc:sldMk cId="1072954294" sldId="489"/>
            <ac:spMk id="48" creationId="{A8719107-34AF-EC15-893E-BDCA6C3C1BF2}"/>
          </ac:spMkLst>
        </pc:spChg>
        <pc:spChg chg="add mod">
          <ac:chgData name="Khaled taha" userId="912087602c74ab8a" providerId="LiveId" clId="{58B121E7-63A7-4330-86D4-8A88A1192A57}" dt="2025-07-05T21:42:40.221" v="26636"/>
          <ac:spMkLst>
            <pc:docMk/>
            <pc:sldMk cId="1072954294" sldId="489"/>
            <ac:spMk id="49" creationId="{FC71B773-1984-D345-03DF-4E8619639D25}"/>
          </ac:spMkLst>
        </pc:spChg>
        <pc:spChg chg="del">
          <ac:chgData name="Khaled taha" userId="912087602c74ab8a" providerId="LiveId" clId="{58B121E7-63A7-4330-86D4-8A88A1192A57}" dt="2025-07-05T05:28:52.429" v="22222" actId="478"/>
          <ac:spMkLst>
            <pc:docMk/>
            <pc:sldMk cId="1072954294" sldId="489"/>
            <ac:spMk id="103" creationId="{46C95238-4586-D5A4-860F-77766EFD346E}"/>
          </ac:spMkLst>
        </pc:spChg>
        <pc:spChg chg="del">
          <ac:chgData name="Khaled taha" userId="912087602c74ab8a" providerId="LiveId" clId="{58B121E7-63A7-4330-86D4-8A88A1192A57}" dt="2025-07-05T05:28:52.429" v="22222" actId="478"/>
          <ac:spMkLst>
            <pc:docMk/>
            <pc:sldMk cId="1072954294" sldId="489"/>
            <ac:spMk id="104" creationId="{13DAE668-A0A8-0A9F-DC31-306AEC5CB6F8}"/>
          </ac:spMkLst>
        </pc:spChg>
        <pc:spChg chg="del">
          <ac:chgData name="Khaled taha" userId="912087602c74ab8a" providerId="LiveId" clId="{58B121E7-63A7-4330-86D4-8A88A1192A57}" dt="2025-07-05T05:28:52.429" v="22222" actId="478"/>
          <ac:spMkLst>
            <pc:docMk/>
            <pc:sldMk cId="1072954294" sldId="489"/>
            <ac:spMk id="105" creationId="{A6A91588-FE6F-D33D-54E1-B84678E805A1}"/>
          </ac:spMkLst>
        </pc:spChg>
        <pc:spChg chg="del">
          <ac:chgData name="Khaled taha" userId="912087602c74ab8a" providerId="LiveId" clId="{58B121E7-63A7-4330-86D4-8A88A1192A57}" dt="2025-07-05T05:28:52.429" v="22222" actId="478"/>
          <ac:spMkLst>
            <pc:docMk/>
            <pc:sldMk cId="1072954294" sldId="489"/>
            <ac:spMk id="106" creationId="{63E50FDB-E375-78DF-D21B-276BF86A0090}"/>
          </ac:spMkLst>
        </pc:spChg>
        <pc:spChg chg="del">
          <ac:chgData name="Khaled taha" userId="912087602c74ab8a" providerId="LiveId" clId="{58B121E7-63A7-4330-86D4-8A88A1192A57}" dt="2025-07-05T05:28:52.429" v="22222" actId="478"/>
          <ac:spMkLst>
            <pc:docMk/>
            <pc:sldMk cId="1072954294" sldId="489"/>
            <ac:spMk id="107" creationId="{4483F4C8-CBCB-112E-9576-27A9B765CFF5}"/>
          </ac:spMkLst>
        </pc:spChg>
        <pc:grpChg chg="mod">
          <ac:chgData name="Khaled taha" userId="912087602c74ab8a" providerId="LiveId" clId="{58B121E7-63A7-4330-86D4-8A88A1192A57}" dt="2025-07-05T05:16:31.891" v="21844" actId="1076"/>
          <ac:grpSpMkLst>
            <pc:docMk/>
            <pc:sldMk cId="1072954294" sldId="489"/>
            <ac:grpSpMk id="10" creationId="{D24C3AF1-8A76-035F-6499-C9CBA6C0CFE4}"/>
          </ac:grpSpMkLst>
        </pc:grpChg>
        <pc:graphicFrameChg chg="add del mod">
          <ac:chgData name="Khaled taha" userId="912087602c74ab8a" providerId="LiveId" clId="{58B121E7-63A7-4330-86D4-8A88A1192A57}" dt="2025-07-05T18:10:42.218" v="25897" actId="478"/>
          <ac:graphicFrameMkLst>
            <pc:docMk/>
            <pc:sldMk cId="1072954294" sldId="489"/>
            <ac:graphicFrameMk id="15" creationId="{343C0325-9FFA-E038-797D-5B1DA48DE523}"/>
          </ac:graphicFrameMkLst>
        </pc:graphicFrameChg>
        <pc:picChg chg="del">
          <ac:chgData name="Khaled taha" userId="912087602c74ab8a" providerId="LiveId" clId="{58B121E7-63A7-4330-86D4-8A88A1192A57}" dt="2025-07-05T16:15:46.247" v="25033" actId="478"/>
          <ac:picMkLst>
            <pc:docMk/>
            <pc:sldMk cId="1072954294" sldId="489"/>
            <ac:picMk id="3" creationId="{670692ED-77F6-82DB-9F2B-815241D5595D}"/>
          </ac:picMkLst>
        </pc:picChg>
        <pc:picChg chg="add mod">
          <ac:chgData name="Khaled taha" userId="912087602c74ab8a" providerId="LiveId" clId="{58B121E7-63A7-4330-86D4-8A88A1192A57}" dt="2025-07-05T16:15:46.447" v="25034"/>
          <ac:picMkLst>
            <pc:docMk/>
            <pc:sldMk cId="1072954294" sldId="489"/>
            <ac:picMk id="6" creationId="{EA948B14-1C28-8F25-6984-D534549A0EC7}"/>
          </ac:picMkLst>
        </pc:picChg>
        <pc:picChg chg="add del mod ord">
          <ac:chgData name="Khaled taha" userId="912087602c74ab8a" providerId="LiveId" clId="{58B121E7-63A7-4330-86D4-8A88A1192A57}" dt="2025-07-05T18:10:50.840" v="25901" actId="478"/>
          <ac:picMkLst>
            <pc:docMk/>
            <pc:sldMk cId="1072954294" sldId="489"/>
            <ac:picMk id="16" creationId="{6FD7D498-37EA-69C6-70BB-4F600DFFA7F2}"/>
          </ac:picMkLst>
        </pc:picChg>
        <pc:picChg chg="add mod">
          <ac:chgData name="Khaled taha" userId="912087602c74ab8a" providerId="LiveId" clId="{58B121E7-63A7-4330-86D4-8A88A1192A57}" dt="2025-07-05T18:15:35.572" v="25929" actId="931"/>
          <ac:picMkLst>
            <pc:docMk/>
            <pc:sldMk cId="1072954294" sldId="489"/>
            <ac:picMk id="19" creationId="{B03984CB-1E42-CD83-C77D-8DABF782FBB5}"/>
          </ac:picMkLst>
        </pc:picChg>
        <pc:picChg chg="add mod">
          <ac:chgData name="Khaled taha" userId="912087602c74ab8a" providerId="LiveId" clId="{58B121E7-63A7-4330-86D4-8A88A1192A57}" dt="2025-07-05T18:15:34.405" v="25925" actId="931"/>
          <ac:picMkLst>
            <pc:docMk/>
            <pc:sldMk cId="1072954294" sldId="489"/>
            <ac:picMk id="21" creationId="{04CC93B2-7CCC-8BE2-9729-7CE5077BC4E2}"/>
          </ac:picMkLst>
        </pc:picChg>
        <pc:picChg chg="add del mod ord">
          <ac:chgData name="Khaled taha" userId="912087602c74ab8a" providerId="LiveId" clId="{58B121E7-63A7-4330-86D4-8A88A1192A57}" dt="2025-07-05T21:20:38.258" v="26406" actId="21"/>
          <ac:picMkLst>
            <pc:docMk/>
            <pc:sldMk cId="1072954294" sldId="489"/>
            <ac:picMk id="33" creationId="{C1A6699B-60DE-2E95-BDC4-519EBD88F777}"/>
          </ac:picMkLst>
        </pc:picChg>
        <pc:picChg chg="add del mod ord">
          <ac:chgData name="Khaled taha" userId="912087602c74ab8a" providerId="LiveId" clId="{58B121E7-63A7-4330-86D4-8A88A1192A57}" dt="2025-07-05T20:56:25.834" v="26279" actId="478"/>
          <ac:picMkLst>
            <pc:docMk/>
            <pc:sldMk cId="1072954294" sldId="489"/>
            <ac:picMk id="34" creationId="{F9B346C5-B9B6-FA05-21F5-C97285F3DF1A}"/>
          </ac:picMkLst>
        </pc:picChg>
        <pc:picChg chg="add mod">
          <ac:chgData name="Khaled taha" userId="912087602c74ab8a" providerId="LiveId" clId="{58B121E7-63A7-4330-86D4-8A88A1192A57}" dt="2025-07-05T18:27:44.457" v="26067"/>
          <ac:picMkLst>
            <pc:docMk/>
            <pc:sldMk cId="1072954294" sldId="489"/>
            <ac:picMk id="35" creationId="{73532E04-57B0-509A-7D3F-91AEEFE83C65}"/>
          </ac:picMkLst>
        </pc:picChg>
        <pc:picChg chg="add del mod ord">
          <ac:chgData name="Khaled taha" userId="912087602c74ab8a" providerId="LiveId" clId="{58B121E7-63A7-4330-86D4-8A88A1192A57}" dt="2025-07-05T18:33:33.952" v="26124" actId="478"/>
          <ac:picMkLst>
            <pc:docMk/>
            <pc:sldMk cId="1072954294" sldId="489"/>
            <ac:picMk id="38" creationId="{8A47757E-7F62-5C5C-72E2-A5D50CFD3263}"/>
          </ac:picMkLst>
        </pc:picChg>
        <pc:picChg chg="add del mod ord">
          <ac:chgData name="Khaled taha" userId="912087602c74ab8a" providerId="LiveId" clId="{58B121E7-63A7-4330-86D4-8A88A1192A57}" dt="2025-07-05T20:56:21.768" v="26277" actId="478"/>
          <ac:picMkLst>
            <pc:docMk/>
            <pc:sldMk cId="1072954294" sldId="489"/>
            <ac:picMk id="39" creationId="{D98050B2-ECE2-7F63-F671-E525FD01EF5C}"/>
          </ac:picMkLst>
        </pc:picChg>
        <pc:picChg chg="add del mod ord">
          <ac:chgData name="Khaled taha" userId="912087602c74ab8a" providerId="LiveId" clId="{58B121E7-63A7-4330-86D4-8A88A1192A57}" dt="2025-07-05T21:38:34.304" v="26579" actId="478"/>
          <ac:picMkLst>
            <pc:docMk/>
            <pc:sldMk cId="1072954294" sldId="489"/>
            <ac:picMk id="42" creationId="{DDACC698-10BE-329B-3EA6-3B022FE20918}"/>
          </ac:picMkLst>
        </pc:picChg>
        <pc:picChg chg="add del mod">
          <ac:chgData name="Khaled taha" userId="912087602c74ab8a" providerId="LiveId" clId="{58B121E7-63A7-4330-86D4-8A88A1192A57}" dt="2025-07-05T21:19:27.716" v="26397" actId="478"/>
          <ac:picMkLst>
            <pc:docMk/>
            <pc:sldMk cId="1072954294" sldId="489"/>
            <ac:picMk id="46" creationId="{C2A31D68-9225-D84C-9DA5-A0D54404C609}"/>
          </ac:picMkLst>
        </pc:picChg>
        <pc:picChg chg="add del mod">
          <ac:chgData name="Khaled taha" userId="912087602c74ab8a" providerId="LiveId" clId="{58B121E7-63A7-4330-86D4-8A88A1192A57}" dt="2025-07-05T21:38:44.783" v="26584" actId="478"/>
          <ac:picMkLst>
            <pc:docMk/>
            <pc:sldMk cId="1072954294" sldId="489"/>
            <ac:picMk id="47" creationId="{C1A6699B-60DE-2E95-BDC4-519EBD88F777}"/>
          </ac:picMkLst>
        </pc:picChg>
        <pc:picChg chg="add mod">
          <ac:chgData name="Khaled taha" userId="912087602c74ab8a" providerId="LiveId" clId="{58B121E7-63A7-4330-86D4-8A88A1192A57}" dt="2025-07-05T21:42:40.221" v="26636"/>
          <ac:picMkLst>
            <pc:docMk/>
            <pc:sldMk cId="1072954294" sldId="489"/>
            <ac:picMk id="50" creationId="{0A9ED54C-E024-BE01-89FE-1673DCBD88B9}"/>
          </ac:picMkLst>
        </pc:picChg>
        <pc:picChg chg="add mod">
          <ac:chgData name="Khaled taha" userId="912087602c74ab8a" providerId="LiveId" clId="{58B121E7-63A7-4330-86D4-8A88A1192A57}" dt="2025-07-05T21:42:40.221" v="26636"/>
          <ac:picMkLst>
            <pc:docMk/>
            <pc:sldMk cId="1072954294" sldId="489"/>
            <ac:picMk id="51" creationId="{02C388BA-A1E0-0B19-D968-A0C96A380583}"/>
          </ac:picMkLst>
        </pc:picChg>
        <pc:picChg chg="add del mod ord">
          <ac:chgData name="Khaled taha" userId="912087602c74ab8a" providerId="LiveId" clId="{58B121E7-63A7-4330-86D4-8A88A1192A57}" dt="2025-07-05T23:18:20.675" v="27408" actId="167"/>
          <ac:picMkLst>
            <pc:docMk/>
            <pc:sldMk cId="1072954294" sldId="489"/>
            <ac:picMk id="52" creationId="{47AB727A-2777-A5FE-9FCE-D00DEAE39F4C}"/>
          </ac:picMkLst>
        </pc:picChg>
        <pc:picChg chg="add del mod ord">
          <ac:chgData name="Khaled taha" userId="912087602c74ab8a" providerId="LiveId" clId="{58B121E7-63A7-4330-86D4-8A88A1192A57}" dt="2025-07-05T23:11:28.804" v="27340" actId="1076"/>
          <ac:picMkLst>
            <pc:docMk/>
            <pc:sldMk cId="1072954294" sldId="489"/>
            <ac:picMk id="53" creationId="{90836C9F-79F9-3C95-7D74-C2283A07BBB9}"/>
          </ac:picMkLst>
        </pc:picChg>
        <pc:picChg chg="add del mod">
          <ac:chgData name="Khaled taha" userId="912087602c74ab8a" providerId="LiveId" clId="{58B121E7-63A7-4330-86D4-8A88A1192A57}" dt="2025-07-05T21:50:57.089" v="26701" actId="478"/>
          <ac:picMkLst>
            <pc:docMk/>
            <pc:sldMk cId="1072954294" sldId="489"/>
            <ac:picMk id="54" creationId="{AE883085-DFD5-9BCA-288D-B4815419A429}"/>
          </ac:picMkLst>
        </pc:picChg>
        <pc:picChg chg="add mod">
          <ac:chgData name="Khaled taha" userId="912087602c74ab8a" providerId="LiveId" clId="{58B121E7-63A7-4330-86D4-8A88A1192A57}" dt="2025-07-05T21:49:08.828" v="26695"/>
          <ac:picMkLst>
            <pc:docMk/>
            <pc:sldMk cId="1072954294" sldId="489"/>
            <ac:picMk id="55" creationId="{057A64A6-C59C-7B06-9850-EF6F41DA8263}"/>
          </ac:picMkLst>
        </pc:picChg>
        <pc:picChg chg="add mod">
          <ac:chgData name="Khaled taha" userId="912087602c74ab8a" providerId="LiveId" clId="{58B121E7-63A7-4330-86D4-8A88A1192A57}" dt="2025-07-05T21:51:43.977" v="26722"/>
          <ac:picMkLst>
            <pc:docMk/>
            <pc:sldMk cId="1072954294" sldId="489"/>
            <ac:picMk id="56" creationId="{1CB01577-AD11-BC63-30D6-969FAF75EEB0}"/>
          </ac:picMkLst>
        </pc:picChg>
        <pc:picChg chg="add mod">
          <ac:chgData name="Khaled taha" userId="912087602c74ab8a" providerId="LiveId" clId="{58B121E7-63A7-4330-86D4-8A88A1192A57}" dt="2025-07-05T21:51:43.977" v="26722"/>
          <ac:picMkLst>
            <pc:docMk/>
            <pc:sldMk cId="1072954294" sldId="489"/>
            <ac:picMk id="57" creationId="{4043F4A4-79EA-23F0-3BB7-96809DFE4ED0}"/>
          </ac:picMkLst>
        </pc:picChg>
        <pc:picChg chg="add del mod">
          <ac:chgData name="Khaled taha" userId="912087602c74ab8a" providerId="LiveId" clId="{58B121E7-63A7-4330-86D4-8A88A1192A57}" dt="2025-07-05T21:59:11.639" v="26766" actId="478"/>
          <ac:picMkLst>
            <pc:docMk/>
            <pc:sldMk cId="1072954294" sldId="489"/>
            <ac:picMk id="58" creationId="{B022A5E1-B8CE-B684-95FF-B3D32FF4850B}"/>
          </ac:picMkLst>
        </pc:picChg>
        <pc:picChg chg="add del mod">
          <ac:chgData name="Khaled taha" userId="912087602c74ab8a" providerId="LiveId" clId="{58B121E7-63A7-4330-86D4-8A88A1192A57}" dt="2025-07-05T23:18:18.285" v="27407" actId="21"/>
          <ac:picMkLst>
            <pc:docMk/>
            <pc:sldMk cId="1072954294" sldId="489"/>
            <ac:picMk id="59" creationId="{79E3FA1F-FADC-B98A-223C-C824B477062E}"/>
          </ac:picMkLst>
        </pc:picChg>
        <pc:picChg chg="add mod">
          <ac:chgData name="Khaled taha" userId="912087602c74ab8a" providerId="LiveId" clId="{58B121E7-63A7-4330-86D4-8A88A1192A57}" dt="2025-07-05T23:18:22.137" v="27409"/>
          <ac:picMkLst>
            <pc:docMk/>
            <pc:sldMk cId="1072954294" sldId="489"/>
            <ac:picMk id="60" creationId="{79E3FA1F-FADC-B98A-223C-C824B477062E}"/>
          </ac:picMkLst>
        </pc:picChg>
        <pc:cxnChg chg="del">
          <ac:chgData name="Khaled taha" userId="912087602c74ab8a" providerId="LiveId" clId="{58B121E7-63A7-4330-86D4-8A88A1192A57}" dt="2025-07-05T16:15:46.247" v="25033" actId="478"/>
          <ac:cxnSpMkLst>
            <pc:docMk/>
            <pc:sldMk cId="1072954294" sldId="489"/>
            <ac:cxnSpMk id="7" creationId="{3EBC1D8A-CD46-E710-AD81-245CABBE5AF2}"/>
          </ac:cxnSpMkLst>
        </pc:cxnChg>
        <pc:cxnChg chg="add del mod">
          <ac:chgData name="Khaled taha" userId="912087602c74ab8a" providerId="LiveId" clId="{58B121E7-63A7-4330-86D4-8A88A1192A57}" dt="2025-07-05T16:22:30.703" v="25132" actId="478"/>
          <ac:cxnSpMkLst>
            <pc:docMk/>
            <pc:sldMk cId="1072954294" sldId="489"/>
            <ac:cxnSpMk id="8" creationId="{E2AA0FF9-0C55-BB6C-4118-E88CB8F4FE35}"/>
          </ac:cxnSpMkLst>
        </pc:cxnChg>
        <pc:cxnChg chg="add del mod">
          <ac:chgData name="Khaled taha" userId="912087602c74ab8a" providerId="LiveId" clId="{58B121E7-63A7-4330-86D4-8A88A1192A57}" dt="2025-07-05T16:23:52.644" v="25159" actId="478"/>
          <ac:cxnSpMkLst>
            <pc:docMk/>
            <pc:sldMk cId="1072954294" sldId="489"/>
            <ac:cxnSpMk id="9" creationId="{129EE42D-4568-AFA5-B40D-B9D4C59D8477}"/>
          </ac:cxnSpMkLst>
        </pc:cxnChg>
        <pc:cxnChg chg="add mod">
          <ac:chgData name="Khaled taha" userId="912087602c74ab8a" providerId="LiveId" clId="{58B121E7-63A7-4330-86D4-8A88A1192A57}" dt="2025-07-05T16:23:52.985" v="25160"/>
          <ac:cxnSpMkLst>
            <pc:docMk/>
            <pc:sldMk cId="1072954294" sldId="489"/>
            <ac:cxnSpMk id="14" creationId="{23D379F7-D19B-C1CE-FD44-218313FC118E}"/>
          </ac:cxnSpMkLst>
        </pc:cxnChg>
      </pc:sldChg>
      <pc:sldChg chg="add del">
        <pc:chgData name="Khaled taha" userId="912087602c74ab8a" providerId="LiveId" clId="{58B121E7-63A7-4330-86D4-8A88A1192A57}" dt="2025-07-05T05:15:34.906" v="21831" actId="47"/>
        <pc:sldMkLst>
          <pc:docMk/>
          <pc:sldMk cId="2423224657" sldId="489"/>
        </pc:sldMkLst>
      </pc:sldChg>
      <pc:sldChg chg="addSp delSp modSp add mod modTransition modAnim">
        <pc:chgData name="Khaled taha" userId="912087602c74ab8a" providerId="LiveId" clId="{58B121E7-63A7-4330-86D4-8A88A1192A57}" dt="2025-07-05T23:14:28.671" v="27362"/>
        <pc:sldMkLst>
          <pc:docMk/>
          <pc:sldMk cId="1244238109" sldId="490"/>
        </pc:sldMkLst>
        <pc:spChg chg="del">
          <ac:chgData name="Khaled taha" userId="912087602c74ab8a" providerId="LiveId" clId="{58B121E7-63A7-4330-86D4-8A88A1192A57}" dt="2025-07-05T16:15:50.823" v="25035" actId="478"/>
          <ac:spMkLst>
            <pc:docMk/>
            <pc:sldMk cId="1244238109" sldId="490"/>
            <ac:spMk id="2" creationId="{33CA6BDD-C3A4-1AC0-764E-DB3AA3F11A2A}"/>
          </ac:spMkLst>
        </pc:spChg>
        <pc:spChg chg="add mod">
          <ac:chgData name="Khaled taha" userId="912087602c74ab8a" providerId="LiveId" clId="{58B121E7-63A7-4330-86D4-8A88A1192A57}" dt="2025-07-05T05:23:15.262" v="21968" actId="1036"/>
          <ac:spMkLst>
            <pc:docMk/>
            <pc:sldMk cId="1244238109" sldId="490"/>
            <ac:spMk id="4" creationId="{C83C4AE5-7AF7-C2CC-897E-62C028BCDCAE}"/>
          </ac:spMkLst>
        </pc:spChg>
        <pc:spChg chg="add mod">
          <ac:chgData name="Khaled taha" userId="912087602c74ab8a" providerId="LiveId" clId="{58B121E7-63A7-4330-86D4-8A88A1192A57}" dt="2025-07-05T16:15:51.037" v="25036"/>
          <ac:spMkLst>
            <pc:docMk/>
            <pc:sldMk cId="1244238109" sldId="490"/>
            <ac:spMk id="5" creationId="{CD5901D5-6E6B-13B8-AB0A-050E50ADB2C4}"/>
          </ac:spMkLst>
        </pc:spChg>
        <pc:spChg chg="add del mod ord">
          <ac:chgData name="Khaled taha" userId="912087602c74ab8a" providerId="LiveId" clId="{58B121E7-63A7-4330-86D4-8A88A1192A57}" dt="2025-07-05T18:34:21.935" v="26137" actId="478"/>
          <ac:spMkLst>
            <pc:docMk/>
            <pc:sldMk cId="1244238109" sldId="490"/>
            <ac:spMk id="17" creationId="{9DD9273D-708E-E9D8-133D-085C9FD28C43}"/>
          </ac:spMkLst>
        </pc:spChg>
        <pc:spChg chg="add del mod ord">
          <ac:chgData name="Khaled taha" userId="912087602c74ab8a" providerId="LiveId" clId="{58B121E7-63A7-4330-86D4-8A88A1192A57}" dt="2025-07-05T20:55:49.691" v="26274" actId="478"/>
          <ac:spMkLst>
            <pc:docMk/>
            <pc:sldMk cId="1244238109" sldId="490"/>
            <ac:spMk id="21" creationId="{7D717168-637F-31AD-66CA-C288C908F478}"/>
          </ac:spMkLst>
        </pc:spChg>
        <pc:spChg chg="add mod">
          <ac:chgData name="Khaled taha" userId="912087602c74ab8a" providerId="LiveId" clId="{58B121E7-63A7-4330-86D4-8A88A1192A57}" dt="2025-07-05T21:22:26.343" v="26419"/>
          <ac:spMkLst>
            <pc:docMk/>
            <pc:sldMk cId="1244238109" sldId="490"/>
            <ac:spMk id="33" creationId="{0EF1BE2A-0B9E-90D4-3824-9828733D430E}"/>
          </ac:spMkLst>
        </pc:spChg>
        <pc:spChg chg="add del mod ord">
          <ac:chgData name="Khaled taha" userId="912087602c74ab8a" providerId="LiveId" clId="{58B121E7-63A7-4330-86D4-8A88A1192A57}" dt="2025-07-05T21:38:50.069" v="26589" actId="478"/>
          <ac:spMkLst>
            <pc:docMk/>
            <pc:sldMk cId="1244238109" sldId="490"/>
            <ac:spMk id="35" creationId="{BD410903-E807-AC08-EF08-4758CF60E2A1}"/>
          </ac:spMkLst>
        </pc:spChg>
        <pc:spChg chg="add del mod ord">
          <ac:chgData name="Khaled taha" userId="912087602c74ab8a" providerId="LiveId" clId="{58B121E7-63A7-4330-86D4-8A88A1192A57}" dt="2025-07-05T22:21:52.951" v="26956" actId="167"/>
          <ac:spMkLst>
            <pc:docMk/>
            <pc:sldMk cId="1244238109" sldId="490"/>
            <ac:spMk id="41" creationId="{A3673029-F0B4-35F4-D9BC-BE3EECB9C685}"/>
          </ac:spMkLst>
        </pc:spChg>
        <pc:spChg chg="add mod ord">
          <ac:chgData name="Khaled taha" userId="912087602c74ab8a" providerId="LiveId" clId="{58B121E7-63A7-4330-86D4-8A88A1192A57}" dt="2025-07-05T22:21:28.985" v="26942" actId="167"/>
          <ac:spMkLst>
            <pc:docMk/>
            <pc:sldMk cId="1244238109" sldId="490"/>
            <ac:spMk id="52" creationId="{4A887BAB-3240-5991-7071-B0D7DE0D9507}"/>
          </ac:spMkLst>
        </pc:spChg>
        <pc:spChg chg="del">
          <ac:chgData name="Khaled taha" userId="912087602c74ab8a" providerId="LiveId" clId="{58B121E7-63A7-4330-86D4-8A88A1192A57}" dt="2025-07-05T05:28:49.218" v="22221" actId="478"/>
          <ac:spMkLst>
            <pc:docMk/>
            <pc:sldMk cId="1244238109" sldId="490"/>
            <ac:spMk id="103" creationId="{7BE42BAB-E812-34AB-80BD-8B7622710E80}"/>
          </ac:spMkLst>
        </pc:spChg>
        <pc:spChg chg="del">
          <ac:chgData name="Khaled taha" userId="912087602c74ab8a" providerId="LiveId" clId="{58B121E7-63A7-4330-86D4-8A88A1192A57}" dt="2025-07-05T05:28:46.750" v="22220" actId="478"/>
          <ac:spMkLst>
            <pc:docMk/>
            <pc:sldMk cId="1244238109" sldId="490"/>
            <ac:spMk id="104" creationId="{FB7D8DB4-C437-14F9-62D9-5E3220EE9F34}"/>
          </ac:spMkLst>
        </pc:spChg>
        <pc:spChg chg="del">
          <ac:chgData name="Khaled taha" userId="912087602c74ab8a" providerId="LiveId" clId="{58B121E7-63A7-4330-86D4-8A88A1192A57}" dt="2025-07-05T05:28:46.750" v="22220" actId="478"/>
          <ac:spMkLst>
            <pc:docMk/>
            <pc:sldMk cId="1244238109" sldId="490"/>
            <ac:spMk id="105" creationId="{174E3813-A6FF-DC1C-7FE3-3442F979521A}"/>
          </ac:spMkLst>
        </pc:spChg>
        <pc:spChg chg="del">
          <ac:chgData name="Khaled taha" userId="912087602c74ab8a" providerId="LiveId" clId="{58B121E7-63A7-4330-86D4-8A88A1192A57}" dt="2025-07-05T05:28:46.750" v="22220" actId="478"/>
          <ac:spMkLst>
            <pc:docMk/>
            <pc:sldMk cId="1244238109" sldId="490"/>
            <ac:spMk id="106" creationId="{EBEC223F-7D32-819D-6961-3E3C7FF5E3DA}"/>
          </ac:spMkLst>
        </pc:spChg>
        <pc:spChg chg="del">
          <ac:chgData name="Khaled taha" userId="912087602c74ab8a" providerId="LiveId" clId="{58B121E7-63A7-4330-86D4-8A88A1192A57}" dt="2025-07-05T05:28:46.750" v="22220" actId="478"/>
          <ac:spMkLst>
            <pc:docMk/>
            <pc:sldMk cId="1244238109" sldId="490"/>
            <ac:spMk id="107" creationId="{5F9F5751-662B-DC8C-3DBF-884431363A0C}"/>
          </ac:spMkLst>
        </pc:spChg>
        <pc:grpChg chg="mod">
          <ac:chgData name="Khaled taha" userId="912087602c74ab8a" providerId="LiveId" clId="{58B121E7-63A7-4330-86D4-8A88A1192A57}" dt="2025-07-05T05:16:39.451" v="21845" actId="1076"/>
          <ac:grpSpMkLst>
            <pc:docMk/>
            <pc:sldMk cId="1244238109" sldId="490"/>
            <ac:grpSpMk id="12" creationId="{CCBB2C99-F11D-298E-BD26-FC64FAD404F8}"/>
          </ac:grpSpMkLst>
        </pc:grpChg>
        <pc:picChg chg="del">
          <ac:chgData name="Khaled taha" userId="912087602c74ab8a" providerId="LiveId" clId="{58B121E7-63A7-4330-86D4-8A88A1192A57}" dt="2025-07-05T16:15:50.823" v="25035" actId="478"/>
          <ac:picMkLst>
            <pc:docMk/>
            <pc:sldMk cId="1244238109" sldId="490"/>
            <ac:picMk id="3" creationId="{A9185288-14B1-5333-88E0-4EB4F8313FEC}"/>
          </ac:picMkLst>
        </pc:picChg>
        <pc:picChg chg="add mod">
          <ac:chgData name="Khaled taha" userId="912087602c74ab8a" providerId="LiveId" clId="{58B121E7-63A7-4330-86D4-8A88A1192A57}" dt="2025-07-05T16:15:51.037" v="25036"/>
          <ac:picMkLst>
            <pc:docMk/>
            <pc:sldMk cId="1244238109" sldId="490"/>
            <ac:picMk id="6" creationId="{01CC3A31-AECD-C546-0EAE-D00683DECD4C}"/>
          </ac:picMkLst>
        </pc:picChg>
        <pc:picChg chg="add del mod ord">
          <ac:chgData name="Khaled taha" userId="912087602c74ab8a" providerId="LiveId" clId="{58B121E7-63A7-4330-86D4-8A88A1192A57}" dt="2025-07-05T21:22:49.853" v="26423" actId="21"/>
          <ac:picMkLst>
            <pc:docMk/>
            <pc:sldMk cId="1244238109" sldId="490"/>
            <ac:picMk id="16" creationId="{DFE5887C-9EB0-69B2-618E-C2856D79A83D}"/>
          </ac:picMkLst>
        </pc:picChg>
        <pc:picChg chg="add del mod ord">
          <ac:chgData name="Khaled taha" userId="912087602c74ab8a" providerId="LiveId" clId="{58B121E7-63A7-4330-86D4-8A88A1192A57}" dt="2025-07-05T20:56:36.056" v="26283" actId="478"/>
          <ac:picMkLst>
            <pc:docMk/>
            <pc:sldMk cId="1244238109" sldId="490"/>
            <ac:picMk id="18" creationId="{679FEB70-1BB5-702D-003B-7B16B24C335D}"/>
          </ac:picMkLst>
        </pc:picChg>
        <pc:picChg chg="add del mod ord">
          <ac:chgData name="Khaled taha" userId="912087602c74ab8a" providerId="LiveId" clId="{58B121E7-63A7-4330-86D4-8A88A1192A57}" dt="2025-07-05T18:33:59.787" v="26130" actId="478"/>
          <ac:picMkLst>
            <pc:docMk/>
            <pc:sldMk cId="1244238109" sldId="490"/>
            <ac:picMk id="19" creationId="{673C736D-4A90-A7DA-DF2E-3B08D47CC3DB}"/>
          </ac:picMkLst>
        </pc:picChg>
        <pc:picChg chg="add del mod ord">
          <ac:chgData name="Khaled taha" userId="912087602c74ab8a" providerId="LiveId" clId="{58B121E7-63A7-4330-86D4-8A88A1192A57}" dt="2025-07-05T20:56:32.396" v="26281" actId="478"/>
          <ac:picMkLst>
            <pc:docMk/>
            <pc:sldMk cId="1244238109" sldId="490"/>
            <ac:picMk id="20" creationId="{0080DB8C-57F3-36B9-B727-5EF3F3EDD419}"/>
          </ac:picMkLst>
        </pc:picChg>
        <pc:picChg chg="add mod">
          <ac:chgData name="Khaled taha" userId="912087602c74ab8a" providerId="LiveId" clId="{58B121E7-63A7-4330-86D4-8A88A1192A57}" dt="2025-07-05T21:18:28.862" v="26381" actId="1076"/>
          <ac:picMkLst>
            <pc:docMk/>
            <pc:sldMk cId="1244238109" sldId="490"/>
            <ac:picMk id="30" creationId="{A21F7C3A-8E40-89A7-45F6-E90AE40D981B}"/>
          </ac:picMkLst>
        </pc:picChg>
        <pc:picChg chg="add mod">
          <ac:chgData name="Khaled taha" userId="912087602c74ab8a" providerId="LiveId" clId="{58B121E7-63A7-4330-86D4-8A88A1192A57}" dt="2025-07-05T21:22:26.343" v="26419"/>
          <ac:picMkLst>
            <pc:docMk/>
            <pc:sldMk cId="1244238109" sldId="490"/>
            <ac:picMk id="31" creationId="{2E18A1D2-93CA-7DDF-FC25-1B0B7C221DAE}"/>
          </ac:picMkLst>
        </pc:picChg>
        <pc:picChg chg="add mod">
          <ac:chgData name="Khaled taha" userId="912087602c74ab8a" providerId="LiveId" clId="{58B121E7-63A7-4330-86D4-8A88A1192A57}" dt="2025-07-05T21:22:26.343" v="26419"/>
          <ac:picMkLst>
            <pc:docMk/>
            <pc:sldMk cId="1244238109" sldId="490"/>
            <ac:picMk id="32" creationId="{807B02E7-830D-C6E8-253B-0A36540D5C7E}"/>
          </ac:picMkLst>
        </pc:picChg>
        <pc:picChg chg="add mod">
          <ac:chgData name="Khaled taha" userId="912087602c74ab8a" providerId="LiveId" clId="{58B121E7-63A7-4330-86D4-8A88A1192A57}" dt="2025-07-05T21:22:26.343" v="26419"/>
          <ac:picMkLst>
            <pc:docMk/>
            <pc:sldMk cId="1244238109" sldId="490"/>
            <ac:picMk id="34" creationId="{AA3C43A4-B5AB-51D3-90A6-EC3E27486A62}"/>
          </ac:picMkLst>
        </pc:picChg>
        <pc:picChg chg="add del mod ord">
          <ac:chgData name="Khaled taha" userId="912087602c74ab8a" providerId="LiveId" clId="{58B121E7-63A7-4330-86D4-8A88A1192A57}" dt="2025-07-05T21:32:02.136" v="26553" actId="478"/>
          <ac:picMkLst>
            <pc:docMk/>
            <pc:sldMk cId="1244238109" sldId="490"/>
            <ac:picMk id="37" creationId="{FF7A5826-A6EA-37E3-B27A-0E9699EA150B}"/>
          </ac:picMkLst>
        </pc:picChg>
        <pc:picChg chg="add del mod ord">
          <ac:chgData name="Khaled taha" userId="912087602c74ab8a" providerId="LiveId" clId="{58B121E7-63A7-4330-86D4-8A88A1192A57}" dt="2025-07-05T21:32:02.136" v="26553" actId="478"/>
          <ac:picMkLst>
            <pc:docMk/>
            <pc:sldMk cId="1244238109" sldId="490"/>
            <ac:picMk id="39" creationId="{7FB540F6-EFD6-DDCB-157A-49C269997BAC}"/>
          </ac:picMkLst>
        </pc:picChg>
        <pc:picChg chg="add mod">
          <ac:chgData name="Khaled taha" userId="912087602c74ab8a" providerId="LiveId" clId="{58B121E7-63A7-4330-86D4-8A88A1192A57}" dt="2025-07-05T21:24:07.439" v="26435"/>
          <ac:picMkLst>
            <pc:docMk/>
            <pc:sldMk cId="1244238109" sldId="490"/>
            <ac:picMk id="40" creationId="{DFE5887C-9EB0-69B2-618E-C2856D79A83D}"/>
          </ac:picMkLst>
        </pc:picChg>
        <pc:picChg chg="add mod">
          <ac:chgData name="Khaled taha" userId="912087602c74ab8a" providerId="LiveId" clId="{58B121E7-63A7-4330-86D4-8A88A1192A57}" dt="2025-07-05T21:46:21.087" v="26686"/>
          <ac:picMkLst>
            <pc:docMk/>
            <pc:sldMk cId="1244238109" sldId="490"/>
            <ac:picMk id="42" creationId="{1C65BCD4-1202-1D97-EC1C-4A3E8EBE92D8}"/>
          </ac:picMkLst>
        </pc:picChg>
        <pc:picChg chg="add mod">
          <ac:chgData name="Khaled taha" userId="912087602c74ab8a" providerId="LiveId" clId="{58B121E7-63A7-4330-86D4-8A88A1192A57}" dt="2025-07-05T21:47:02.568" v="26687"/>
          <ac:picMkLst>
            <pc:docMk/>
            <pc:sldMk cId="1244238109" sldId="490"/>
            <ac:picMk id="43" creationId="{F4436032-FEEB-61C1-D70B-574CDBF0D30F}"/>
          </ac:picMkLst>
        </pc:picChg>
        <pc:picChg chg="add mod">
          <ac:chgData name="Khaled taha" userId="912087602c74ab8a" providerId="LiveId" clId="{58B121E7-63A7-4330-86D4-8A88A1192A57}" dt="2025-07-05T21:47:02.568" v="26687"/>
          <ac:picMkLst>
            <pc:docMk/>
            <pc:sldMk cId="1244238109" sldId="490"/>
            <ac:picMk id="44" creationId="{8BD5ED48-DC8E-DE41-A5D9-671C4CAD594B}"/>
          </ac:picMkLst>
        </pc:picChg>
        <pc:picChg chg="add del mod ord">
          <ac:chgData name="Khaled taha" userId="912087602c74ab8a" providerId="LiveId" clId="{58B121E7-63A7-4330-86D4-8A88A1192A57}" dt="2025-07-05T23:05:03.897" v="27267" actId="167"/>
          <ac:picMkLst>
            <pc:docMk/>
            <pc:sldMk cId="1244238109" sldId="490"/>
            <ac:picMk id="45" creationId="{1E20BF7A-78AE-8107-D1DC-32E1B69F4893}"/>
          </ac:picMkLst>
        </pc:picChg>
        <pc:picChg chg="add del mod">
          <ac:chgData name="Khaled taha" userId="912087602c74ab8a" providerId="LiveId" clId="{58B121E7-63A7-4330-86D4-8A88A1192A57}" dt="2025-07-05T21:59:25.361" v="26768" actId="478"/>
          <ac:picMkLst>
            <pc:docMk/>
            <pc:sldMk cId="1244238109" sldId="490"/>
            <ac:picMk id="47" creationId="{5EBD46E7-BB0D-8F12-6DF7-1CDEFAAD65EE}"/>
          </ac:picMkLst>
        </pc:picChg>
        <pc:picChg chg="add mod">
          <ac:chgData name="Khaled taha" userId="912087602c74ab8a" providerId="LiveId" clId="{58B121E7-63A7-4330-86D4-8A88A1192A57}" dt="2025-07-05T21:57:13.957" v="26756"/>
          <ac:picMkLst>
            <pc:docMk/>
            <pc:sldMk cId="1244238109" sldId="490"/>
            <ac:picMk id="48" creationId="{4EDE8F53-EBE6-F4E3-704F-E3BC55E74D29}"/>
          </ac:picMkLst>
        </pc:picChg>
        <pc:picChg chg="add del mod">
          <ac:chgData name="Khaled taha" userId="912087602c74ab8a" providerId="LiveId" clId="{58B121E7-63A7-4330-86D4-8A88A1192A57}" dt="2025-07-05T22:17:22.836" v="26900" actId="478"/>
          <ac:picMkLst>
            <pc:docMk/>
            <pc:sldMk cId="1244238109" sldId="490"/>
            <ac:picMk id="49" creationId="{CC443CA0-47CC-53E6-F7DE-C37BE9A40F79}"/>
          </ac:picMkLst>
        </pc:picChg>
        <pc:picChg chg="add del mod ord">
          <ac:chgData name="Khaled taha" userId="912087602c74ab8a" providerId="LiveId" clId="{58B121E7-63A7-4330-86D4-8A88A1192A57}" dt="2025-07-05T23:12:22.676" v="27346" actId="1076"/>
          <ac:picMkLst>
            <pc:docMk/>
            <pc:sldMk cId="1244238109" sldId="490"/>
            <ac:picMk id="50" creationId="{00B1D0A4-0013-0CFE-5CF3-FC0359E21EED}"/>
          </ac:picMkLst>
        </pc:picChg>
        <pc:picChg chg="add del mod ord">
          <ac:chgData name="Khaled taha" userId="912087602c74ab8a" providerId="LiveId" clId="{58B121E7-63A7-4330-86D4-8A88A1192A57}" dt="2025-07-05T22:24:30.889" v="26972" actId="478"/>
          <ac:picMkLst>
            <pc:docMk/>
            <pc:sldMk cId="1244238109" sldId="490"/>
            <ac:picMk id="51" creationId="{485DF418-CA06-AF87-DC93-73E1B60BCBCA}"/>
          </ac:picMkLst>
        </pc:picChg>
        <pc:picChg chg="add del mod">
          <ac:chgData name="Khaled taha" userId="912087602c74ab8a" providerId="LiveId" clId="{58B121E7-63A7-4330-86D4-8A88A1192A57}" dt="2025-07-05T22:24:00.703" v="26970" actId="1076"/>
          <ac:picMkLst>
            <pc:docMk/>
            <pc:sldMk cId="1244238109" sldId="490"/>
            <ac:picMk id="53" creationId="{1D7B9B65-8868-C2B0-9147-90A4355BB292}"/>
          </ac:picMkLst>
        </pc:picChg>
        <pc:picChg chg="add mod">
          <ac:chgData name="Khaled taha" userId="912087602c74ab8a" providerId="LiveId" clId="{58B121E7-63A7-4330-86D4-8A88A1192A57}" dt="2025-07-05T23:14:28.671" v="27362"/>
          <ac:picMkLst>
            <pc:docMk/>
            <pc:sldMk cId="1244238109" sldId="490"/>
            <ac:picMk id="54" creationId="{EBEA471A-FB9D-9B6D-5FB8-E36CBB0B2261}"/>
          </ac:picMkLst>
        </pc:picChg>
        <pc:cxnChg chg="del">
          <ac:chgData name="Khaled taha" userId="912087602c74ab8a" providerId="LiveId" clId="{58B121E7-63A7-4330-86D4-8A88A1192A57}" dt="2025-07-05T16:15:50.823" v="25035" actId="478"/>
          <ac:cxnSpMkLst>
            <pc:docMk/>
            <pc:sldMk cId="1244238109" sldId="490"/>
            <ac:cxnSpMk id="7" creationId="{A6A8DD4B-5881-34FE-A9C2-29352FA4947C}"/>
          </ac:cxnSpMkLst>
        </pc:cxnChg>
        <pc:cxnChg chg="add del mod">
          <ac:chgData name="Khaled taha" userId="912087602c74ab8a" providerId="LiveId" clId="{58B121E7-63A7-4330-86D4-8A88A1192A57}" dt="2025-07-05T16:22:25.588" v="25130" actId="478"/>
          <ac:cxnSpMkLst>
            <pc:docMk/>
            <pc:sldMk cId="1244238109" sldId="490"/>
            <ac:cxnSpMk id="8" creationId="{37229401-3F10-2DDF-528F-0C76AE961AED}"/>
          </ac:cxnSpMkLst>
        </pc:cxnChg>
        <pc:cxnChg chg="add del mod">
          <ac:chgData name="Khaled taha" userId="912087602c74ab8a" providerId="LiveId" clId="{58B121E7-63A7-4330-86D4-8A88A1192A57}" dt="2025-07-05T16:23:56.132" v="25161" actId="478"/>
          <ac:cxnSpMkLst>
            <pc:docMk/>
            <pc:sldMk cId="1244238109" sldId="490"/>
            <ac:cxnSpMk id="9" creationId="{E4A54572-4A47-115A-15B4-55D1013775F9}"/>
          </ac:cxnSpMkLst>
        </pc:cxnChg>
        <pc:cxnChg chg="add del mod">
          <ac:chgData name="Khaled taha" userId="912087602c74ab8a" providerId="LiveId" clId="{58B121E7-63A7-4330-86D4-8A88A1192A57}" dt="2025-07-05T16:24:21.665" v="25167" actId="478"/>
          <ac:cxnSpMkLst>
            <pc:docMk/>
            <pc:sldMk cId="1244238109" sldId="490"/>
            <ac:cxnSpMk id="14" creationId="{37D4FC9D-7514-9F86-01C8-F7E061C3FE7C}"/>
          </ac:cxnSpMkLst>
        </pc:cxnChg>
        <pc:cxnChg chg="add mod">
          <ac:chgData name="Khaled taha" userId="912087602c74ab8a" providerId="LiveId" clId="{58B121E7-63A7-4330-86D4-8A88A1192A57}" dt="2025-07-05T16:24:21.907" v="25168"/>
          <ac:cxnSpMkLst>
            <pc:docMk/>
            <pc:sldMk cId="1244238109" sldId="490"/>
            <ac:cxnSpMk id="15" creationId="{C14A5454-A8B0-4480-6533-76C0A34244DC}"/>
          </ac:cxnSpMkLst>
        </pc:cxnChg>
      </pc:sldChg>
      <pc:sldChg chg="add del">
        <pc:chgData name="Khaled taha" userId="912087602c74ab8a" providerId="LiveId" clId="{58B121E7-63A7-4330-86D4-8A88A1192A57}" dt="2025-07-05T05:13:21.104" v="21802"/>
        <pc:sldMkLst>
          <pc:docMk/>
          <pc:sldMk cId="1258481093" sldId="490"/>
        </pc:sldMkLst>
      </pc:sldChg>
      <pc:sldChg chg="add del">
        <pc:chgData name="Khaled taha" userId="912087602c74ab8a" providerId="LiveId" clId="{58B121E7-63A7-4330-86D4-8A88A1192A57}" dt="2025-07-05T05:14:47.753" v="21828"/>
        <pc:sldMkLst>
          <pc:docMk/>
          <pc:sldMk cId="1703213556" sldId="490"/>
        </pc:sldMkLst>
      </pc:sldChg>
      <pc:sldChg chg="add del">
        <pc:chgData name="Khaled taha" userId="912087602c74ab8a" providerId="LiveId" clId="{58B121E7-63A7-4330-86D4-8A88A1192A57}" dt="2025-07-05T05:15:34.906" v="21831" actId="47"/>
        <pc:sldMkLst>
          <pc:docMk/>
          <pc:sldMk cId="1772015349" sldId="490"/>
        </pc:sldMkLst>
      </pc:sldChg>
      <pc:sldChg chg="addSp delSp modSp add del mod modTransition modAnim">
        <pc:chgData name="Khaled taha" userId="912087602c74ab8a" providerId="LiveId" clId="{58B121E7-63A7-4330-86D4-8A88A1192A57}" dt="2025-07-05T22:19:04.332" v="26914" actId="47"/>
        <pc:sldMkLst>
          <pc:docMk/>
          <pc:sldMk cId="145270545" sldId="491"/>
        </pc:sldMkLst>
        <pc:spChg chg="del">
          <ac:chgData name="Khaled taha" userId="912087602c74ab8a" providerId="LiveId" clId="{58B121E7-63A7-4330-86D4-8A88A1192A57}" dt="2025-07-05T16:15:56.062" v="25037" actId="478"/>
          <ac:spMkLst>
            <pc:docMk/>
            <pc:sldMk cId="145270545" sldId="491"/>
            <ac:spMk id="2" creationId="{64ADC597-8A8B-3736-6642-ADAB8EFFF179}"/>
          </ac:spMkLst>
        </pc:spChg>
        <pc:spChg chg="add mod">
          <ac:chgData name="Khaled taha" userId="912087602c74ab8a" providerId="LiveId" clId="{58B121E7-63A7-4330-86D4-8A88A1192A57}" dt="2025-07-05T05:29:42.428" v="22228" actId="1036"/>
          <ac:spMkLst>
            <pc:docMk/>
            <pc:sldMk cId="145270545" sldId="491"/>
            <ac:spMk id="4" creationId="{C5ECA4E3-2647-B75A-966C-35295CB73304}"/>
          </ac:spMkLst>
        </pc:spChg>
        <pc:spChg chg="add mod">
          <ac:chgData name="Khaled taha" userId="912087602c74ab8a" providerId="LiveId" clId="{58B121E7-63A7-4330-86D4-8A88A1192A57}" dt="2025-07-05T16:15:56.304" v="25038"/>
          <ac:spMkLst>
            <pc:docMk/>
            <pc:sldMk cId="145270545" sldId="491"/>
            <ac:spMk id="5" creationId="{6FF09A92-9D11-40EC-DA5F-C535ADAC14E1}"/>
          </ac:spMkLst>
        </pc:spChg>
        <pc:spChg chg="add del mod ord">
          <ac:chgData name="Khaled taha" userId="912087602c74ab8a" providerId="LiveId" clId="{58B121E7-63A7-4330-86D4-8A88A1192A57}" dt="2025-07-05T22:14:34.344" v="26887" actId="21"/>
          <ac:spMkLst>
            <pc:docMk/>
            <pc:sldMk cId="145270545" sldId="491"/>
            <ac:spMk id="17" creationId="{789B877B-4297-B817-0413-38E4B3327386}"/>
          </ac:spMkLst>
        </pc:spChg>
        <pc:spChg chg="del">
          <ac:chgData name="Khaled taha" userId="912087602c74ab8a" providerId="LiveId" clId="{58B121E7-63A7-4330-86D4-8A88A1192A57}" dt="2025-07-05T05:28:41.897" v="22219" actId="478"/>
          <ac:spMkLst>
            <pc:docMk/>
            <pc:sldMk cId="145270545" sldId="491"/>
            <ac:spMk id="103" creationId="{A4E4312D-3C6E-AAF4-F41C-05ED646145EB}"/>
          </ac:spMkLst>
        </pc:spChg>
        <pc:spChg chg="del">
          <ac:chgData name="Khaled taha" userId="912087602c74ab8a" providerId="LiveId" clId="{58B121E7-63A7-4330-86D4-8A88A1192A57}" dt="2025-07-05T05:28:41.897" v="22219" actId="478"/>
          <ac:spMkLst>
            <pc:docMk/>
            <pc:sldMk cId="145270545" sldId="491"/>
            <ac:spMk id="104" creationId="{90EC00E9-5C1A-B274-0DA1-3ADBDE6B7250}"/>
          </ac:spMkLst>
        </pc:spChg>
        <pc:spChg chg="del">
          <ac:chgData name="Khaled taha" userId="912087602c74ab8a" providerId="LiveId" clId="{58B121E7-63A7-4330-86D4-8A88A1192A57}" dt="2025-07-05T05:28:41.897" v="22219" actId="478"/>
          <ac:spMkLst>
            <pc:docMk/>
            <pc:sldMk cId="145270545" sldId="491"/>
            <ac:spMk id="105" creationId="{57D36A22-1C71-924E-9E2C-9567C31D5F55}"/>
          </ac:spMkLst>
        </pc:spChg>
        <pc:spChg chg="del">
          <ac:chgData name="Khaled taha" userId="912087602c74ab8a" providerId="LiveId" clId="{58B121E7-63A7-4330-86D4-8A88A1192A57}" dt="2025-07-05T05:28:41.897" v="22219" actId="478"/>
          <ac:spMkLst>
            <pc:docMk/>
            <pc:sldMk cId="145270545" sldId="491"/>
            <ac:spMk id="106" creationId="{1C95D7F4-6655-B4E7-D332-7568E0A2E822}"/>
          </ac:spMkLst>
        </pc:spChg>
        <pc:spChg chg="del">
          <ac:chgData name="Khaled taha" userId="912087602c74ab8a" providerId="LiveId" clId="{58B121E7-63A7-4330-86D4-8A88A1192A57}" dt="2025-07-05T05:28:41.897" v="22219" actId="478"/>
          <ac:spMkLst>
            <pc:docMk/>
            <pc:sldMk cId="145270545" sldId="491"/>
            <ac:spMk id="107" creationId="{0793BF02-F59B-B642-E8E3-45E2FAE09F79}"/>
          </ac:spMkLst>
        </pc:spChg>
        <pc:grpChg chg="mod">
          <ac:chgData name="Khaled taha" userId="912087602c74ab8a" providerId="LiveId" clId="{58B121E7-63A7-4330-86D4-8A88A1192A57}" dt="2025-07-05T05:16:48.908" v="21848" actId="1076"/>
          <ac:grpSpMkLst>
            <pc:docMk/>
            <pc:sldMk cId="145270545" sldId="491"/>
            <ac:grpSpMk id="11" creationId="{87036D4D-F674-9223-FE5A-28CCEE0610FA}"/>
          </ac:grpSpMkLst>
        </pc:grpChg>
        <pc:picChg chg="del">
          <ac:chgData name="Khaled taha" userId="912087602c74ab8a" providerId="LiveId" clId="{58B121E7-63A7-4330-86D4-8A88A1192A57}" dt="2025-07-05T16:15:56.062" v="25037" actId="478"/>
          <ac:picMkLst>
            <pc:docMk/>
            <pc:sldMk cId="145270545" sldId="491"/>
            <ac:picMk id="3" creationId="{2AF0AD49-3A5F-B95D-2118-5631409252F1}"/>
          </ac:picMkLst>
        </pc:picChg>
        <pc:picChg chg="add mod">
          <ac:chgData name="Khaled taha" userId="912087602c74ab8a" providerId="LiveId" clId="{58B121E7-63A7-4330-86D4-8A88A1192A57}" dt="2025-07-05T16:15:56.304" v="25038"/>
          <ac:picMkLst>
            <pc:docMk/>
            <pc:sldMk cId="145270545" sldId="491"/>
            <ac:picMk id="6" creationId="{6D618CEB-66CD-90FB-3038-A755A24221A7}"/>
          </ac:picMkLst>
        </pc:picChg>
        <pc:picChg chg="add del mod">
          <ac:chgData name="Khaled taha" userId="912087602c74ab8a" providerId="LiveId" clId="{58B121E7-63A7-4330-86D4-8A88A1192A57}" dt="2025-07-05T21:38:51.954" v="26590" actId="478"/>
          <ac:picMkLst>
            <pc:docMk/>
            <pc:sldMk cId="145270545" sldId="491"/>
            <ac:picMk id="16" creationId="{2D086DAE-8857-BF0F-A288-47F0C10C6157}"/>
          </ac:picMkLst>
        </pc:picChg>
        <pc:picChg chg="add del mod">
          <ac:chgData name="Khaled taha" userId="912087602c74ab8a" providerId="LiveId" clId="{58B121E7-63A7-4330-86D4-8A88A1192A57}" dt="2025-07-05T22:18:23.601" v="26911" actId="21"/>
          <ac:picMkLst>
            <pc:docMk/>
            <pc:sldMk cId="145270545" sldId="491"/>
            <ac:picMk id="18" creationId="{8B64F2E4-9B7B-FF2C-E96B-C18888DE55F2}"/>
          </ac:picMkLst>
        </pc:picChg>
        <pc:picChg chg="add del mod">
          <ac:chgData name="Khaled taha" userId="912087602c74ab8a" providerId="LiveId" clId="{58B121E7-63A7-4330-86D4-8A88A1192A57}" dt="2025-07-05T22:18:23.601" v="26911" actId="21"/>
          <ac:picMkLst>
            <pc:docMk/>
            <pc:sldMk cId="145270545" sldId="491"/>
            <ac:picMk id="19" creationId="{171AFF03-DB68-7F9A-5E93-2E9045CA51C2}"/>
          </ac:picMkLst>
        </pc:picChg>
        <pc:picChg chg="add del mod">
          <ac:chgData name="Khaled taha" userId="912087602c74ab8a" providerId="LiveId" clId="{58B121E7-63A7-4330-86D4-8A88A1192A57}" dt="2025-07-05T22:14:26.182" v="26883" actId="21"/>
          <ac:picMkLst>
            <pc:docMk/>
            <pc:sldMk cId="145270545" sldId="491"/>
            <ac:picMk id="20" creationId="{434D966C-6A63-C14B-13B1-89363BB616E6}"/>
          </ac:picMkLst>
        </pc:picChg>
        <pc:picChg chg="add del mod">
          <ac:chgData name="Khaled taha" userId="912087602c74ab8a" providerId="LiveId" clId="{58B121E7-63A7-4330-86D4-8A88A1192A57}" dt="2025-07-05T22:15:07.498" v="26889" actId="478"/>
          <ac:picMkLst>
            <pc:docMk/>
            <pc:sldMk cId="145270545" sldId="491"/>
            <ac:picMk id="21" creationId="{434D966C-6A63-C14B-13B1-89363BB616E6}"/>
          </ac:picMkLst>
        </pc:picChg>
        <pc:picChg chg="add del mod">
          <ac:chgData name="Khaled taha" userId="912087602c74ab8a" providerId="LiveId" clId="{58B121E7-63A7-4330-86D4-8A88A1192A57}" dt="2025-07-05T22:18:23.601" v="26911" actId="21"/>
          <ac:picMkLst>
            <pc:docMk/>
            <pc:sldMk cId="145270545" sldId="491"/>
            <ac:picMk id="30" creationId="{ABB60131-041D-D8C3-B798-A2F217A34E53}"/>
          </ac:picMkLst>
        </pc:picChg>
        <pc:cxnChg chg="del">
          <ac:chgData name="Khaled taha" userId="912087602c74ab8a" providerId="LiveId" clId="{58B121E7-63A7-4330-86D4-8A88A1192A57}" dt="2025-07-05T16:15:56.062" v="25037" actId="478"/>
          <ac:cxnSpMkLst>
            <pc:docMk/>
            <pc:sldMk cId="145270545" sldId="491"/>
            <ac:cxnSpMk id="7" creationId="{26E6888C-CB60-B55A-76C0-527B3A643F1D}"/>
          </ac:cxnSpMkLst>
        </pc:cxnChg>
        <pc:cxnChg chg="add del mod">
          <ac:chgData name="Khaled taha" userId="912087602c74ab8a" providerId="LiveId" clId="{58B121E7-63A7-4330-86D4-8A88A1192A57}" dt="2025-07-05T16:22:14.731" v="25121" actId="478"/>
          <ac:cxnSpMkLst>
            <pc:docMk/>
            <pc:sldMk cId="145270545" sldId="491"/>
            <ac:cxnSpMk id="8" creationId="{6F8AF5E2-2FC9-F107-2F95-F707C7511AFB}"/>
          </ac:cxnSpMkLst>
        </pc:cxnChg>
        <pc:cxnChg chg="add mod">
          <ac:chgData name="Khaled taha" userId="912087602c74ab8a" providerId="LiveId" clId="{58B121E7-63A7-4330-86D4-8A88A1192A57}" dt="2025-07-05T16:22:18.832" v="25128" actId="1035"/>
          <ac:cxnSpMkLst>
            <pc:docMk/>
            <pc:sldMk cId="145270545" sldId="491"/>
            <ac:cxnSpMk id="9" creationId="{50A706FA-250C-2AFF-4792-4EBA3600116B}"/>
          </ac:cxnSpMkLst>
        </pc:cxnChg>
        <pc:cxnChg chg="add del mod">
          <ac:chgData name="Khaled taha" userId="912087602c74ab8a" providerId="LiveId" clId="{58B121E7-63A7-4330-86D4-8A88A1192A57}" dt="2025-07-05T16:23:59.903" v="25163" actId="478"/>
          <ac:cxnSpMkLst>
            <pc:docMk/>
            <pc:sldMk cId="145270545" sldId="491"/>
            <ac:cxnSpMk id="14" creationId="{81721B0C-DDA3-2BB6-ABC3-69AE4BBFEE17}"/>
          </ac:cxnSpMkLst>
        </pc:cxnChg>
        <pc:cxnChg chg="add mod">
          <ac:chgData name="Khaled taha" userId="912087602c74ab8a" providerId="LiveId" clId="{58B121E7-63A7-4330-86D4-8A88A1192A57}" dt="2025-07-05T16:24:00.281" v="25164"/>
          <ac:cxnSpMkLst>
            <pc:docMk/>
            <pc:sldMk cId="145270545" sldId="491"/>
            <ac:cxnSpMk id="15" creationId="{AA5A0DA8-0BD3-9434-CF53-20F0E69DA48A}"/>
          </ac:cxnSpMkLst>
        </pc:cxnChg>
      </pc:sldChg>
      <pc:sldChg chg="add del">
        <pc:chgData name="Khaled taha" userId="912087602c74ab8a" providerId="LiveId" clId="{58B121E7-63A7-4330-86D4-8A88A1192A57}" dt="2025-07-05T05:15:34.906" v="21831" actId="47"/>
        <pc:sldMkLst>
          <pc:docMk/>
          <pc:sldMk cId="2508967860" sldId="491"/>
        </pc:sldMkLst>
      </pc:sldChg>
      <pc:sldChg chg="addSp delSp modSp add del mod">
        <pc:chgData name="Khaled taha" userId="912087602c74ab8a" providerId="LiveId" clId="{58B121E7-63A7-4330-86D4-8A88A1192A57}" dt="2025-07-05T05:14:47.086" v="21827"/>
        <pc:sldMkLst>
          <pc:docMk/>
          <pc:sldMk cId="2899685574" sldId="491"/>
        </pc:sldMkLst>
        <pc:spChg chg="mod topLvl">
          <ac:chgData name="Khaled taha" userId="912087602c74ab8a" providerId="LiveId" clId="{58B121E7-63A7-4330-86D4-8A88A1192A57}" dt="2025-07-05T05:14:35.444" v="21822" actId="165"/>
          <ac:spMkLst>
            <pc:docMk/>
            <pc:sldMk cId="2899685574" sldId="491"/>
            <ac:spMk id="22" creationId="{0019A8DB-242F-E39E-A207-AE9365A42CBB}"/>
          </ac:spMkLst>
        </pc:spChg>
        <pc:spChg chg="mod topLvl">
          <ac:chgData name="Khaled taha" userId="912087602c74ab8a" providerId="LiveId" clId="{58B121E7-63A7-4330-86D4-8A88A1192A57}" dt="2025-07-05T05:14:46.671" v="21826" actId="20577"/>
          <ac:spMkLst>
            <pc:docMk/>
            <pc:sldMk cId="2899685574" sldId="491"/>
            <ac:spMk id="23" creationId="{9354A7F9-DDB3-8438-538A-CF3F61EBA744}"/>
          </ac:spMkLst>
        </pc:spChg>
        <pc:spChg chg="mod topLvl">
          <ac:chgData name="Khaled taha" userId="912087602c74ab8a" providerId="LiveId" clId="{58B121E7-63A7-4330-86D4-8A88A1192A57}" dt="2025-07-05T05:14:35.444" v="21822" actId="165"/>
          <ac:spMkLst>
            <pc:docMk/>
            <pc:sldMk cId="2899685574" sldId="491"/>
            <ac:spMk id="24" creationId="{0131461D-1AB5-0379-A73E-162522CAFD1E}"/>
          </ac:spMkLst>
        </pc:spChg>
        <pc:spChg chg="mod topLvl">
          <ac:chgData name="Khaled taha" userId="912087602c74ab8a" providerId="LiveId" clId="{58B121E7-63A7-4330-86D4-8A88A1192A57}" dt="2025-07-05T05:14:46.377" v="21825" actId="20577"/>
          <ac:spMkLst>
            <pc:docMk/>
            <pc:sldMk cId="2899685574" sldId="491"/>
            <ac:spMk id="25" creationId="{D898F358-BEF0-94CF-A071-A9974CF0E8F5}"/>
          </ac:spMkLst>
        </pc:spChg>
        <pc:spChg chg="mod topLvl">
          <ac:chgData name="Khaled taha" userId="912087602c74ab8a" providerId="LiveId" clId="{58B121E7-63A7-4330-86D4-8A88A1192A57}" dt="2025-07-05T05:14:35.444" v="21822" actId="165"/>
          <ac:spMkLst>
            <pc:docMk/>
            <pc:sldMk cId="2899685574" sldId="491"/>
            <ac:spMk id="26" creationId="{19629477-3B52-2F4D-0BA7-8143BAFFFEF3}"/>
          </ac:spMkLst>
        </pc:spChg>
        <pc:spChg chg="mod topLvl">
          <ac:chgData name="Khaled taha" userId="912087602c74ab8a" providerId="LiveId" clId="{58B121E7-63A7-4330-86D4-8A88A1192A57}" dt="2025-07-05T05:14:46.037" v="21824" actId="20577"/>
          <ac:spMkLst>
            <pc:docMk/>
            <pc:sldMk cId="2899685574" sldId="491"/>
            <ac:spMk id="27" creationId="{5CE09962-3B7C-641E-FCF4-0745381441E8}"/>
          </ac:spMkLst>
        </pc:spChg>
        <pc:spChg chg="mod topLvl">
          <ac:chgData name="Khaled taha" userId="912087602c74ab8a" providerId="LiveId" clId="{58B121E7-63A7-4330-86D4-8A88A1192A57}" dt="2025-07-05T05:14:35.444" v="21822" actId="165"/>
          <ac:spMkLst>
            <pc:docMk/>
            <pc:sldMk cId="2899685574" sldId="491"/>
            <ac:spMk id="28" creationId="{C4A420CA-C9F1-52D1-E98C-93206A48FC9F}"/>
          </ac:spMkLst>
        </pc:spChg>
        <pc:spChg chg="mod topLvl">
          <ac:chgData name="Khaled taha" userId="912087602c74ab8a" providerId="LiveId" clId="{58B121E7-63A7-4330-86D4-8A88A1192A57}" dt="2025-07-05T05:14:45.563" v="21823" actId="20577"/>
          <ac:spMkLst>
            <pc:docMk/>
            <pc:sldMk cId="2899685574" sldId="491"/>
            <ac:spMk id="29" creationId="{B2B53166-4A78-7186-6C76-DAB06F28345D}"/>
          </ac:spMkLst>
        </pc:spChg>
        <pc:grpChg chg="add mod">
          <ac:chgData name="Khaled taha" userId="912087602c74ab8a" providerId="LiveId" clId="{58B121E7-63A7-4330-86D4-8A88A1192A57}" dt="2025-07-05T05:14:00.426" v="21820" actId="164"/>
          <ac:grpSpMkLst>
            <pc:docMk/>
            <pc:sldMk cId="2899685574" sldId="491"/>
            <ac:grpSpMk id="4" creationId="{5983AED5-D19B-15A3-B2FF-E96E4FC0A322}"/>
          </ac:grpSpMkLst>
        </pc:grpChg>
        <pc:grpChg chg="mod">
          <ac:chgData name="Khaled taha" userId="912087602c74ab8a" providerId="LiveId" clId="{58B121E7-63A7-4330-86D4-8A88A1192A57}" dt="2025-07-05T05:13:59.179" v="21819" actId="164"/>
          <ac:grpSpMkLst>
            <pc:docMk/>
            <pc:sldMk cId="2899685574" sldId="491"/>
            <ac:grpSpMk id="5" creationId="{F7C2AABB-E553-233E-3B57-09DCCB1EFCED}"/>
          </ac:grpSpMkLst>
        </pc:grpChg>
        <pc:grpChg chg="add del mod">
          <ac:chgData name="Khaled taha" userId="912087602c74ab8a" providerId="LiveId" clId="{58B121E7-63A7-4330-86D4-8A88A1192A57}" dt="2025-07-05T05:14:35.444" v="21822" actId="165"/>
          <ac:grpSpMkLst>
            <pc:docMk/>
            <pc:sldMk cId="2899685574" sldId="491"/>
            <ac:grpSpMk id="6" creationId="{A12781D8-B81D-9E60-A2A3-77176B05E9AD}"/>
          </ac:grpSpMkLst>
        </pc:grpChg>
        <pc:grpChg chg="mod">
          <ac:chgData name="Khaled taha" userId="912087602c74ab8a" providerId="LiveId" clId="{58B121E7-63A7-4330-86D4-8A88A1192A57}" dt="2025-07-05T05:13:59.179" v="21819" actId="164"/>
          <ac:grpSpMkLst>
            <pc:docMk/>
            <pc:sldMk cId="2899685574" sldId="491"/>
            <ac:grpSpMk id="8" creationId="{941DD451-5F86-4441-9FB9-A44466365D09}"/>
          </ac:grpSpMkLst>
        </pc:grpChg>
        <pc:grpChg chg="add del mod">
          <ac:chgData name="Khaled taha" userId="912087602c74ab8a" providerId="LiveId" clId="{58B121E7-63A7-4330-86D4-8A88A1192A57}" dt="2025-07-05T05:14:35.444" v="21822" actId="165"/>
          <ac:grpSpMkLst>
            <pc:docMk/>
            <pc:sldMk cId="2899685574" sldId="491"/>
            <ac:grpSpMk id="9" creationId="{C9E85D28-34BF-0F2B-198E-DA670DDF929E}"/>
          </ac:grpSpMkLst>
        </pc:grpChg>
      </pc:sldChg>
      <pc:sldChg chg="addSp delSp modSp add mod modTransition">
        <pc:chgData name="Khaled taha" userId="912087602c74ab8a" providerId="LiveId" clId="{58B121E7-63A7-4330-86D4-8A88A1192A57}" dt="2025-07-05T23:14:53.927" v="27367"/>
        <pc:sldMkLst>
          <pc:docMk/>
          <pc:sldMk cId="3782121625" sldId="492"/>
        </pc:sldMkLst>
        <pc:spChg chg="del">
          <ac:chgData name="Khaled taha" userId="912087602c74ab8a" providerId="LiveId" clId="{58B121E7-63A7-4330-86D4-8A88A1192A57}" dt="2025-07-05T16:16:01.151" v="25039" actId="478"/>
          <ac:spMkLst>
            <pc:docMk/>
            <pc:sldMk cId="3782121625" sldId="492"/>
            <ac:spMk id="2" creationId="{50288861-E71C-553F-D588-8EA0EF5FF9A4}"/>
          </ac:spMkLst>
        </pc:spChg>
        <pc:spChg chg="add mod">
          <ac:chgData name="Khaled taha" userId="912087602c74ab8a" providerId="LiveId" clId="{58B121E7-63A7-4330-86D4-8A88A1192A57}" dt="2025-07-05T16:16:01.374" v="25040"/>
          <ac:spMkLst>
            <pc:docMk/>
            <pc:sldMk cId="3782121625" sldId="492"/>
            <ac:spMk id="4" creationId="{29BCAC66-D2BC-BA16-B002-C822A7F9B584}"/>
          </ac:spMkLst>
        </pc:spChg>
        <pc:spChg chg="add del mod">
          <ac:chgData name="Khaled taha" userId="912087602c74ab8a" providerId="LiveId" clId="{58B121E7-63A7-4330-86D4-8A88A1192A57}" dt="2025-07-05T05:32:42.011" v="22255" actId="478"/>
          <ac:spMkLst>
            <pc:docMk/>
            <pc:sldMk cId="3782121625" sldId="492"/>
            <ac:spMk id="4" creationId="{B9BE6168-6DFC-F4B8-FD72-165688E3DC98}"/>
          </ac:spMkLst>
        </pc:spChg>
        <pc:spChg chg="mod">
          <ac:chgData name="Khaled taha" userId="912087602c74ab8a" providerId="LiveId" clId="{58B121E7-63A7-4330-86D4-8A88A1192A57}" dt="2025-07-05T05:33:04.579" v="22261"/>
          <ac:spMkLst>
            <pc:docMk/>
            <pc:sldMk cId="3782121625" sldId="492"/>
            <ac:spMk id="6" creationId="{1D89DD0D-9C02-D52F-D69E-4B9A9B1025C4}"/>
          </ac:spMkLst>
        </pc:spChg>
        <pc:spChg chg="mod">
          <ac:chgData name="Khaled taha" userId="912087602c74ab8a" providerId="LiveId" clId="{58B121E7-63A7-4330-86D4-8A88A1192A57}" dt="2025-07-05T05:33:04.579" v="22261"/>
          <ac:spMkLst>
            <pc:docMk/>
            <pc:sldMk cId="3782121625" sldId="492"/>
            <ac:spMk id="8" creationId="{56CEB512-9137-8165-F375-2588F4689EA1}"/>
          </ac:spMkLst>
        </pc:spChg>
        <pc:spChg chg="add mod">
          <ac:chgData name="Khaled taha" userId="912087602c74ab8a" providerId="LiveId" clId="{58B121E7-63A7-4330-86D4-8A88A1192A57}" dt="2025-07-05T05:33:19.569" v="22263"/>
          <ac:spMkLst>
            <pc:docMk/>
            <pc:sldMk cId="3782121625" sldId="492"/>
            <ac:spMk id="9" creationId="{0FDCF984-5DA2-B2C5-4101-6FB84D4FE385}"/>
          </ac:spMkLst>
        </pc:spChg>
        <pc:spChg chg="add mod ord">
          <ac:chgData name="Khaled taha" userId="912087602c74ab8a" providerId="LiveId" clId="{58B121E7-63A7-4330-86D4-8A88A1192A57}" dt="2025-07-05T22:03:19.477" v="26806" actId="1076"/>
          <ac:spMkLst>
            <pc:docMk/>
            <pc:sldMk cId="3782121625" sldId="492"/>
            <ac:spMk id="18" creationId="{5C768CD2-7839-1718-7482-D1DD621C7F16}"/>
          </ac:spMkLst>
        </pc:spChg>
        <pc:spChg chg="del">
          <ac:chgData name="Khaled taha" userId="912087602c74ab8a" providerId="LiveId" clId="{58B121E7-63A7-4330-86D4-8A88A1192A57}" dt="2025-07-05T05:28:38.698" v="22218" actId="478"/>
          <ac:spMkLst>
            <pc:docMk/>
            <pc:sldMk cId="3782121625" sldId="492"/>
            <ac:spMk id="103" creationId="{12DD156E-2C8A-A176-D0E7-0A0BEDF3ED99}"/>
          </ac:spMkLst>
        </pc:spChg>
        <pc:spChg chg="del">
          <ac:chgData name="Khaled taha" userId="912087602c74ab8a" providerId="LiveId" clId="{58B121E7-63A7-4330-86D4-8A88A1192A57}" dt="2025-07-05T05:28:36.944" v="22217" actId="478"/>
          <ac:spMkLst>
            <pc:docMk/>
            <pc:sldMk cId="3782121625" sldId="492"/>
            <ac:spMk id="104" creationId="{CADE9362-493A-27F8-4ED7-E7C29CEF1E73}"/>
          </ac:spMkLst>
        </pc:spChg>
        <pc:spChg chg="del">
          <ac:chgData name="Khaled taha" userId="912087602c74ab8a" providerId="LiveId" clId="{58B121E7-63A7-4330-86D4-8A88A1192A57}" dt="2025-07-05T05:28:36.944" v="22217" actId="478"/>
          <ac:spMkLst>
            <pc:docMk/>
            <pc:sldMk cId="3782121625" sldId="492"/>
            <ac:spMk id="105" creationId="{EFA2B552-BDD8-EF1C-9F42-FBB18679C55D}"/>
          </ac:spMkLst>
        </pc:spChg>
        <pc:spChg chg="del">
          <ac:chgData name="Khaled taha" userId="912087602c74ab8a" providerId="LiveId" clId="{58B121E7-63A7-4330-86D4-8A88A1192A57}" dt="2025-07-05T05:28:36.944" v="22217" actId="478"/>
          <ac:spMkLst>
            <pc:docMk/>
            <pc:sldMk cId="3782121625" sldId="492"/>
            <ac:spMk id="106" creationId="{D76B1FF9-CE57-D3B2-6259-46305B2C2D10}"/>
          </ac:spMkLst>
        </pc:spChg>
        <pc:spChg chg="del">
          <ac:chgData name="Khaled taha" userId="912087602c74ab8a" providerId="LiveId" clId="{58B121E7-63A7-4330-86D4-8A88A1192A57}" dt="2025-07-05T05:28:36.944" v="22217" actId="478"/>
          <ac:spMkLst>
            <pc:docMk/>
            <pc:sldMk cId="3782121625" sldId="492"/>
            <ac:spMk id="107" creationId="{0D8AA8DB-886C-C4F1-3399-0E96A65DE8FB}"/>
          </ac:spMkLst>
        </pc:spChg>
        <pc:grpChg chg="add mod">
          <ac:chgData name="Khaled taha" userId="912087602c74ab8a" providerId="LiveId" clId="{58B121E7-63A7-4330-86D4-8A88A1192A57}" dt="2025-07-05T05:33:04.579" v="22261"/>
          <ac:grpSpMkLst>
            <pc:docMk/>
            <pc:sldMk cId="3782121625" sldId="492"/>
            <ac:grpSpMk id="5" creationId="{82F34E4B-5CDC-C6C8-9BCE-5057D675F791}"/>
          </ac:grpSpMkLst>
        </pc:grpChg>
        <pc:grpChg chg="del">
          <ac:chgData name="Khaled taha" userId="912087602c74ab8a" providerId="LiveId" clId="{58B121E7-63A7-4330-86D4-8A88A1192A57}" dt="2025-07-05T05:33:04.405" v="22260" actId="478"/>
          <ac:grpSpMkLst>
            <pc:docMk/>
            <pc:sldMk cId="3782121625" sldId="492"/>
            <ac:grpSpMk id="10" creationId="{B9BB7477-489F-6A9B-E873-17ADA81EB05D}"/>
          </ac:grpSpMkLst>
        </pc:grpChg>
        <pc:grpChg chg="mod">
          <ac:chgData name="Khaled taha" userId="912087602c74ab8a" providerId="LiveId" clId="{58B121E7-63A7-4330-86D4-8A88A1192A57}" dt="2025-07-05T05:16:56.476" v="21849" actId="1076"/>
          <ac:grpSpMkLst>
            <pc:docMk/>
            <pc:sldMk cId="3782121625" sldId="492"/>
            <ac:grpSpMk id="13" creationId="{EF96AE86-0761-AA52-7A3D-2B8093011FDF}"/>
          </ac:grpSpMkLst>
        </pc:grpChg>
        <pc:picChg chg="del">
          <ac:chgData name="Khaled taha" userId="912087602c74ab8a" providerId="LiveId" clId="{58B121E7-63A7-4330-86D4-8A88A1192A57}" dt="2025-07-05T16:16:01.151" v="25039" actId="478"/>
          <ac:picMkLst>
            <pc:docMk/>
            <pc:sldMk cId="3782121625" sldId="492"/>
            <ac:picMk id="3" creationId="{9C7C1241-8CA8-ED8C-2B5F-974CF4278C31}"/>
          </ac:picMkLst>
        </pc:picChg>
        <pc:picChg chg="add mod">
          <ac:chgData name="Khaled taha" userId="912087602c74ab8a" providerId="LiveId" clId="{58B121E7-63A7-4330-86D4-8A88A1192A57}" dt="2025-07-05T16:16:01.374" v="25040"/>
          <ac:picMkLst>
            <pc:docMk/>
            <pc:sldMk cId="3782121625" sldId="492"/>
            <ac:picMk id="10" creationId="{FC990CBA-B73F-30BC-040C-4A673DF23A28}"/>
          </ac:picMkLst>
        </pc:picChg>
        <pc:picChg chg="add del mod">
          <ac:chgData name="Khaled taha" userId="912087602c74ab8a" providerId="LiveId" clId="{58B121E7-63A7-4330-86D4-8A88A1192A57}" dt="2025-07-05T21:38:54.616" v="26591" actId="478"/>
          <ac:picMkLst>
            <pc:docMk/>
            <pc:sldMk cId="3782121625" sldId="492"/>
            <ac:picMk id="17" creationId="{64E6CE7F-E32E-F926-E55F-DDE14FE141B1}"/>
          </ac:picMkLst>
        </pc:picChg>
        <pc:picChg chg="add del mod">
          <ac:chgData name="Khaled taha" userId="912087602c74ab8a" providerId="LiveId" clId="{58B121E7-63A7-4330-86D4-8A88A1192A57}" dt="2025-07-05T22:10:11.412" v="26852" actId="478"/>
          <ac:picMkLst>
            <pc:docMk/>
            <pc:sldMk cId="3782121625" sldId="492"/>
            <ac:picMk id="19" creationId="{F07E6AD1-5CB3-76CD-67C9-2558BE32AF88}"/>
          </ac:picMkLst>
        </pc:picChg>
        <pc:picChg chg="add del mod">
          <ac:chgData name="Khaled taha" userId="912087602c74ab8a" providerId="LiveId" clId="{58B121E7-63A7-4330-86D4-8A88A1192A57}" dt="2025-07-05T22:06:21.529" v="26814" actId="21"/>
          <ac:picMkLst>
            <pc:docMk/>
            <pc:sldMk cId="3782121625" sldId="492"/>
            <ac:picMk id="20" creationId="{1B5CA8B0-77F6-A880-E369-395009BE9443}"/>
          </ac:picMkLst>
        </pc:picChg>
        <pc:picChg chg="add del mod">
          <ac:chgData name="Khaled taha" userId="912087602c74ab8a" providerId="LiveId" clId="{58B121E7-63A7-4330-86D4-8A88A1192A57}" dt="2025-07-05T22:06:21.529" v="26814" actId="21"/>
          <ac:picMkLst>
            <pc:docMk/>
            <pc:sldMk cId="3782121625" sldId="492"/>
            <ac:picMk id="21" creationId="{2A751446-74E9-6CB0-2246-3F3EED9CFFD6}"/>
          </ac:picMkLst>
        </pc:picChg>
        <pc:picChg chg="add del mod ord">
          <ac:chgData name="Khaled taha" userId="912087602c74ab8a" providerId="LiveId" clId="{58B121E7-63A7-4330-86D4-8A88A1192A57}" dt="2025-07-05T22:24:39.230" v="26977" actId="478"/>
          <ac:picMkLst>
            <pc:docMk/>
            <pc:sldMk cId="3782121625" sldId="492"/>
            <ac:picMk id="22" creationId="{EBB8A080-9CEC-0436-1678-4037FD0E9696}"/>
          </ac:picMkLst>
        </pc:picChg>
        <pc:picChg chg="add mod ord">
          <ac:chgData name="Khaled taha" userId="912087602c74ab8a" providerId="LiveId" clId="{58B121E7-63A7-4330-86D4-8A88A1192A57}" dt="2025-07-05T23:05:22.099" v="27272" actId="167"/>
          <ac:picMkLst>
            <pc:docMk/>
            <pc:sldMk cId="3782121625" sldId="492"/>
            <ac:picMk id="23" creationId="{87F598CD-904F-F599-D3A8-7E2296B66D91}"/>
          </ac:picMkLst>
        </pc:picChg>
        <pc:picChg chg="add del mod ord">
          <ac:chgData name="Khaled taha" userId="912087602c74ab8a" providerId="LiveId" clId="{58B121E7-63A7-4330-86D4-8A88A1192A57}" dt="2025-07-05T22:31:05.055" v="26992" actId="478"/>
          <ac:picMkLst>
            <pc:docMk/>
            <pc:sldMk cId="3782121625" sldId="492"/>
            <ac:picMk id="30" creationId="{D0043929-6ABE-7DAE-9AE4-3600F4BAE55B}"/>
          </ac:picMkLst>
        </pc:picChg>
        <pc:picChg chg="add mod ord">
          <ac:chgData name="Khaled taha" userId="912087602c74ab8a" providerId="LiveId" clId="{58B121E7-63A7-4330-86D4-8A88A1192A57}" dt="2025-07-05T23:05:22.099" v="27272" actId="167"/>
          <ac:picMkLst>
            <pc:docMk/>
            <pc:sldMk cId="3782121625" sldId="492"/>
            <ac:picMk id="31" creationId="{403B8906-855F-4186-4B9B-4547C12757F2}"/>
          </ac:picMkLst>
        </pc:picChg>
        <pc:picChg chg="add mod">
          <ac:chgData name="Khaled taha" userId="912087602c74ab8a" providerId="LiveId" clId="{58B121E7-63A7-4330-86D4-8A88A1192A57}" dt="2025-07-05T23:14:53.927" v="27367"/>
          <ac:picMkLst>
            <pc:docMk/>
            <pc:sldMk cId="3782121625" sldId="492"/>
            <ac:picMk id="32" creationId="{FC72DCD0-AE37-652B-F4D1-2C37F49DC932}"/>
          </ac:picMkLst>
        </pc:picChg>
        <pc:cxnChg chg="del">
          <ac:chgData name="Khaled taha" userId="912087602c74ab8a" providerId="LiveId" clId="{58B121E7-63A7-4330-86D4-8A88A1192A57}" dt="2025-07-05T16:16:01.151" v="25039" actId="478"/>
          <ac:cxnSpMkLst>
            <pc:docMk/>
            <pc:sldMk cId="3782121625" sldId="492"/>
            <ac:cxnSpMk id="7" creationId="{7275DE78-550B-A9D5-B58F-B7AA2F8556FE}"/>
          </ac:cxnSpMkLst>
        </pc:cxnChg>
        <pc:cxnChg chg="add del mod">
          <ac:chgData name="Khaled taha" userId="912087602c74ab8a" providerId="LiveId" clId="{58B121E7-63A7-4330-86D4-8A88A1192A57}" dt="2025-07-05T16:22:03.281" v="25119" actId="478"/>
          <ac:cxnSpMkLst>
            <pc:docMk/>
            <pc:sldMk cId="3782121625" sldId="492"/>
            <ac:cxnSpMk id="14" creationId="{B10AD3A3-AABD-76D2-9E4F-D98B06B123FC}"/>
          </ac:cxnSpMkLst>
        </pc:cxnChg>
        <pc:cxnChg chg="add del mod">
          <ac:chgData name="Khaled taha" userId="912087602c74ab8a" providerId="LiveId" clId="{58B121E7-63A7-4330-86D4-8A88A1192A57}" dt="2025-07-05T16:24:26.757" v="25169" actId="478"/>
          <ac:cxnSpMkLst>
            <pc:docMk/>
            <pc:sldMk cId="3782121625" sldId="492"/>
            <ac:cxnSpMk id="15" creationId="{5C09DCC3-786C-C7BB-ACA4-B321519FB717}"/>
          </ac:cxnSpMkLst>
        </pc:cxnChg>
        <pc:cxnChg chg="add mod">
          <ac:chgData name="Khaled taha" userId="912087602c74ab8a" providerId="LiveId" clId="{58B121E7-63A7-4330-86D4-8A88A1192A57}" dt="2025-07-05T16:24:27.011" v="25170"/>
          <ac:cxnSpMkLst>
            <pc:docMk/>
            <pc:sldMk cId="3782121625" sldId="492"/>
            <ac:cxnSpMk id="16" creationId="{CC7D94DB-B217-6C9E-DFE4-8F5DDABE6BF8}"/>
          </ac:cxnSpMkLst>
        </pc:cxnChg>
      </pc:sldChg>
      <pc:sldChg chg="addSp delSp modSp add del mod">
        <pc:chgData name="Khaled taha" userId="912087602c74ab8a" providerId="LiveId" clId="{58B121E7-63A7-4330-86D4-8A88A1192A57}" dt="2025-07-05T05:19:13.290" v="21877" actId="47"/>
        <pc:sldMkLst>
          <pc:docMk/>
          <pc:sldMk cId="4047960043" sldId="493"/>
        </pc:sldMkLst>
        <pc:spChg chg="mod topLvl">
          <ac:chgData name="Khaled taha" userId="912087602c74ab8a" providerId="LiveId" clId="{58B121E7-63A7-4330-86D4-8A88A1192A57}" dt="2025-07-05T05:17:44.204" v="21864" actId="164"/>
          <ac:spMkLst>
            <pc:docMk/>
            <pc:sldMk cId="4047960043" sldId="493"/>
            <ac:spMk id="22" creationId="{D4FC0FCE-773F-AF09-99BC-A19347A1ADE3}"/>
          </ac:spMkLst>
        </pc:spChg>
        <pc:spChg chg="mod topLvl">
          <ac:chgData name="Khaled taha" userId="912087602c74ab8a" providerId="LiveId" clId="{58B121E7-63A7-4330-86D4-8A88A1192A57}" dt="2025-07-05T05:17:44.204" v="21864" actId="164"/>
          <ac:spMkLst>
            <pc:docMk/>
            <pc:sldMk cId="4047960043" sldId="493"/>
            <ac:spMk id="23" creationId="{2F0B3890-936B-5DFB-8001-B98622F9C29B}"/>
          </ac:spMkLst>
        </pc:spChg>
        <pc:spChg chg="mod topLvl">
          <ac:chgData name="Khaled taha" userId="912087602c74ab8a" providerId="LiveId" clId="{58B121E7-63A7-4330-86D4-8A88A1192A57}" dt="2025-07-05T05:17:45.640" v="21865" actId="164"/>
          <ac:spMkLst>
            <pc:docMk/>
            <pc:sldMk cId="4047960043" sldId="493"/>
            <ac:spMk id="24" creationId="{DCC26286-B26D-A211-691B-86226DDDCF3D}"/>
          </ac:spMkLst>
        </pc:spChg>
        <pc:spChg chg="mod topLvl">
          <ac:chgData name="Khaled taha" userId="912087602c74ab8a" providerId="LiveId" clId="{58B121E7-63A7-4330-86D4-8A88A1192A57}" dt="2025-07-05T05:17:45.640" v="21865" actId="164"/>
          <ac:spMkLst>
            <pc:docMk/>
            <pc:sldMk cId="4047960043" sldId="493"/>
            <ac:spMk id="25" creationId="{CC9875F3-E53B-CCD5-51BD-64088CC24347}"/>
          </ac:spMkLst>
        </pc:spChg>
        <pc:spChg chg="mod topLvl">
          <ac:chgData name="Khaled taha" userId="912087602c74ab8a" providerId="LiveId" clId="{58B121E7-63A7-4330-86D4-8A88A1192A57}" dt="2025-07-05T05:17:47.028" v="21866" actId="164"/>
          <ac:spMkLst>
            <pc:docMk/>
            <pc:sldMk cId="4047960043" sldId="493"/>
            <ac:spMk id="26" creationId="{00655014-A9AB-5609-C3A2-7736D6480263}"/>
          </ac:spMkLst>
        </pc:spChg>
        <pc:spChg chg="mod topLvl">
          <ac:chgData name="Khaled taha" userId="912087602c74ab8a" providerId="LiveId" clId="{58B121E7-63A7-4330-86D4-8A88A1192A57}" dt="2025-07-05T05:17:47.028" v="21866" actId="164"/>
          <ac:spMkLst>
            <pc:docMk/>
            <pc:sldMk cId="4047960043" sldId="493"/>
            <ac:spMk id="27" creationId="{671F3527-440F-F9C3-0AC2-3E014C80D96A}"/>
          </ac:spMkLst>
        </pc:spChg>
        <pc:spChg chg="mod topLvl">
          <ac:chgData name="Khaled taha" userId="912087602c74ab8a" providerId="LiveId" clId="{58B121E7-63A7-4330-86D4-8A88A1192A57}" dt="2025-07-05T05:17:49.624" v="21867" actId="164"/>
          <ac:spMkLst>
            <pc:docMk/>
            <pc:sldMk cId="4047960043" sldId="493"/>
            <ac:spMk id="28" creationId="{35F99A65-7AE8-38DF-2DD3-0FF0036FFA7A}"/>
          </ac:spMkLst>
        </pc:spChg>
        <pc:spChg chg="mod topLvl">
          <ac:chgData name="Khaled taha" userId="912087602c74ab8a" providerId="LiveId" clId="{58B121E7-63A7-4330-86D4-8A88A1192A57}" dt="2025-07-05T05:19:11.708" v="21876" actId="6549"/>
          <ac:spMkLst>
            <pc:docMk/>
            <pc:sldMk cId="4047960043" sldId="493"/>
            <ac:spMk id="29" creationId="{004C7718-33B4-C454-25DD-D1E126A28215}"/>
          </ac:spMkLst>
        </pc:spChg>
        <pc:grpChg chg="add mod">
          <ac:chgData name="Khaled taha" userId="912087602c74ab8a" providerId="LiveId" clId="{58B121E7-63A7-4330-86D4-8A88A1192A57}" dt="2025-07-05T05:17:44.204" v="21864" actId="164"/>
          <ac:grpSpMkLst>
            <pc:docMk/>
            <pc:sldMk cId="4047960043" sldId="493"/>
            <ac:grpSpMk id="4" creationId="{AEB52220-B860-E220-3A2C-16D890869610}"/>
          </ac:grpSpMkLst>
        </pc:grpChg>
        <pc:grpChg chg="add mod">
          <ac:chgData name="Khaled taha" userId="912087602c74ab8a" providerId="LiveId" clId="{58B121E7-63A7-4330-86D4-8A88A1192A57}" dt="2025-07-05T05:17:45.640" v="21865" actId="164"/>
          <ac:grpSpMkLst>
            <pc:docMk/>
            <pc:sldMk cId="4047960043" sldId="493"/>
            <ac:grpSpMk id="5" creationId="{FAAAE16D-0259-28BA-A651-AFF7B35C922F}"/>
          </ac:grpSpMkLst>
        </pc:grpChg>
        <pc:grpChg chg="add mod">
          <ac:chgData name="Khaled taha" userId="912087602c74ab8a" providerId="LiveId" clId="{58B121E7-63A7-4330-86D4-8A88A1192A57}" dt="2025-07-05T05:17:47.028" v="21866" actId="164"/>
          <ac:grpSpMkLst>
            <pc:docMk/>
            <pc:sldMk cId="4047960043" sldId="493"/>
            <ac:grpSpMk id="6" creationId="{8569FD89-4DE7-1BC5-EC60-43E86D921079}"/>
          </ac:grpSpMkLst>
        </pc:grpChg>
        <pc:grpChg chg="add mod">
          <ac:chgData name="Khaled taha" userId="912087602c74ab8a" providerId="LiveId" clId="{58B121E7-63A7-4330-86D4-8A88A1192A57}" dt="2025-07-05T05:19:05.477" v="21875" actId="1076"/>
          <ac:grpSpMkLst>
            <pc:docMk/>
            <pc:sldMk cId="4047960043" sldId="493"/>
            <ac:grpSpMk id="8" creationId="{3DFF0DF8-E71C-D2E0-85E3-C2B3AB2790DD}"/>
          </ac:grpSpMkLst>
        </pc:grpChg>
        <pc:grpChg chg="del">
          <ac:chgData name="Khaled taha" userId="912087602c74ab8a" providerId="LiveId" clId="{58B121E7-63A7-4330-86D4-8A88A1192A57}" dt="2025-07-05T05:17:23.869" v="21852" actId="165"/>
          <ac:grpSpMkLst>
            <pc:docMk/>
            <pc:sldMk cId="4047960043" sldId="493"/>
            <ac:grpSpMk id="10" creationId="{27E26283-B657-63FC-CC67-71D054E236EA}"/>
          </ac:grpSpMkLst>
        </pc:grpChg>
        <pc:grpChg chg="del">
          <ac:chgData name="Khaled taha" userId="912087602c74ab8a" providerId="LiveId" clId="{58B121E7-63A7-4330-86D4-8A88A1192A57}" dt="2025-07-05T05:17:23.869" v="21852" actId="165"/>
          <ac:grpSpMkLst>
            <pc:docMk/>
            <pc:sldMk cId="4047960043" sldId="493"/>
            <ac:grpSpMk id="12" creationId="{928EFCDB-8260-6482-EF33-F7F559D872CC}"/>
          </ac:grpSpMkLst>
        </pc:grpChg>
      </pc:sldChg>
      <pc:sldChg chg="add del">
        <pc:chgData name="Khaled taha" userId="912087602c74ab8a" providerId="LiveId" clId="{58B121E7-63A7-4330-86D4-8A88A1192A57}" dt="2025-07-05T05:17:40.101" v="21863" actId="47"/>
        <pc:sldMkLst>
          <pc:docMk/>
          <pc:sldMk cId="376545024" sldId="494"/>
        </pc:sldMkLst>
      </pc:sldChg>
      <pc:sldChg chg="addSp delSp modSp add del mod">
        <pc:chgData name="Khaled taha" userId="912087602c74ab8a" providerId="LiveId" clId="{58B121E7-63A7-4330-86D4-8A88A1192A57}" dt="2025-07-05T05:33:11.668" v="22262" actId="47"/>
        <pc:sldMkLst>
          <pc:docMk/>
          <pc:sldMk cId="1912820017" sldId="494"/>
        </pc:sldMkLst>
        <pc:spChg chg="mod">
          <ac:chgData name="Khaled taha" userId="912087602c74ab8a" providerId="LiveId" clId="{58B121E7-63A7-4330-86D4-8A88A1192A57}" dt="2025-07-05T05:18:09.020" v="21870"/>
          <ac:spMkLst>
            <pc:docMk/>
            <pc:sldMk cId="1912820017" sldId="494"/>
            <ac:spMk id="5" creationId="{46EFB743-4D14-B80A-5AD1-836D21B40057}"/>
          </ac:spMkLst>
        </pc:spChg>
        <pc:spChg chg="mod">
          <ac:chgData name="Khaled taha" userId="912087602c74ab8a" providerId="LiveId" clId="{58B121E7-63A7-4330-86D4-8A88A1192A57}" dt="2025-07-05T05:18:09.020" v="21870"/>
          <ac:spMkLst>
            <pc:docMk/>
            <pc:sldMk cId="1912820017" sldId="494"/>
            <ac:spMk id="6" creationId="{10167534-7188-B679-507B-2CF9D98D4967}"/>
          </ac:spMkLst>
        </pc:spChg>
        <pc:spChg chg="add del mod">
          <ac:chgData name="Khaled taha" userId="912087602c74ab8a" providerId="LiveId" clId="{58B121E7-63A7-4330-86D4-8A88A1192A57}" dt="2025-07-05T05:24:21.097" v="22029" actId="478"/>
          <ac:spMkLst>
            <pc:docMk/>
            <pc:sldMk cId="1912820017" sldId="494"/>
            <ac:spMk id="8" creationId="{ABDC643A-9312-E699-24A3-0282841814F5}"/>
          </ac:spMkLst>
        </pc:spChg>
        <pc:spChg chg="add del mod">
          <ac:chgData name="Khaled taha" userId="912087602c74ab8a" providerId="LiveId" clId="{58B121E7-63A7-4330-86D4-8A88A1192A57}" dt="2025-07-05T05:25:47.078" v="22049" actId="478"/>
          <ac:spMkLst>
            <pc:docMk/>
            <pc:sldMk cId="1912820017" sldId="494"/>
            <ac:spMk id="9" creationId="{FD27D81C-9F2D-955F-B00E-D19C5BFE3282}"/>
          </ac:spMkLst>
        </pc:spChg>
        <pc:spChg chg="add del mod">
          <ac:chgData name="Khaled taha" userId="912087602c74ab8a" providerId="LiveId" clId="{58B121E7-63A7-4330-86D4-8A88A1192A57}" dt="2025-07-05T05:29:21.539" v="22226" actId="478"/>
          <ac:spMkLst>
            <pc:docMk/>
            <pc:sldMk cId="1912820017" sldId="494"/>
            <ac:spMk id="14" creationId="{EEF34A7C-9B5B-2C59-CA3B-C6B5A909197E}"/>
          </ac:spMkLst>
        </pc:spChg>
        <pc:spChg chg="add del mod">
          <ac:chgData name="Khaled taha" userId="912087602c74ab8a" providerId="LiveId" clId="{58B121E7-63A7-4330-86D4-8A88A1192A57}" dt="2025-07-05T05:32:47.655" v="22257" actId="478"/>
          <ac:spMkLst>
            <pc:docMk/>
            <pc:sldMk cId="1912820017" sldId="494"/>
            <ac:spMk id="15" creationId="{00041906-B5F0-0907-B496-159F6F2036EE}"/>
          </ac:spMkLst>
        </pc:spChg>
        <pc:spChg chg="del">
          <ac:chgData name="Khaled taha" userId="912087602c74ab8a" providerId="LiveId" clId="{58B121E7-63A7-4330-86D4-8A88A1192A57}" dt="2025-07-05T05:28:26.717" v="22216" actId="478"/>
          <ac:spMkLst>
            <pc:docMk/>
            <pc:sldMk cId="1912820017" sldId="494"/>
            <ac:spMk id="103" creationId="{B2F1D454-35D7-EE77-7EED-FB2F7313F60B}"/>
          </ac:spMkLst>
        </pc:spChg>
        <pc:spChg chg="del">
          <ac:chgData name="Khaled taha" userId="912087602c74ab8a" providerId="LiveId" clId="{58B121E7-63A7-4330-86D4-8A88A1192A57}" dt="2025-07-05T05:28:25.068" v="22215" actId="478"/>
          <ac:spMkLst>
            <pc:docMk/>
            <pc:sldMk cId="1912820017" sldId="494"/>
            <ac:spMk id="104" creationId="{089CF3D5-1EEC-8EB8-EFFE-4A2E61364A1F}"/>
          </ac:spMkLst>
        </pc:spChg>
        <pc:spChg chg="del">
          <ac:chgData name="Khaled taha" userId="912087602c74ab8a" providerId="LiveId" clId="{58B121E7-63A7-4330-86D4-8A88A1192A57}" dt="2025-07-05T05:28:25.068" v="22215" actId="478"/>
          <ac:spMkLst>
            <pc:docMk/>
            <pc:sldMk cId="1912820017" sldId="494"/>
            <ac:spMk id="105" creationId="{28D8144E-CFAE-DA62-099C-1FAD2FCC9B2D}"/>
          </ac:spMkLst>
        </pc:spChg>
        <pc:spChg chg="del">
          <ac:chgData name="Khaled taha" userId="912087602c74ab8a" providerId="LiveId" clId="{58B121E7-63A7-4330-86D4-8A88A1192A57}" dt="2025-07-05T05:28:25.068" v="22215" actId="478"/>
          <ac:spMkLst>
            <pc:docMk/>
            <pc:sldMk cId="1912820017" sldId="494"/>
            <ac:spMk id="106" creationId="{BBC78E69-BE86-642F-BCEA-B671A2D3845C}"/>
          </ac:spMkLst>
        </pc:spChg>
        <pc:spChg chg="del">
          <ac:chgData name="Khaled taha" userId="912087602c74ab8a" providerId="LiveId" clId="{58B121E7-63A7-4330-86D4-8A88A1192A57}" dt="2025-07-05T05:28:25.068" v="22215" actId="478"/>
          <ac:spMkLst>
            <pc:docMk/>
            <pc:sldMk cId="1912820017" sldId="494"/>
            <ac:spMk id="107" creationId="{741B358D-F78E-8897-30B6-47BA452BFD06}"/>
          </ac:spMkLst>
        </pc:spChg>
        <pc:grpChg chg="add mod">
          <ac:chgData name="Khaled taha" userId="912087602c74ab8a" providerId="LiveId" clId="{58B121E7-63A7-4330-86D4-8A88A1192A57}" dt="2025-07-05T05:24:05.801" v="22026" actId="1076"/>
          <ac:grpSpMkLst>
            <pc:docMk/>
            <pc:sldMk cId="1912820017" sldId="494"/>
            <ac:grpSpMk id="4" creationId="{7D46F064-69C0-5093-97EF-9800974D6134}"/>
          </ac:grpSpMkLst>
        </pc:grpChg>
        <pc:grpChg chg="del">
          <ac:chgData name="Khaled taha" userId="912087602c74ab8a" providerId="LiveId" clId="{58B121E7-63A7-4330-86D4-8A88A1192A57}" dt="2025-07-05T05:18:08.464" v="21869" actId="478"/>
          <ac:grpSpMkLst>
            <pc:docMk/>
            <pc:sldMk cId="1912820017" sldId="494"/>
            <ac:grpSpMk id="10" creationId="{1799D4D2-FAB5-1175-63AE-DE8C8876A9E4}"/>
          </ac:grpSpMkLst>
        </pc:grpChg>
        <pc:grpChg chg="mod">
          <ac:chgData name="Khaled taha" userId="912087602c74ab8a" providerId="LiveId" clId="{58B121E7-63A7-4330-86D4-8A88A1192A57}" dt="2025-07-05T05:18:30.548" v="21873" actId="1076"/>
          <ac:grpSpMkLst>
            <pc:docMk/>
            <pc:sldMk cId="1912820017" sldId="494"/>
            <ac:grpSpMk id="13" creationId="{C274C4B6-4DBC-4E38-EF3C-B369523E3AFF}"/>
          </ac:grpSpMkLst>
        </pc:grpChg>
      </pc:sldChg>
      <pc:sldChg chg="addSp delSp modSp add mod">
        <pc:chgData name="Khaled taha" userId="912087602c74ab8a" providerId="LiveId" clId="{58B121E7-63A7-4330-86D4-8A88A1192A57}" dt="2025-07-05T23:15:04.942" v="27374"/>
        <pc:sldMkLst>
          <pc:docMk/>
          <pc:sldMk cId="1086152970" sldId="495"/>
        </pc:sldMkLst>
        <pc:spChg chg="del">
          <ac:chgData name="Khaled taha" userId="912087602c74ab8a" providerId="LiveId" clId="{58B121E7-63A7-4330-86D4-8A88A1192A57}" dt="2025-07-05T16:16:13.864" v="25044" actId="478"/>
          <ac:spMkLst>
            <pc:docMk/>
            <pc:sldMk cId="1086152970" sldId="495"/>
            <ac:spMk id="2" creationId="{28845652-DC1C-BC1A-C9DE-7757B8E06959}"/>
          </ac:spMkLst>
        </pc:spChg>
        <pc:spChg chg="add mod">
          <ac:chgData name="Khaled taha" userId="912087602c74ab8a" providerId="LiveId" clId="{58B121E7-63A7-4330-86D4-8A88A1192A57}" dt="2025-07-05T16:16:12.011" v="25043"/>
          <ac:spMkLst>
            <pc:docMk/>
            <pc:sldMk cId="1086152970" sldId="495"/>
            <ac:spMk id="4" creationId="{5D8922D5-0F97-18A7-9CBB-E1B76DC48E50}"/>
          </ac:spMkLst>
        </pc:spChg>
        <pc:spChg chg="mod topLvl">
          <ac:chgData name="Khaled taha" userId="912087602c74ab8a" providerId="LiveId" clId="{58B121E7-63A7-4330-86D4-8A88A1192A57}" dt="2025-07-05T05:20:13.280" v="21890" actId="164"/>
          <ac:spMkLst>
            <pc:docMk/>
            <pc:sldMk cId="1086152970" sldId="495"/>
            <ac:spMk id="5" creationId="{82F6BF30-0565-367B-DA0F-FD1C1327103E}"/>
          </ac:spMkLst>
        </pc:spChg>
        <pc:spChg chg="mod topLvl">
          <ac:chgData name="Khaled taha" userId="912087602c74ab8a" providerId="LiveId" clId="{58B121E7-63A7-4330-86D4-8A88A1192A57}" dt="2025-07-05T05:20:13.280" v="21890" actId="164"/>
          <ac:spMkLst>
            <pc:docMk/>
            <pc:sldMk cId="1086152970" sldId="495"/>
            <ac:spMk id="6" creationId="{C5B862EC-CACE-6C25-3070-1F4805251A69}"/>
          </ac:spMkLst>
        </pc:spChg>
        <pc:spChg chg="add mod">
          <ac:chgData name="Khaled taha" userId="912087602c74ab8a" providerId="LiveId" clId="{58B121E7-63A7-4330-86D4-8A88A1192A57}" dt="2025-07-05T16:16:14.104" v="25045"/>
          <ac:spMkLst>
            <pc:docMk/>
            <pc:sldMk cId="1086152970" sldId="495"/>
            <ac:spMk id="13" creationId="{0406EF66-7CFA-E266-FFDB-0A179ABC48BB}"/>
          </ac:spMkLst>
        </pc:spChg>
        <pc:spChg chg="mod">
          <ac:chgData name="Khaled taha" userId="912087602c74ab8a" providerId="LiveId" clId="{58B121E7-63A7-4330-86D4-8A88A1192A57}" dt="2025-07-05T05:24:33.098" v="22032"/>
          <ac:spMkLst>
            <pc:docMk/>
            <pc:sldMk cId="1086152970" sldId="495"/>
            <ac:spMk id="16" creationId="{899BFEE1-E8F1-E9D7-C7CA-44FF596052A2}"/>
          </ac:spMkLst>
        </pc:spChg>
        <pc:spChg chg="mod">
          <ac:chgData name="Khaled taha" userId="912087602c74ab8a" providerId="LiveId" clId="{58B121E7-63A7-4330-86D4-8A88A1192A57}" dt="2025-07-05T05:24:33.098" v="22032"/>
          <ac:spMkLst>
            <pc:docMk/>
            <pc:sldMk cId="1086152970" sldId="495"/>
            <ac:spMk id="17" creationId="{8926FD78-681C-C414-A8DF-6E7517321377}"/>
          </ac:spMkLst>
        </pc:spChg>
        <pc:spChg chg="add del mod">
          <ac:chgData name="Khaled taha" userId="912087602c74ab8a" providerId="LiveId" clId="{58B121E7-63A7-4330-86D4-8A88A1192A57}" dt="2025-07-05T05:32:59.801" v="22259" actId="478"/>
          <ac:spMkLst>
            <pc:docMk/>
            <pc:sldMk cId="1086152970" sldId="495"/>
            <ac:spMk id="18" creationId="{E3EADE90-B4CB-E8D0-927F-0D26FC6ADFF0}"/>
          </ac:spMkLst>
        </pc:spChg>
        <pc:spChg chg="add mod ord">
          <ac:chgData name="Khaled taha" userId="912087602c74ab8a" providerId="LiveId" clId="{58B121E7-63A7-4330-86D4-8A88A1192A57}" dt="2025-07-05T21:40:33.017" v="26618" actId="167"/>
          <ac:spMkLst>
            <pc:docMk/>
            <pc:sldMk cId="1086152970" sldId="495"/>
            <ac:spMk id="21" creationId="{034A49DE-5EBF-DB33-71B0-6A6512BC8460}"/>
          </ac:spMkLst>
        </pc:spChg>
        <pc:spChg chg="mod topLvl">
          <ac:chgData name="Khaled taha" userId="912087602c74ab8a" providerId="LiveId" clId="{58B121E7-63A7-4330-86D4-8A88A1192A57}" dt="2025-07-05T05:20:14.893" v="21891" actId="164"/>
          <ac:spMkLst>
            <pc:docMk/>
            <pc:sldMk cId="1086152970" sldId="495"/>
            <ac:spMk id="24" creationId="{D4C31CD6-CC73-F4D0-A57A-FFEBB09FA664}"/>
          </ac:spMkLst>
        </pc:spChg>
        <pc:spChg chg="mod topLvl">
          <ac:chgData name="Khaled taha" userId="912087602c74ab8a" providerId="LiveId" clId="{58B121E7-63A7-4330-86D4-8A88A1192A57}" dt="2025-07-05T05:20:14.893" v="21891" actId="164"/>
          <ac:spMkLst>
            <pc:docMk/>
            <pc:sldMk cId="1086152970" sldId="495"/>
            <ac:spMk id="25" creationId="{C33B1871-DE57-88D4-21A8-FDF7AF01F3E7}"/>
          </ac:spMkLst>
        </pc:spChg>
        <pc:spChg chg="mod topLvl">
          <ac:chgData name="Khaled taha" userId="912087602c74ab8a" providerId="LiveId" clId="{58B121E7-63A7-4330-86D4-8A88A1192A57}" dt="2025-07-05T05:20:16.310" v="21892" actId="164"/>
          <ac:spMkLst>
            <pc:docMk/>
            <pc:sldMk cId="1086152970" sldId="495"/>
            <ac:spMk id="26" creationId="{673D8093-D84C-3577-D5E4-68F14DB6FE3A}"/>
          </ac:spMkLst>
        </pc:spChg>
        <pc:spChg chg="mod topLvl">
          <ac:chgData name="Khaled taha" userId="912087602c74ab8a" providerId="LiveId" clId="{58B121E7-63A7-4330-86D4-8A88A1192A57}" dt="2025-07-05T05:20:16.310" v="21892" actId="164"/>
          <ac:spMkLst>
            <pc:docMk/>
            <pc:sldMk cId="1086152970" sldId="495"/>
            <ac:spMk id="27" creationId="{75135ED5-D7FB-122B-EB95-20475F0E84B6}"/>
          </ac:spMkLst>
        </pc:spChg>
        <pc:spChg chg="mod topLvl">
          <ac:chgData name="Khaled taha" userId="912087602c74ab8a" providerId="LiveId" clId="{58B121E7-63A7-4330-86D4-8A88A1192A57}" dt="2025-07-05T05:20:17.757" v="21893" actId="164"/>
          <ac:spMkLst>
            <pc:docMk/>
            <pc:sldMk cId="1086152970" sldId="495"/>
            <ac:spMk id="28" creationId="{17338A1D-C485-AA1D-AE29-E89340E6281E}"/>
          </ac:spMkLst>
        </pc:spChg>
        <pc:spChg chg="mod topLvl">
          <ac:chgData name="Khaled taha" userId="912087602c74ab8a" providerId="LiveId" clId="{58B121E7-63A7-4330-86D4-8A88A1192A57}" dt="2025-07-05T05:20:17.757" v="21893" actId="164"/>
          <ac:spMkLst>
            <pc:docMk/>
            <pc:sldMk cId="1086152970" sldId="495"/>
            <ac:spMk id="29" creationId="{85163A83-CF8C-BF7A-861C-2347A8C89265}"/>
          </ac:spMkLst>
        </pc:spChg>
        <pc:spChg chg="del">
          <ac:chgData name="Khaled taha" userId="912087602c74ab8a" providerId="LiveId" clId="{58B121E7-63A7-4330-86D4-8A88A1192A57}" dt="2025-07-05T05:28:20.700" v="22213" actId="478"/>
          <ac:spMkLst>
            <pc:docMk/>
            <pc:sldMk cId="1086152970" sldId="495"/>
            <ac:spMk id="103" creationId="{DDA3ECB5-ED45-F823-0750-FE4A0203CA7C}"/>
          </ac:spMkLst>
        </pc:spChg>
        <pc:spChg chg="del">
          <ac:chgData name="Khaled taha" userId="912087602c74ab8a" providerId="LiveId" clId="{58B121E7-63A7-4330-86D4-8A88A1192A57}" dt="2025-07-05T05:28:22.114" v="22214" actId="478"/>
          <ac:spMkLst>
            <pc:docMk/>
            <pc:sldMk cId="1086152970" sldId="495"/>
            <ac:spMk id="104" creationId="{72A23E8D-2827-ABFB-65E1-7BC63DAFE3CA}"/>
          </ac:spMkLst>
        </pc:spChg>
        <pc:spChg chg="del">
          <ac:chgData name="Khaled taha" userId="912087602c74ab8a" providerId="LiveId" clId="{58B121E7-63A7-4330-86D4-8A88A1192A57}" dt="2025-07-05T05:28:22.114" v="22214" actId="478"/>
          <ac:spMkLst>
            <pc:docMk/>
            <pc:sldMk cId="1086152970" sldId="495"/>
            <ac:spMk id="105" creationId="{454C3474-22FB-8C69-7D0D-B2DF03D61339}"/>
          </ac:spMkLst>
        </pc:spChg>
        <pc:spChg chg="del">
          <ac:chgData name="Khaled taha" userId="912087602c74ab8a" providerId="LiveId" clId="{58B121E7-63A7-4330-86D4-8A88A1192A57}" dt="2025-07-05T05:28:22.114" v="22214" actId="478"/>
          <ac:spMkLst>
            <pc:docMk/>
            <pc:sldMk cId="1086152970" sldId="495"/>
            <ac:spMk id="106" creationId="{2C8F3411-D96F-A881-DE37-9FE97B4DDB1E}"/>
          </ac:spMkLst>
        </pc:spChg>
        <pc:spChg chg="del">
          <ac:chgData name="Khaled taha" userId="912087602c74ab8a" providerId="LiveId" clId="{58B121E7-63A7-4330-86D4-8A88A1192A57}" dt="2025-07-05T05:28:22.114" v="22214" actId="478"/>
          <ac:spMkLst>
            <pc:docMk/>
            <pc:sldMk cId="1086152970" sldId="495"/>
            <ac:spMk id="107" creationId="{84D0452E-D995-C6ED-C7E8-BC37BCFB323F}"/>
          </ac:spMkLst>
        </pc:spChg>
        <pc:grpChg chg="add mod">
          <ac:chgData name="Khaled taha" userId="912087602c74ab8a" providerId="LiveId" clId="{58B121E7-63A7-4330-86D4-8A88A1192A57}" dt="2025-07-05T05:20:13.280" v="21890" actId="164"/>
          <ac:grpSpMkLst>
            <pc:docMk/>
            <pc:sldMk cId="1086152970" sldId="495"/>
            <ac:grpSpMk id="8" creationId="{424CF4F3-EB1D-90A4-6402-81DF6A93C603}"/>
          </ac:grpSpMkLst>
        </pc:grpChg>
        <pc:grpChg chg="add mod">
          <ac:chgData name="Khaled taha" userId="912087602c74ab8a" providerId="LiveId" clId="{58B121E7-63A7-4330-86D4-8A88A1192A57}" dt="2025-07-05T05:26:19.908" v="22059" actId="1076"/>
          <ac:grpSpMkLst>
            <pc:docMk/>
            <pc:sldMk cId="1086152970" sldId="495"/>
            <ac:grpSpMk id="9" creationId="{DAC553DC-0C15-E011-A668-42BFCC104304}"/>
          </ac:grpSpMkLst>
        </pc:grpChg>
        <pc:grpChg chg="add mod">
          <ac:chgData name="Khaled taha" userId="912087602c74ab8a" providerId="LiveId" clId="{58B121E7-63A7-4330-86D4-8A88A1192A57}" dt="2025-07-05T05:20:16.310" v="21892" actId="164"/>
          <ac:grpSpMkLst>
            <pc:docMk/>
            <pc:sldMk cId="1086152970" sldId="495"/>
            <ac:grpSpMk id="10" creationId="{5BEEB4E8-C5FD-B2ED-B1E8-97E141952F3A}"/>
          </ac:grpSpMkLst>
        </pc:grpChg>
        <pc:grpChg chg="del">
          <ac:chgData name="Khaled taha" userId="912087602c74ab8a" providerId="LiveId" clId="{58B121E7-63A7-4330-86D4-8A88A1192A57}" dt="2025-07-05T05:19:43.713" v="21885" actId="165"/>
          <ac:grpSpMkLst>
            <pc:docMk/>
            <pc:sldMk cId="1086152970" sldId="495"/>
            <ac:grpSpMk id="11" creationId="{8F927B3D-5803-527A-1DD6-6DF9FB0DB553}"/>
          </ac:grpSpMkLst>
        </pc:grpChg>
        <pc:grpChg chg="del">
          <ac:chgData name="Khaled taha" userId="912087602c74ab8a" providerId="LiveId" clId="{58B121E7-63A7-4330-86D4-8A88A1192A57}" dt="2025-07-05T05:19:43.713" v="21885" actId="165"/>
          <ac:grpSpMkLst>
            <pc:docMk/>
            <pc:sldMk cId="1086152970" sldId="495"/>
            <ac:grpSpMk id="12" creationId="{7F8B8DC9-F04D-C6F6-CFB2-31AF245771FC}"/>
          </ac:grpSpMkLst>
        </pc:grpChg>
        <pc:grpChg chg="add mod">
          <ac:chgData name="Khaled taha" userId="912087602c74ab8a" providerId="LiveId" clId="{58B121E7-63A7-4330-86D4-8A88A1192A57}" dt="2025-07-05T05:20:17.757" v="21893" actId="164"/>
          <ac:grpSpMkLst>
            <pc:docMk/>
            <pc:sldMk cId="1086152970" sldId="495"/>
            <ac:grpSpMk id="14" creationId="{7720AD36-3378-F9F5-8FEB-01BACD61BA19}"/>
          </ac:grpSpMkLst>
        </pc:grpChg>
        <pc:grpChg chg="add mod">
          <ac:chgData name="Khaled taha" userId="912087602c74ab8a" providerId="LiveId" clId="{58B121E7-63A7-4330-86D4-8A88A1192A57}" dt="2025-07-05T05:24:33.098" v="22032"/>
          <ac:grpSpMkLst>
            <pc:docMk/>
            <pc:sldMk cId="1086152970" sldId="495"/>
            <ac:grpSpMk id="15" creationId="{D28A9367-3F1B-1FBC-4ADE-6FF2047E459C}"/>
          </ac:grpSpMkLst>
        </pc:grpChg>
        <pc:picChg chg="del">
          <ac:chgData name="Khaled taha" userId="912087602c74ab8a" providerId="LiveId" clId="{58B121E7-63A7-4330-86D4-8A88A1192A57}" dt="2025-07-05T16:16:13.864" v="25044" actId="478"/>
          <ac:picMkLst>
            <pc:docMk/>
            <pc:sldMk cId="1086152970" sldId="495"/>
            <ac:picMk id="3" creationId="{D2959D66-5CAF-A017-334F-F5D448EDAEE0}"/>
          </ac:picMkLst>
        </pc:picChg>
        <pc:picChg chg="add mod">
          <ac:chgData name="Khaled taha" userId="912087602c74ab8a" providerId="LiveId" clId="{58B121E7-63A7-4330-86D4-8A88A1192A57}" dt="2025-07-05T16:16:12.011" v="25043"/>
          <ac:picMkLst>
            <pc:docMk/>
            <pc:sldMk cId="1086152970" sldId="495"/>
            <ac:picMk id="11" creationId="{90A547F1-45B7-DBE9-5864-271FAEC11BEA}"/>
          </ac:picMkLst>
        </pc:picChg>
        <pc:picChg chg="add mod">
          <ac:chgData name="Khaled taha" userId="912087602c74ab8a" providerId="LiveId" clId="{58B121E7-63A7-4330-86D4-8A88A1192A57}" dt="2025-07-05T16:16:14.104" v="25045"/>
          <ac:picMkLst>
            <pc:docMk/>
            <pc:sldMk cId="1086152970" sldId="495"/>
            <ac:picMk id="15" creationId="{EB9F9E93-D7C5-E491-3B63-ECE72A121469}"/>
          </ac:picMkLst>
        </pc:picChg>
        <pc:picChg chg="add del mod">
          <ac:chgData name="Khaled taha" userId="912087602c74ab8a" providerId="LiveId" clId="{58B121E7-63A7-4330-86D4-8A88A1192A57}" dt="2025-07-05T21:38:58.201" v="26593" actId="478"/>
          <ac:picMkLst>
            <pc:docMk/>
            <pc:sldMk cId="1086152970" sldId="495"/>
            <ac:picMk id="20" creationId="{23B0BB06-00B0-8F41-810B-64D3CDD201A9}"/>
          </ac:picMkLst>
        </pc:picChg>
        <pc:picChg chg="add del mod">
          <ac:chgData name="Khaled taha" userId="912087602c74ab8a" providerId="LiveId" clId="{58B121E7-63A7-4330-86D4-8A88A1192A57}" dt="2025-07-05T22:39:50.914" v="27039" actId="21"/>
          <ac:picMkLst>
            <pc:docMk/>
            <pc:sldMk cId="1086152970" sldId="495"/>
            <ac:picMk id="22" creationId="{24E9E8A1-0385-CC9B-6662-42C2508F4D77}"/>
          </ac:picMkLst>
        </pc:picChg>
        <pc:picChg chg="add del mod">
          <ac:chgData name="Khaled taha" userId="912087602c74ab8a" providerId="LiveId" clId="{58B121E7-63A7-4330-86D4-8A88A1192A57}" dt="2025-07-05T22:39:50.914" v="27039" actId="21"/>
          <ac:picMkLst>
            <pc:docMk/>
            <pc:sldMk cId="1086152970" sldId="495"/>
            <ac:picMk id="23" creationId="{111DD35F-6579-7639-4996-D2165DBE6524}"/>
          </ac:picMkLst>
        </pc:picChg>
        <pc:picChg chg="add mod ord">
          <ac:chgData name="Khaled taha" userId="912087602c74ab8a" providerId="LiveId" clId="{58B121E7-63A7-4330-86D4-8A88A1192A57}" dt="2025-07-05T23:05:52.331" v="27278" actId="167"/>
          <ac:picMkLst>
            <pc:docMk/>
            <pc:sldMk cId="1086152970" sldId="495"/>
            <ac:picMk id="30" creationId="{3F27A9D6-9E8E-1EA7-9CCC-7E514C4C1666}"/>
          </ac:picMkLst>
        </pc:picChg>
        <pc:picChg chg="add mod ord">
          <ac:chgData name="Khaled taha" userId="912087602c74ab8a" providerId="LiveId" clId="{58B121E7-63A7-4330-86D4-8A88A1192A57}" dt="2025-07-05T23:05:52.331" v="27278" actId="167"/>
          <ac:picMkLst>
            <pc:docMk/>
            <pc:sldMk cId="1086152970" sldId="495"/>
            <ac:picMk id="31" creationId="{6EEB71FC-EEEA-DFB0-F4C2-C2E5A6F057F9}"/>
          </ac:picMkLst>
        </pc:picChg>
        <pc:picChg chg="add mod">
          <ac:chgData name="Khaled taha" userId="912087602c74ab8a" providerId="LiveId" clId="{58B121E7-63A7-4330-86D4-8A88A1192A57}" dt="2025-07-05T23:08:23.410" v="27310"/>
          <ac:picMkLst>
            <pc:docMk/>
            <pc:sldMk cId="1086152970" sldId="495"/>
            <ac:picMk id="32" creationId="{746B8B8C-2F98-487E-C1B3-C2F807B3D5BF}"/>
          </ac:picMkLst>
        </pc:picChg>
        <pc:picChg chg="add mod">
          <ac:chgData name="Khaled taha" userId="912087602c74ab8a" providerId="LiveId" clId="{58B121E7-63A7-4330-86D4-8A88A1192A57}" dt="2025-07-05T23:15:04.942" v="27374"/>
          <ac:picMkLst>
            <pc:docMk/>
            <pc:sldMk cId="1086152970" sldId="495"/>
            <ac:picMk id="33" creationId="{A2E76442-FEFD-D2D4-2B77-A18E2B780CDD}"/>
          </ac:picMkLst>
        </pc:picChg>
        <pc:cxnChg chg="del">
          <ac:chgData name="Khaled taha" userId="912087602c74ab8a" providerId="LiveId" clId="{58B121E7-63A7-4330-86D4-8A88A1192A57}" dt="2025-07-05T16:16:13.864" v="25044" actId="478"/>
          <ac:cxnSpMkLst>
            <pc:docMk/>
            <pc:sldMk cId="1086152970" sldId="495"/>
            <ac:cxnSpMk id="7" creationId="{F879F2AF-9DE3-0898-9FF4-C349C67F9E23}"/>
          </ac:cxnSpMkLst>
        </pc:cxnChg>
        <pc:cxnChg chg="add mod">
          <ac:chgData name="Khaled taha" userId="912087602c74ab8a" providerId="LiveId" clId="{58B121E7-63A7-4330-86D4-8A88A1192A57}" dt="2025-07-05T16:16:12.011" v="25043"/>
          <ac:cxnSpMkLst>
            <pc:docMk/>
            <pc:sldMk cId="1086152970" sldId="495"/>
            <ac:cxnSpMk id="12" creationId="{29E04F0E-F46B-A194-91F7-A97C3E7D0085}"/>
          </ac:cxnSpMkLst>
        </pc:cxnChg>
        <pc:cxnChg chg="add del mod">
          <ac:chgData name="Khaled taha" userId="912087602c74ab8a" providerId="LiveId" clId="{58B121E7-63A7-4330-86D4-8A88A1192A57}" dt="2025-07-05T16:21:54.767" v="25115" actId="478"/>
          <ac:cxnSpMkLst>
            <pc:docMk/>
            <pc:sldMk cId="1086152970" sldId="495"/>
            <ac:cxnSpMk id="16" creationId="{6F837117-BD0C-61A3-CC8F-E263D599C25E}"/>
          </ac:cxnSpMkLst>
        </pc:cxnChg>
        <pc:cxnChg chg="add del mod">
          <ac:chgData name="Khaled taha" userId="912087602c74ab8a" providerId="LiveId" clId="{58B121E7-63A7-4330-86D4-8A88A1192A57}" dt="2025-07-05T16:24:34.159" v="25173" actId="478"/>
          <ac:cxnSpMkLst>
            <pc:docMk/>
            <pc:sldMk cId="1086152970" sldId="495"/>
            <ac:cxnSpMk id="17" creationId="{668198AE-8943-42BF-737E-108A8E4F61A5}"/>
          </ac:cxnSpMkLst>
        </pc:cxnChg>
        <pc:cxnChg chg="add mod">
          <ac:chgData name="Khaled taha" userId="912087602c74ab8a" providerId="LiveId" clId="{58B121E7-63A7-4330-86D4-8A88A1192A57}" dt="2025-07-05T16:24:34.384" v="25174"/>
          <ac:cxnSpMkLst>
            <pc:docMk/>
            <pc:sldMk cId="1086152970" sldId="495"/>
            <ac:cxnSpMk id="19" creationId="{93C08794-FF4F-B23C-B82F-F6FAABDBE949}"/>
          </ac:cxnSpMkLst>
        </pc:cxnChg>
      </pc:sldChg>
      <pc:sldChg chg="add del">
        <pc:chgData name="Khaled taha" userId="912087602c74ab8a" providerId="LiveId" clId="{58B121E7-63A7-4330-86D4-8A88A1192A57}" dt="2025-07-05T05:17:40.101" v="21863" actId="47"/>
        <pc:sldMkLst>
          <pc:docMk/>
          <pc:sldMk cId="3640443680" sldId="495"/>
        </pc:sldMkLst>
      </pc:sldChg>
      <pc:sldChg chg="addSp delSp modSp add mod">
        <pc:chgData name="Khaled taha" userId="912087602c74ab8a" providerId="LiveId" clId="{58B121E7-63A7-4330-86D4-8A88A1192A57}" dt="2025-07-05T23:15:11.501" v="27377"/>
        <pc:sldMkLst>
          <pc:docMk/>
          <pc:sldMk cId="1003796582" sldId="496"/>
        </pc:sldMkLst>
        <pc:spChg chg="del">
          <ac:chgData name="Khaled taha" userId="912087602c74ab8a" providerId="LiveId" clId="{58B121E7-63A7-4330-86D4-8A88A1192A57}" dt="2025-07-05T16:16:18.227" v="25046" actId="478"/>
          <ac:spMkLst>
            <pc:docMk/>
            <pc:sldMk cId="1003796582" sldId="496"/>
            <ac:spMk id="2" creationId="{3A29542A-EDB7-EC4E-A60C-02777E95ECD2}"/>
          </ac:spMkLst>
        </pc:spChg>
        <pc:spChg chg="add del mod">
          <ac:chgData name="Khaled taha" userId="912087602c74ab8a" providerId="LiveId" clId="{58B121E7-63A7-4330-86D4-8A88A1192A57}" dt="2025-07-05T05:30:10.579" v="22232" actId="478"/>
          <ac:spMkLst>
            <pc:docMk/>
            <pc:sldMk cId="1003796582" sldId="496"/>
            <ac:spMk id="4" creationId="{092EFE88-5DF9-A683-2057-2350D9CD225A}"/>
          </ac:spMkLst>
        </pc:spChg>
        <pc:spChg chg="add mod">
          <ac:chgData name="Khaled taha" userId="912087602c74ab8a" providerId="LiveId" clId="{58B121E7-63A7-4330-86D4-8A88A1192A57}" dt="2025-07-05T16:16:18.455" v="25047"/>
          <ac:spMkLst>
            <pc:docMk/>
            <pc:sldMk cId="1003796582" sldId="496"/>
            <ac:spMk id="4" creationId="{DFFFF3F2-3188-FBA4-3A7F-BCF5D5E8C51B}"/>
          </ac:spMkLst>
        </pc:spChg>
        <pc:spChg chg="add del mod">
          <ac:chgData name="Khaled taha" userId="912087602c74ab8a" providerId="LiveId" clId="{58B121E7-63A7-4330-86D4-8A88A1192A57}" dt="2025-07-05T05:31:24.518" v="22241" actId="478"/>
          <ac:spMkLst>
            <pc:docMk/>
            <pc:sldMk cId="1003796582" sldId="496"/>
            <ac:spMk id="11" creationId="{59FB82BB-AB26-AA76-E233-BE555C2647FB}"/>
          </ac:spMkLst>
        </pc:spChg>
        <pc:spChg chg="mod">
          <ac:chgData name="Khaled taha" userId="912087602c74ab8a" providerId="LiveId" clId="{58B121E7-63A7-4330-86D4-8A88A1192A57}" dt="2025-07-05T05:31:27.278" v="22242"/>
          <ac:spMkLst>
            <pc:docMk/>
            <pc:sldMk cId="1003796582" sldId="496"/>
            <ac:spMk id="13" creationId="{F50405EB-02F4-ADB3-C890-797EE4CC17DD}"/>
          </ac:spMkLst>
        </pc:spChg>
        <pc:spChg chg="mod">
          <ac:chgData name="Khaled taha" userId="912087602c74ab8a" providerId="LiveId" clId="{58B121E7-63A7-4330-86D4-8A88A1192A57}" dt="2025-07-05T05:31:27.278" v="22242"/>
          <ac:spMkLst>
            <pc:docMk/>
            <pc:sldMk cId="1003796582" sldId="496"/>
            <ac:spMk id="15" creationId="{0115A9DB-2C7F-893A-F8C9-766DC7AE66D1}"/>
          </ac:spMkLst>
        </pc:spChg>
        <pc:spChg chg="add mod ord">
          <ac:chgData name="Khaled taha" userId="912087602c74ab8a" providerId="LiveId" clId="{58B121E7-63A7-4330-86D4-8A88A1192A57}" dt="2025-07-05T21:40:36.435" v="26619" actId="167"/>
          <ac:spMkLst>
            <pc:docMk/>
            <pc:sldMk cId="1003796582" sldId="496"/>
            <ac:spMk id="18" creationId="{436FC3BB-046E-327D-4F4F-B546D5E994AE}"/>
          </ac:spMkLst>
        </pc:spChg>
        <pc:spChg chg="del">
          <ac:chgData name="Khaled taha" userId="912087602c74ab8a" providerId="LiveId" clId="{58B121E7-63A7-4330-86D4-8A88A1192A57}" dt="2025-07-05T05:28:18.710" v="22212" actId="478"/>
          <ac:spMkLst>
            <pc:docMk/>
            <pc:sldMk cId="1003796582" sldId="496"/>
            <ac:spMk id="103" creationId="{3D683024-E8A8-92D9-B130-51436C9F1D60}"/>
          </ac:spMkLst>
        </pc:spChg>
        <pc:spChg chg="del">
          <ac:chgData name="Khaled taha" userId="912087602c74ab8a" providerId="LiveId" clId="{58B121E7-63A7-4330-86D4-8A88A1192A57}" dt="2025-07-05T05:28:17.258" v="22211" actId="478"/>
          <ac:spMkLst>
            <pc:docMk/>
            <pc:sldMk cId="1003796582" sldId="496"/>
            <ac:spMk id="104" creationId="{CBD6E883-5585-D76F-4A56-DD791F7FB2D8}"/>
          </ac:spMkLst>
        </pc:spChg>
        <pc:spChg chg="del">
          <ac:chgData name="Khaled taha" userId="912087602c74ab8a" providerId="LiveId" clId="{58B121E7-63A7-4330-86D4-8A88A1192A57}" dt="2025-07-05T05:28:17.258" v="22211" actId="478"/>
          <ac:spMkLst>
            <pc:docMk/>
            <pc:sldMk cId="1003796582" sldId="496"/>
            <ac:spMk id="105" creationId="{EB1D28B6-ABB3-56C5-C245-7AD31EAF13FE}"/>
          </ac:spMkLst>
        </pc:spChg>
        <pc:spChg chg="del">
          <ac:chgData name="Khaled taha" userId="912087602c74ab8a" providerId="LiveId" clId="{58B121E7-63A7-4330-86D4-8A88A1192A57}" dt="2025-07-05T05:28:17.258" v="22211" actId="478"/>
          <ac:spMkLst>
            <pc:docMk/>
            <pc:sldMk cId="1003796582" sldId="496"/>
            <ac:spMk id="106" creationId="{58BB4212-1D14-033A-1C95-9F610F67C167}"/>
          </ac:spMkLst>
        </pc:spChg>
        <pc:spChg chg="del">
          <ac:chgData name="Khaled taha" userId="912087602c74ab8a" providerId="LiveId" clId="{58B121E7-63A7-4330-86D4-8A88A1192A57}" dt="2025-07-05T05:28:17.258" v="22211" actId="478"/>
          <ac:spMkLst>
            <pc:docMk/>
            <pc:sldMk cId="1003796582" sldId="496"/>
            <ac:spMk id="107" creationId="{AD125AFB-F1B1-0524-0DE1-3C99FC05E638}"/>
          </ac:spMkLst>
        </pc:spChg>
        <pc:grpChg chg="mod">
          <ac:chgData name="Khaled taha" userId="912087602c74ab8a" providerId="LiveId" clId="{58B121E7-63A7-4330-86D4-8A88A1192A57}" dt="2025-07-05T05:26:26.709" v="22060" actId="1076"/>
          <ac:grpSpMkLst>
            <pc:docMk/>
            <pc:sldMk cId="1003796582" sldId="496"/>
            <ac:grpSpMk id="10" creationId="{4530D296-5DE5-808F-AFB3-C695A79402B2}"/>
          </ac:grpSpMkLst>
        </pc:grpChg>
        <pc:grpChg chg="add mod">
          <ac:chgData name="Khaled taha" userId="912087602c74ab8a" providerId="LiveId" clId="{58B121E7-63A7-4330-86D4-8A88A1192A57}" dt="2025-07-05T05:31:27.278" v="22242"/>
          <ac:grpSpMkLst>
            <pc:docMk/>
            <pc:sldMk cId="1003796582" sldId="496"/>
            <ac:grpSpMk id="12" creationId="{782674EA-CE00-8434-5810-65B748459813}"/>
          </ac:grpSpMkLst>
        </pc:grpChg>
        <pc:picChg chg="del">
          <ac:chgData name="Khaled taha" userId="912087602c74ab8a" providerId="LiveId" clId="{58B121E7-63A7-4330-86D4-8A88A1192A57}" dt="2025-07-05T16:16:18.227" v="25046" actId="478"/>
          <ac:picMkLst>
            <pc:docMk/>
            <pc:sldMk cId="1003796582" sldId="496"/>
            <ac:picMk id="3" creationId="{F67441BA-42CA-8C6C-6B8E-7B719E704580}"/>
          </ac:picMkLst>
        </pc:picChg>
        <pc:picChg chg="add mod">
          <ac:chgData name="Khaled taha" userId="912087602c74ab8a" providerId="LiveId" clId="{58B121E7-63A7-4330-86D4-8A88A1192A57}" dt="2025-07-05T16:16:18.455" v="25047"/>
          <ac:picMkLst>
            <pc:docMk/>
            <pc:sldMk cId="1003796582" sldId="496"/>
            <ac:picMk id="12" creationId="{FB14A8BB-E31F-AFB5-967E-E2FBE539FADD}"/>
          </ac:picMkLst>
        </pc:picChg>
        <pc:picChg chg="add del mod">
          <ac:chgData name="Khaled taha" userId="912087602c74ab8a" providerId="LiveId" clId="{58B121E7-63A7-4330-86D4-8A88A1192A57}" dt="2025-07-05T21:39:00.306" v="26594" actId="478"/>
          <ac:picMkLst>
            <pc:docMk/>
            <pc:sldMk cId="1003796582" sldId="496"/>
            <ac:picMk id="17" creationId="{1D0ADA40-905D-1BBC-DC5C-5D6C601A279B}"/>
          </ac:picMkLst>
        </pc:picChg>
        <pc:picChg chg="add mod ord">
          <ac:chgData name="Khaled taha" userId="912087602c74ab8a" providerId="LiveId" clId="{58B121E7-63A7-4330-86D4-8A88A1192A57}" dt="2025-07-05T23:10:06.619" v="27334" actId="1076"/>
          <ac:picMkLst>
            <pc:docMk/>
            <pc:sldMk cId="1003796582" sldId="496"/>
            <ac:picMk id="19" creationId="{79F81405-B90B-F0EA-9D2E-0D36292ED233}"/>
          </ac:picMkLst>
        </pc:picChg>
        <pc:picChg chg="add mod ord">
          <ac:chgData name="Khaled taha" userId="912087602c74ab8a" providerId="LiveId" clId="{58B121E7-63A7-4330-86D4-8A88A1192A57}" dt="2025-07-05T23:10:12.349" v="27335" actId="1076"/>
          <ac:picMkLst>
            <pc:docMk/>
            <pc:sldMk cId="1003796582" sldId="496"/>
            <ac:picMk id="20" creationId="{BE409AED-06A3-7B94-F080-E10303350D0A}"/>
          </ac:picMkLst>
        </pc:picChg>
        <pc:picChg chg="add mod">
          <ac:chgData name="Khaled taha" userId="912087602c74ab8a" providerId="LiveId" clId="{58B121E7-63A7-4330-86D4-8A88A1192A57}" dt="2025-07-05T23:07:47.539" v="27302"/>
          <ac:picMkLst>
            <pc:docMk/>
            <pc:sldMk cId="1003796582" sldId="496"/>
            <ac:picMk id="21" creationId="{FC8B6E10-7552-0C76-CEFF-4FB7406C3DEB}"/>
          </ac:picMkLst>
        </pc:picChg>
        <pc:picChg chg="add mod">
          <ac:chgData name="Khaled taha" userId="912087602c74ab8a" providerId="LiveId" clId="{58B121E7-63A7-4330-86D4-8A88A1192A57}" dt="2025-07-05T23:15:11.501" v="27377"/>
          <ac:picMkLst>
            <pc:docMk/>
            <pc:sldMk cId="1003796582" sldId="496"/>
            <ac:picMk id="22" creationId="{F601841F-2F1E-D1C4-77D4-799F969D2B14}"/>
          </ac:picMkLst>
        </pc:picChg>
        <pc:cxnChg chg="del">
          <ac:chgData name="Khaled taha" userId="912087602c74ab8a" providerId="LiveId" clId="{58B121E7-63A7-4330-86D4-8A88A1192A57}" dt="2025-07-05T16:16:18.227" v="25046" actId="478"/>
          <ac:cxnSpMkLst>
            <pc:docMk/>
            <pc:sldMk cId="1003796582" sldId="496"/>
            <ac:cxnSpMk id="7" creationId="{0DAF29F9-5DC0-C69A-CAAA-B505D9C21377}"/>
          </ac:cxnSpMkLst>
        </pc:cxnChg>
        <pc:cxnChg chg="add del mod">
          <ac:chgData name="Khaled taha" userId="912087602c74ab8a" providerId="LiveId" clId="{58B121E7-63A7-4330-86D4-8A88A1192A57}" dt="2025-07-05T16:21:50.648" v="25113" actId="478"/>
          <ac:cxnSpMkLst>
            <pc:docMk/>
            <pc:sldMk cId="1003796582" sldId="496"/>
            <ac:cxnSpMk id="13" creationId="{9118CBD2-2CF7-7D24-494B-644CF7F7E6CC}"/>
          </ac:cxnSpMkLst>
        </pc:cxnChg>
        <pc:cxnChg chg="add del mod">
          <ac:chgData name="Khaled taha" userId="912087602c74ab8a" providerId="LiveId" clId="{58B121E7-63A7-4330-86D4-8A88A1192A57}" dt="2025-07-05T16:24:37.569" v="25175" actId="478"/>
          <ac:cxnSpMkLst>
            <pc:docMk/>
            <pc:sldMk cId="1003796582" sldId="496"/>
            <ac:cxnSpMk id="15" creationId="{9A61B492-4971-A036-BF48-0144D871A1F4}"/>
          </ac:cxnSpMkLst>
        </pc:cxnChg>
        <pc:cxnChg chg="add mod">
          <ac:chgData name="Khaled taha" userId="912087602c74ab8a" providerId="LiveId" clId="{58B121E7-63A7-4330-86D4-8A88A1192A57}" dt="2025-07-05T16:24:37.823" v="25176"/>
          <ac:cxnSpMkLst>
            <pc:docMk/>
            <pc:sldMk cId="1003796582" sldId="496"/>
            <ac:cxnSpMk id="16" creationId="{76CC15CF-F7B7-8F55-4579-6DD88E89E24F}"/>
          </ac:cxnSpMkLst>
        </pc:cxnChg>
      </pc:sldChg>
      <pc:sldChg chg="add del">
        <pc:chgData name="Khaled taha" userId="912087602c74ab8a" providerId="LiveId" clId="{58B121E7-63A7-4330-86D4-8A88A1192A57}" dt="2025-07-05T05:17:40.101" v="21863" actId="47"/>
        <pc:sldMkLst>
          <pc:docMk/>
          <pc:sldMk cId="2679907215" sldId="496"/>
        </pc:sldMkLst>
      </pc:sldChg>
      <pc:sldChg chg="addSp delSp modSp add del mod">
        <pc:chgData name="Khaled taha" userId="912087602c74ab8a" providerId="LiveId" clId="{58B121E7-63A7-4330-86D4-8A88A1192A57}" dt="2025-07-05T05:25:48.310" v="22055"/>
        <pc:sldMkLst>
          <pc:docMk/>
          <pc:sldMk cId="3082358657" sldId="496"/>
        </pc:sldMkLst>
        <pc:grpChg chg="add del">
          <ac:chgData name="Khaled taha" userId="912087602c74ab8a" providerId="LiveId" clId="{58B121E7-63A7-4330-86D4-8A88A1192A57}" dt="2025-07-05T05:25:47.329" v="22050" actId="478"/>
          <ac:grpSpMkLst>
            <pc:docMk/>
            <pc:sldMk cId="3082358657" sldId="496"/>
            <ac:grpSpMk id="9" creationId="{75D58CA4-E381-D515-6E9C-1A1A85B47DD7}"/>
          </ac:grpSpMkLst>
        </pc:grpChg>
        <pc:grpChg chg="mod">
          <ac:chgData name="Khaled taha" userId="912087602c74ab8a" providerId="LiveId" clId="{58B121E7-63A7-4330-86D4-8A88A1192A57}" dt="2025-07-05T05:25:47.867" v="22053" actId="1076"/>
          <ac:grpSpMkLst>
            <pc:docMk/>
            <pc:sldMk cId="3082358657" sldId="496"/>
            <ac:grpSpMk id="10" creationId="{BABAA9E8-0958-D74B-B807-E7B8079665FE}"/>
          </ac:grpSpMkLst>
        </pc:grpChg>
      </pc:sldChg>
      <pc:sldChg chg="add del">
        <pc:chgData name="Khaled taha" userId="912087602c74ab8a" providerId="LiveId" clId="{58B121E7-63A7-4330-86D4-8A88A1192A57}" dt="2025-07-05T05:17:40.101" v="21863" actId="47"/>
        <pc:sldMkLst>
          <pc:docMk/>
          <pc:sldMk cId="1189130738" sldId="497"/>
        </pc:sldMkLst>
      </pc:sldChg>
      <pc:sldChg chg="addSp delSp modSp add mod ord">
        <pc:chgData name="Khaled taha" userId="912087602c74ab8a" providerId="LiveId" clId="{58B121E7-63A7-4330-86D4-8A88A1192A57}" dt="2025-07-05T23:27:10.722" v="27508"/>
        <pc:sldMkLst>
          <pc:docMk/>
          <pc:sldMk cId="2531049879" sldId="497"/>
        </pc:sldMkLst>
        <pc:spChg chg="del">
          <ac:chgData name="Khaled taha" userId="912087602c74ab8a" providerId="LiveId" clId="{58B121E7-63A7-4330-86D4-8A88A1192A57}" dt="2025-07-05T16:16:25.747" v="25048" actId="478"/>
          <ac:spMkLst>
            <pc:docMk/>
            <pc:sldMk cId="2531049879" sldId="497"/>
            <ac:spMk id="2" creationId="{8FAF83D1-24B6-5763-FF42-A67D44372961}"/>
          </ac:spMkLst>
        </pc:spChg>
        <pc:spChg chg="add mod">
          <ac:chgData name="Khaled taha" userId="912087602c74ab8a" providerId="LiveId" clId="{58B121E7-63A7-4330-86D4-8A88A1192A57}" dt="2025-07-05T16:16:25.987" v="25049"/>
          <ac:spMkLst>
            <pc:docMk/>
            <pc:sldMk cId="2531049879" sldId="497"/>
            <ac:spMk id="4" creationId="{A50577CB-0ABA-82F3-739E-AD0FB41B1B9E}"/>
          </ac:spMkLst>
        </pc:spChg>
        <pc:spChg chg="mod">
          <ac:chgData name="Khaled taha" userId="912087602c74ab8a" providerId="LiveId" clId="{58B121E7-63A7-4330-86D4-8A88A1192A57}" dt="2025-07-05T18:03:04.920" v="25841" actId="20577"/>
          <ac:spMkLst>
            <pc:docMk/>
            <pc:sldMk cId="2531049879" sldId="497"/>
            <ac:spMk id="6" creationId="{848DA061-B223-5B06-3EEC-E745641D4F40}"/>
          </ac:spMkLst>
        </pc:spChg>
        <pc:spChg chg="mod">
          <ac:chgData name="Khaled taha" userId="912087602c74ab8a" providerId="LiveId" clId="{58B121E7-63A7-4330-86D4-8A88A1192A57}" dt="2025-07-05T05:26:43.780" v="22064"/>
          <ac:spMkLst>
            <pc:docMk/>
            <pc:sldMk cId="2531049879" sldId="497"/>
            <ac:spMk id="11" creationId="{BA37C3B0-BD7B-8A79-E21C-405F5842F692}"/>
          </ac:spMkLst>
        </pc:spChg>
        <pc:spChg chg="mod">
          <ac:chgData name="Khaled taha" userId="912087602c74ab8a" providerId="LiveId" clId="{58B121E7-63A7-4330-86D4-8A88A1192A57}" dt="2025-07-05T05:26:43.780" v="22064"/>
          <ac:spMkLst>
            <pc:docMk/>
            <pc:sldMk cId="2531049879" sldId="497"/>
            <ac:spMk id="12" creationId="{221D502B-C2A5-00C1-56DA-066D8B0EFD24}"/>
          </ac:spMkLst>
        </pc:spChg>
        <pc:spChg chg="mod">
          <ac:chgData name="Khaled taha" userId="912087602c74ab8a" providerId="LiveId" clId="{58B121E7-63A7-4330-86D4-8A88A1192A57}" dt="2025-07-05T05:26:48.502" v="22065"/>
          <ac:spMkLst>
            <pc:docMk/>
            <pc:sldMk cId="2531049879" sldId="497"/>
            <ac:spMk id="15" creationId="{64F960CE-DF1A-E3E3-2782-D399E97F403F}"/>
          </ac:spMkLst>
        </pc:spChg>
        <pc:spChg chg="mod">
          <ac:chgData name="Khaled taha" userId="912087602c74ab8a" providerId="LiveId" clId="{58B121E7-63A7-4330-86D4-8A88A1192A57}" dt="2025-07-05T05:26:48.502" v="22065"/>
          <ac:spMkLst>
            <pc:docMk/>
            <pc:sldMk cId="2531049879" sldId="497"/>
            <ac:spMk id="16" creationId="{A882E474-3410-2E75-3EA5-44761BEF1AB9}"/>
          </ac:spMkLst>
        </pc:spChg>
        <pc:spChg chg="add mod">
          <ac:chgData name="Khaled taha" userId="912087602c74ab8a" providerId="LiveId" clId="{58B121E7-63A7-4330-86D4-8A88A1192A57}" dt="2025-07-05T18:03:37.915" v="25851"/>
          <ac:spMkLst>
            <pc:docMk/>
            <pc:sldMk cId="2531049879" sldId="497"/>
            <ac:spMk id="17" creationId="{512656ED-25D6-8E7E-A050-6DD9AE8E34A8}"/>
          </ac:spMkLst>
        </pc:spChg>
        <pc:spChg chg="add del mod">
          <ac:chgData name="Khaled taha" userId="912087602c74ab8a" providerId="LiveId" clId="{58B121E7-63A7-4330-86D4-8A88A1192A57}" dt="2025-07-05T05:29:55.749" v="22230" actId="478"/>
          <ac:spMkLst>
            <pc:docMk/>
            <pc:sldMk cId="2531049879" sldId="497"/>
            <ac:spMk id="17" creationId="{CD0BBF02-B440-24F7-79B7-B0DB47DA6288}"/>
          </ac:spMkLst>
        </pc:spChg>
        <pc:spChg chg="add del mod">
          <ac:chgData name="Khaled taha" userId="912087602c74ab8a" providerId="LiveId" clId="{58B121E7-63A7-4330-86D4-8A88A1192A57}" dt="2025-07-05T18:03:36.553" v="25850" actId="478"/>
          <ac:spMkLst>
            <pc:docMk/>
            <pc:sldMk cId="2531049879" sldId="497"/>
            <ac:spMk id="18" creationId="{CC2CB124-1894-5BF8-1BC3-3BE76C251821}"/>
          </ac:spMkLst>
        </pc:spChg>
        <pc:spChg chg="add del mod ord">
          <ac:chgData name="Khaled taha" userId="912087602c74ab8a" providerId="LiveId" clId="{58B121E7-63A7-4330-86D4-8A88A1192A57}" dt="2025-07-05T23:22:32.620" v="27452" actId="478"/>
          <ac:spMkLst>
            <pc:docMk/>
            <pc:sldMk cId="2531049879" sldId="497"/>
            <ac:spMk id="20" creationId="{64C3F56A-42E4-4397-581B-7B14768CCAC3}"/>
          </ac:spMkLst>
        </pc:spChg>
        <pc:spChg chg="add mod ord">
          <ac:chgData name="Khaled taha" userId="912087602c74ab8a" providerId="LiveId" clId="{58B121E7-63A7-4330-86D4-8A88A1192A57}" dt="2025-07-05T23:26:23.326" v="27499" actId="167"/>
          <ac:spMkLst>
            <pc:docMk/>
            <pc:sldMk cId="2531049879" sldId="497"/>
            <ac:spMk id="36" creationId="{F6367232-4505-14BB-F711-B6A8FB5DE8A2}"/>
          </ac:spMkLst>
        </pc:spChg>
        <pc:spChg chg="del">
          <ac:chgData name="Khaled taha" userId="912087602c74ab8a" providerId="LiveId" clId="{58B121E7-63A7-4330-86D4-8A88A1192A57}" dt="2025-07-05T05:28:13.394" v="22210" actId="478"/>
          <ac:spMkLst>
            <pc:docMk/>
            <pc:sldMk cId="2531049879" sldId="497"/>
            <ac:spMk id="103" creationId="{80C571B9-F38E-160D-263D-F25C9816FED8}"/>
          </ac:spMkLst>
        </pc:spChg>
        <pc:spChg chg="del">
          <ac:chgData name="Khaled taha" userId="912087602c74ab8a" providerId="LiveId" clId="{58B121E7-63A7-4330-86D4-8A88A1192A57}" dt="2025-07-05T05:28:11.585" v="22209" actId="478"/>
          <ac:spMkLst>
            <pc:docMk/>
            <pc:sldMk cId="2531049879" sldId="497"/>
            <ac:spMk id="104" creationId="{7B73CAB3-1ECC-E49E-F9DA-764A80CACEEE}"/>
          </ac:spMkLst>
        </pc:spChg>
        <pc:spChg chg="del">
          <ac:chgData name="Khaled taha" userId="912087602c74ab8a" providerId="LiveId" clId="{58B121E7-63A7-4330-86D4-8A88A1192A57}" dt="2025-07-05T05:28:11.585" v="22209" actId="478"/>
          <ac:spMkLst>
            <pc:docMk/>
            <pc:sldMk cId="2531049879" sldId="497"/>
            <ac:spMk id="105" creationId="{9E01283F-0118-6065-01F2-129AEBB20CDE}"/>
          </ac:spMkLst>
        </pc:spChg>
        <pc:spChg chg="del">
          <ac:chgData name="Khaled taha" userId="912087602c74ab8a" providerId="LiveId" clId="{58B121E7-63A7-4330-86D4-8A88A1192A57}" dt="2025-07-05T05:28:11.585" v="22209" actId="478"/>
          <ac:spMkLst>
            <pc:docMk/>
            <pc:sldMk cId="2531049879" sldId="497"/>
            <ac:spMk id="106" creationId="{ECA1C7EE-1C68-6945-A487-BB3D5CCDE5C8}"/>
          </ac:spMkLst>
        </pc:spChg>
        <pc:spChg chg="del">
          <ac:chgData name="Khaled taha" userId="912087602c74ab8a" providerId="LiveId" clId="{58B121E7-63A7-4330-86D4-8A88A1192A57}" dt="2025-07-05T05:28:11.585" v="22209" actId="478"/>
          <ac:spMkLst>
            <pc:docMk/>
            <pc:sldMk cId="2531049879" sldId="497"/>
            <ac:spMk id="107" creationId="{73954032-3A8A-A182-4364-36B57BBBDD9D}"/>
          </ac:spMkLst>
        </pc:spChg>
        <pc:grpChg chg="add mod">
          <ac:chgData name="Khaled taha" userId="912087602c74ab8a" providerId="LiveId" clId="{58B121E7-63A7-4330-86D4-8A88A1192A57}" dt="2025-07-05T05:26:43.780" v="22064"/>
          <ac:grpSpMkLst>
            <pc:docMk/>
            <pc:sldMk cId="2531049879" sldId="497"/>
            <ac:grpSpMk id="4" creationId="{A50E34C0-85FF-EF1B-D402-DA6A2481F9CC}"/>
          </ac:grpSpMkLst>
        </pc:grpChg>
        <pc:grpChg chg="add mod">
          <ac:chgData name="Khaled taha" userId="912087602c74ab8a" providerId="LiveId" clId="{58B121E7-63A7-4330-86D4-8A88A1192A57}" dt="2025-07-05T05:26:48.502" v="22065"/>
          <ac:grpSpMkLst>
            <pc:docMk/>
            <pc:sldMk cId="2531049879" sldId="497"/>
            <ac:grpSpMk id="13" creationId="{6FF87265-2FAF-03D4-D636-E5958C69ADCB}"/>
          </ac:grpSpMkLst>
        </pc:grpChg>
        <pc:grpChg chg="mod">
          <ac:chgData name="Khaled taha" userId="912087602c74ab8a" providerId="LiveId" clId="{58B121E7-63A7-4330-86D4-8A88A1192A57}" dt="2025-07-05T05:26:34.636" v="22063" actId="1076"/>
          <ac:grpSpMkLst>
            <pc:docMk/>
            <pc:sldMk cId="2531049879" sldId="497"/>
            <ac:grpSpMk id="14" creationId="{AD578847-E28F-E36A-257B-58920A3F7371}"/>
          </ac:grpSpMkLst>
        </pc:grpChg>
        <pc:picChg chg="del">
          <ac:chgData name="Khaled taha" userId="912087602c74ab8a" providerId="LiveId" clId="{58B121E7-63A7-4330-86D4-8A88A1192A57}" dt="2025-07-05T16:16:25.747" v="25048" actId="478"/>
          <ac:picMkLst>
            <pc:docMk/>
            <pc:sldMk cId="2531049879" sldId="497"/>
            <ac:picMk id="3" creationId="{2B9947FA-6BFA-F1FC-64B7-953AD9478BAA}"/>
          </ac:picMkLst>
        </pc:picChg>
        <pc:picChg chg="add mod">
          <ac:chgData name="Khaled taha" userId="912087602c74ab8a" providerId="LiveId" clId="{58B121E7-63A7-4330-86D4-8A88A1192A57}" dt="2025-07-05T16:16:25.987" v="25049"/>
          <ac:picMkLst>
            <pc:docMk/>
            <pc:sldMk cId="2531049879" sldId="497"/>
            <ac:picMk id="11" creationId="{995F0022-4C0E-F2AA-5509-A06218BEF7A6}"/>
          </ac:picMkLst>
        </pc:picChg>
        <pc:picChg chg="add del mod">
          <ac:chgData name="Khaled taha" userId="912087602c74ab8a" providerId="LiveId" clId="{58B121E7-63A7-4330-86D4-8A88A1192A57}" dt="2025-07-05T21:39:01.893" v="26595" actId="478"/>
          <ac:picMkLst>
            <pc:docMk/>
            <pc:sldMk cId="2531049879" sldId="497"/>
            <ac:picMk id="19" creationId="{E5571DC7-DAA6-1816-B53E-881E5525A02E}"/>
          </ac:picMkLst>
        </pc:picChg>
        <pc:picChg chg="add del mod">
          <ac:chgData name="Khaled taha" userId="912087602c74ab8a" providerId="LiveId" clId="{58B121E7-63A7-4330-86D4-8A88A1192A57}" dt="2025-07-05T23:03:19.315" v="27253" actId="478"/>
          <ac:picMkLst>
            <pc:docMk/>
            <pc:sldMk cId="2531049879" sldId="497"/>
            <ac:picMk id="21" creationId="{ED20510E-C4BA-915B-15EA-531A257F6C3B}"/>
          </ac:picMkLst>
        </pc:picChg>
        <pc:picChg chg="add del mod">
          <ac:chgData name="Khaled taha" userId="912087602c74ab8a" providerId="LiveId" clId="{58B121E7-63A7-4330-86D4-8A88A1192A57}" dt="2025-07-05T23:03:19.315" v="27253" actId="478"/>
          <ac:picMkLst>
            <pc:docMk/>
            <pc:sldMk cId="2531049879" sldId="497"/>
            <ac:picMk id="22" creationId="{636F1A7E-EB84-6A8A-FDA1-15E336CBA4FF}"/>
          </ac:picMkLst>
        </pc:picChg>
        <pc:picChg chg="add mod">
          <ac:chgData name="Khaled taha" userId="912087602c74ab8a" providerId="LiveId" clId="{58B121E7-63A7-4330-86D4-8A88A1192A57}" dt="2025-07-05T23:02:52.518" v="27245"/>
          <ac:picMkLst>
            <pc:docMk/>
            <pc:sldMk cId="2531049879" sldId="497"/>
            <ac:picMk id="23" creationId="{E551AFEC-08CC-1884-1F25-CCFE5BBE26AC}"/>
          </ac:picMkLst>
        </pc:picChg>
        <pc:picChg chg="add mod">
          <ac:chgData name="Khaled taha" userId="912087602c74ab8a" providerId="LiveId" clId="{58B121E7-63A7-4330-86D4-8A88A1192A57}" dt="2025-07-05T23:02:52.518" v="27245"/>
          <ac:picMkLst>
            <pc:docMk/>
            <pc:sldMk cId="2531049879" sldId="497"/>
            <ac:picMk id="30" creationId="{A2D10D91-D65B-74D3-9946-4EAF4DA932C6}"/>
          </ac:picMkLst>
        </pc:picChg>
        <pc:picChg chg="add mod ord">
          <ac:chgData name="Khaled taha" userId="912087602c74ab8a" providerId="LiveId" clId="{58B121E7-63A7-4330-86D4-8A88A1192A57}" dt="2025-07-05T23:26:28.333" v="27501" actId="167"/>
          <ac:picMkLst>
            <pc:docMk/>
            <pc:sldMk cId="2531049879" sldId="497"/>
            <ac:picMk id="31" creationId="{049665EA-5B78-9139-ECC0-F26EDF2A2305}"/>
          </ac:picMkLst>
        </pc:picChg>
        <pc:picChg chg="add mod ord">
          <ac:chgData name="Khaled taha" userId="912087602c74ab8a" providerId="LiveId" clId="{58B121E7-63A7-4330-86D4-8A88A1192A57}" dt="2025-07-05T23:26:28.333" v="27501" actId="167"/>
          <ac:picMkLst>
            <pc:docMk/>
            <pc:sldMk cId="2531049879" sldId="497"/>
            <ac:picMk id="32" creationId="{3F91CC4D-06DC-70AA-D58E-5B9A1E021405}"/>
          </ac:picMkLst>
        </pc:picChg>
        <pc:picChg chg="add del mod">
          <ac:chgData name="Khaled taha" userId="912087602c74ab8a" providerId="LiveId" clId="{58B121E7-63A7-4330-86D4-8A88A1192A57}" dt="2025-07-05T23:08:28.773" v="27312" actId="478"/>
          <ac:picMkLst>
            <pc:docMk/>
            <pc:sldMk cId="2531049879" sldId="497"/>
            <ac:picMk id="33" creationId="{D6320DB8-DDFA-9EE6-1195-748C3D76464A}"/>
          </ac:picMkLst>
        </pc:picChg>
        <pc:picChg chg="add mod">
          <ac:chgData name="Khaled taha" userId="912087602c74ab8a" providerId="LiveId" clId="{58B121E7-63A7-4330-86D4-8A88A1192A57}" dt="2025-07-05T23:07:35.988" v="27298"/>
          <ac:picMkLst>
            <pc:docMk/>
            <pc:sldMk cId="2531049879" sldId="497"/>
            <ac:picMk id="34" creationId="{E0CD31E3-331C-2851-C41F-DF4A44765F45}"/>
          </ac:picMkLst>
        </pc:picChg>
        <pc:picChg chg="add del mod">
          <ac:chgData name="Khaled taha" userId="912087602c74ab8a" providerId="LiveId" clId="{58B121E7-63A7-4330-86D4-8A88A1192A57}" dt="2025-07-05T23:23:37.818" v="27458" actId="478"/>
          <ac:picMkLst>
            <pc:docMk/>
            <pc:sldMk cId="2531049879" sldId="497"/>
            <ac:picMk id="35" creationId="{7A5DCBD9-2B5F-52DF-ED83-577FF9B8C244}"/>
          </ac:picMkLst>
        </pc:picChg>
        <pc:picChg chg="add del mod">
          <ac:chgData name="Khaled taha" userId="912087602c74ab8a" providerId="LiveId" clId="{58B121E7-63A7-4330-86D4-8A88A1192A57}" dt="2025-07-05T23:26:25.473" v="27500" actId="478"/>
          <ac:picMkLst>
            <pc:docMk/>
            <pc:sldMk cId="2531049879" sldId="497"/>
            <ac:picMk id="37" creationId="{EB93D2D9-2DF6-79EC-2CB8-1A8FDCBD87DB}"/>
          </ac:picMkLst>
        </pc:picChg>
        <pc:picChg chg="add mod">
          <ac:chgData name="Khaled taha" userId="912087602c74ab8a" providerId="LiveId" clId="{58B121E7-63A7-4330-86D4-8A88A1192A57}" dt="2025-07-05T23:27:10.722" v="27508"/>
          <ac:picMkLst>
            <pc:docMk/>
            <pc:sldMk cId="2531049879" sldId="497"/>
            <ac:picMk id="38" creationId="{8695E7F4-4C70-9CCB-39B5-6571F8533A25}"/>
          </ac:picMkLst>
        </pc:picChg>
        <pc:cxnChg chg="del">
          <ac:chgData name="Khaled taha" userId="912087602c74ab8a" providerId="LiveId" clId="{58B121E7-63A7-4330-86D4-8A88A1192A57}" dt="2025-07-05T16:16:25.747" v="25048" actId="478"/>
          <ac:cxnSpMkLst>
            <pc:docMk/>
            <pc:sldMk cId="2531049879" sldId="497"/>
            <ac:cxnSpMk id="7" creationId="{02CDDDE1-4882-54E8-F9B8-3CF58B983DE5}"/>
          </ac:cxnSpMkLst>
        </pc:cxnChg>
        <pc:cxnChg chg="add del mod">
          <ac:chgData name="Khaled taha" userId="912087602c74ab8a" providerId="LiveId" clId="{58B121E7-63A7-4330-86D4-8A88A1192A57}" dt="2025-07-05T16:21:47.333" v="25111" actId="478"/>
          <ac:cxnSpMkLst>
            <pc:docMk/>
            <pc:sldMk cId="2531049879" sldId="497"/>
            <ac:cxnSpMk id="12" creationId="{D658672A-B589-5B55-F596-C9492F859D4A}"/>
          </ac:cxnSpMkLst>
        </pc:cxnChg>
        <pc:cxnChg chg="add mod">
          <ac:chgData name="Khaled taha" userId="912087602c74ab8a" providerId="LiveId" clId="{58B121E7-63A7-4330-86D4-8A88A1192A57}" dt="2025-07-05T16:21:45.462" v="25110"/>
          <ac:cxnSpMkLst>
            <pc:docMk/>
            <pc:sldMk cId="2531049879" sldId="497"/>
            <ac:cxnSpMk id="13" creationId="{986B34C9-9E0A-FDAB-D11A-533FADA6513F}"/>
          </ac:cxnSpMkLst>
        </pc:cxnChg>
        <pc:cxnChg chg="add del mod">
          <ac:chgData name="Khaled taha" userId="912087602c74ab8a" providerId="LiveId" clId="{58B121E7-63A7-4330-86D4-8A88A1192A57}" dt="2025-07-05T16:24:41.188" v="25177" actId="478"/>
          <ac:cxnSpMkLst>
            <pc:docMk/>
            <pc:sldMk cId="2531049879" sldId="497"/>
            <ac:cxnSpMk id="15" creationId="{9A227A4E-F35D-8E6C-09F9-3336A126B7B4}"/>
          </ac:cxnSpMkLst>
        </pc:cxnChg>
        <pc:cxnChg chg="add mod">
          <ac:chgData name="Khaled taha" userId="912087602c74ab8a" providerId="LiveId" clId="{58B121E7-63A7-4330-86D4-8A88A1192A57}" dt="2025-07-05T16:24:41.458" v="25178"/>
          <ac:cxnSpMkLst>
            <pc:docMk/>
            <pc:sldMk cId="2531049879" sldId="497"/>
            <ac:cxnSpMk id="16" creationId="{C7487DA6-B023-A8B0-51CA-4CA2AFE61A9A}"/>
          </ac:cxnSpMkLst>
        </pc:cxnChg>
      </pc:sldChg>
      <pc:sldChg chg="addSp delSp modSp add del mod">
        <pc:chgData name="Khaled taha" userId="912087602c74ab8a" providerId="LiveId" clId="{58B121E7-63A7-4330-86D4-8A88A1192A57}" dt="2025-07-05T05:25:48.077" v="22054"/>
        <pc:sldMkLst>
          <pc:docMk/>
          <pc:sldMk cId="2813627714" sldId="497"/>
        </pc:sldMkLst>
        <pc:spChg chg="mod">
          <ac:chgData name="Khaled taha" userId="912087602c74ab8a" providerId="LiveId" clId="{58B121E7-63A7-4330-86D4-8A88A1192A57}" dt="2025-07-05T05:25:15.661" v="22043" actId="948"/>
          <ac:spMkLst>
            <pc:docMk/>
            <pc:sldMk cId="2813627714" sldId="497"/>
            <ac:spMk id="28" creationId="{6D78CD75-09AA-AFC3-D12F-D699387D0F6C}"/>
          </ac:spMkLst>
        </pc:spChg>
        <pc:spChg chg="mod">
          <ac:chgData name="Khaled taha" userId="912087602c74ab8a" providerId="LiveId" clId="{58B121E7-63A7-4330-86D4-8A88A1192A57}" dt="2025-07-05T05:25:15.661" v="22043" actId="948"/>
          <ac:spMkLst>
            <pc:docMk/>
            <pc:sldMk cId="2813627714" sldId="497"/>
            <ac:spMk id="29" creationId="{9A0E144F-F365-796C-6638-190846623852}"/>
          </ac:spMkLst>
        </pc:spChg>
        <pc:grpChg chg="add del">
          <ac:chgData name="Khaled taha" userId="912087602c74ab8a" providerId="LiveId" clId="{58B121E7-63A7-4330-86D4-8A88A1192A57}" dt="2025-07-05T05:25:47.506" v="22051" actId="478"/>
          <ac:grpSpMkLst>
            <pc:docMk/>
            <pc:sldMk cId="2813627714" sldId="497"/>
            <ac:grpSpMk id="9" creationId="{A65DBF0A-BA32-E337-6F3D-D541C5843660}"/>
          </ac:grpSpMkLst>
        </pc:grpChg>
        <pc:grpChg chg="mod">
          <ac:chgData name="Khaled taha" userId="912087602c74ab8a" providerId="LiveId" clId="{58B121E7-63A7-4330-86D4-8A88A1192A57}" dt="2025-07-05T05:25:47.693" v="22052" actId="1076"/>
          <ac:grpSpMkLst>
            <pc:docMk/>
            <pc:sldMk cId="2813627714" sldId="497"/>
            <ac:grpSpMk id="14" creationId="{EA265A1C-A0B0-FF9F-8644-1659D618FFED}"/>
          </ac:grpSpMkLst>
        </pc:grpChg>
      </pc:sldChg>
      <pc:sldChg chg="addSp delSp modSp add mod modTransition">
        <pc:chgData name="Khaled taha" userId="912087602c74ab8a" providerId="LiveId" clId="{58B121E7-63A7-4330-86D4-8A88A1192A57}" dt="2025-07-05T23:28:54.108" v="27649" actId="1038"/>
        <pc:sldMkLst>
          <pc:docMk/>
          <pc:sldMk cId="3096079135" sldId="498"/>
        </pc:sldMkLst>
        <pc:spChg chg="del">
          <ac:chgData name="Khaled taha" userId="912087602c74ab8a" providerId="LiveId" clId="{58B121E7-63A7-4330-86D4-8A88A1192A57}" dt="2025-07-05T16:16:31.276" v="25050" actId="478"/>
          <ac:spMkLst>
            <pc:docMk/>
            <pc:sldMk cId="3096079135" sldId="498"/>
            <ac:spMk id="2" creationId="{CB6C2B0A-9ACB-AD74-BFBA-571F46141A68}"/>
          </ac:spMkLst>
        </pc:spChg>
        <pc:spChg chg="mod">
          <ac:chgData name="Khaled taha" userId="912087602c74ab8a" providerId="LiveId" clId="{58B121E7-63A7-4330-86D4-8A88A1192A57}" dt="2025-07-05T05:27:02.057" v="22067"/>
          <ac:spMkLst>
            <pc:docMk/>
            <pc:sldMk cId="3096079135" sldId="498"/>
            <ac:spMk id="11" creationId="{41F45032-FD09-78DD-7D44-7DFF340B0CD5}"/>
          </ac:spMkLst>
        </pc:spChg>
        <pc:spChg chg="mod">
          <ac:chgData name="Khaled taha" userId="912087602c74ab8a" providerId="LiveId" clId="{58B121E7-63A7-4330-86D4-8A88A1192A57}" dt="2025-07-05T05:27:02.057" v="22067"/>
          <ac:spMkLst>
            <pc:docMk/>
            <pc:sldMk cId="3096079135" sldId="498"/>
            <ac:spMk id="12" creationId="{80656CA9-BD38-C18D-90A4-557108EEB26E}"/>
          </ac:spMkLst>
        </pc:spChg>
        <pc:spChg chg="add mod">
          <ac:chgData name="Khaled taha" userId="912087602c74ab8a" providerId="LiveId" clId="{58B121E7-63A7-4330-86D4-8A88A1192A57}" dt="2025-07-05T16:16:31.538" v="25051"/>
          <ac:spMkLst>
            <pc:docMk/>
            <pc:sldMk cId="3096079135" sldId="498"/>
            <ac:spMk id="13" creationId="{65F62673-004E-198D-9EBE-672DA757461B}"/>
          </ac:spMkLst>
        </pc:spChg>
        <pc:spChg chg="add del mod">
          <ac:chgData name="Khaled taha" userId="912087602c74ab8a" providerId="LiveId" clId="{58B121E7-63A7-4330-86D4-8A88A1192A57}" dt="2025-07-05T05:33:48.401" v="22266" actId="21"/>
          <ac:spMkLst>
            <pc:docMk/>
            <pc:sldMk cId="3096079135" sldId="498"/>
            <ac:spMk id="13" creationId="{87171DC8-FFAA-FBEB-49F1-4907F01AB8C0}"/>
          </ac:spMkLst>
        </pc:spChg>
        <pc:spChg chg="add del mod">
          <ac:chgData name="Khaled taha" userId="912087602c74ab8a" providerId="LiveId" clId="{58B121E7-63A7-4330-86D4-8A88A1192A57}" dt="2025-07-05T18:04:11.101" v="25854" actId="478"/>
          <ac:spMkLst>
            <pc:docMk/>
            <pc:sldMk cId="3096079135" sldId="498"/>
            <ac:spMk id="15" creationId="{87171DC8-FFAA-FBEB-49F1-4907F01AB8C0}"/>
          </ac:spMkLst>
        </pc:spChg>
        <pc:spChg chg="add mod">
          <ac:chgData name="Khaled taha" userId="912087602c74ab8a" providerId="LiveId" clId="{58B121E7-63A7-4330-86D4-8A88A1192A57}" dt="2025-07-05T18:04:29.663" v="25855"/>
          <ac:spMkLst>
            <pc:docMk/>
            <pc:sldMk cId="3096079135" sldId="498"/>
            <ac:spMk id="18" creationId="{D45C3E7E-A662-9CE9-295C-25D4D138A2FB}"/>
          </ac:spMkLst>
        </pc:spChg>
        <pc:spChg chg="add del mod">
          <ac:chgData name="Khaled taha" userId="912087602c74ab8a" providerId="LiveId" clId="{58B121E7-63A7-4330-86D4-8A88A1192A57}" dt="2025-07-05T23:28:43.203" v="27614" actId="1076"/>
          <ac:spMkLst>
            <pc:docMk/>
            <pc:sldMk cId="3096079135" sldId="498"/>
            <ac:spMk id="19" creationId="{4162A254-B0E7-B434-D2CB-D332E1EEFDBF}"/>
          </ac:spMkLst>
        </pc:spChg>
        <pc:spChg chg="add mod ord">
          <ac:chgData name="Khaled taha" userId="912087602c74ab8a" providerId="LiveId" clId="{58B121E7-63A7-4330-86D4-8A88A1192A57}" dt="2025-07-05T21:40:41.169" v="26621" actId="167"/>
          <ac:spMkLst>
            <pc:docMk/>
            <pc:sldMk cId="3096079135" sldId="498"/>
            <ac:spMk id="21" creationId="{A1873D94-E737-AC37-FD7B-06CE2937D863}"/>
          </ac:spMkLst>
        </pc:spChg>
        <pc:spChg chg="add mod">
          <ac:chgData name="Khaled taha" userId="912087602c74ab8a" providerId="LiveId" clId="{58B121E7-63A7-4330-86D4-8A88A1192A57}" dt="2025-07-05T23:28:18.860" v="27607" actId="1036"/>
          <ac:spMkLst>
            <pc:docMk/>
            <pc:sldMk cId="3096079135" sldId="498"/>
            <ac:spMk id="22" creationId="{65F250C2-FC2C-5494-B66D-07C0EEA7BDA2}"/>
          </ac:spMkLst>
        </pc:spChg>
        <pc:spChg chg="add mod">
          <ac:chgData name="Khaled taha" userId="912087602c74ab8a" providerId="LiveId" clId="{58B121E7-63A7-4330-86D4-8A88A1192A57}" dt="2025-07-05T23:28:54.108" v="27649" actId="1038"/>
          <ac:spMkLst>
            <pc:docMk/>
            <pc:sldMk cId="3096079135" sldId="498"/>
            <ac:spMk id="23" creationId="{02FA2452-224F-248B-B441-D4BF0BD98BAD}"/>
          </ac:spMkLst>
        </pc:spChg>
        <pc:spChg chg="del">
          <ac:chgData name="Khaled taha" userId="912087602c74ab8a" providerId="LiveId" clId="{58B121E7-63A7-4330-86D4-8A88A1192A57}" dt="2025-07-05T05:28:08.752" v="22208" actId="478"/>
          <ac:spMkLst>
            <pc:docMk/>
            <pc:sldMk cId="3096079135" sldId="498"/>
            <ac:spMk id="103" creationId="{C53D3C26-33EC-6915-42A6-7E9A49E7D506}"/>
          </ac:spMkLst>
        </pc:spChg>
        <pc:spChg chg="del">
          <ac:chgData name="Khaled taha" userId="912087602c74ab8a" providerId="LiveId" clId="{58B121E7-63A7-4330-86D4-8A88A1192A57}" dt="2025-07-05T05:28:06.712" v="22207" actId="478"/>
          <ac:spMkLst>
            <pc:docMk/>
            <pc:sldMk cId="3096079135" sldId="498"/>
            <ac:spMk id="104" creationId="{119392F4-8E51-3505-1BCB-43C8BCCFB4CF}"/>
          </ac:spMkLst>
        </pc:spChg>
        <pc:spChg chg="del">
          <ac:chgData name="Khaled taha" userId="912087602c74ab8a" providerId="LiveId" clId="{58B121E7-63A7-4330-86D4-8A88A1192A57}" dt="2025-07-05T05:28:06.712" v="22207" actId="478"/>
          <ac:spMkLst>
            <pc:docMk/>
            <pc:sldMk cId="3096079135" sldId="498"/>
            <ac:spMk id="105" creationId="{62F7D85B-8688-4727-0B34-7AD498CE5886}"/>
          </ac:spMkLst>
        </pc:spChg>
        <pc:spChg chg="del">
          <ac:chgData name="Khaled taha" userId="912087602c74ab8a" providerId="LiveId" clId="{58B121E7-63A7-4330-86D4-8A88A1192A57}" dt="2025-07-05T05:28:06.712" v="22207" actId="478"/>
          <ac:spMkLst>
            <pc:docMk/>
            <pc:sldMk cId="3096079135" sldId="498"/>
            <ac:spMk id="106" creationId="{2C61CB8F-D5C0-D22B-D09F-0B93EE02C7DF}"/>
          </ac:spMkLst>
        </pc:spChg>
        <pc:spChg chg="del">
          <ac:chgData name="Khaled taha" userId="912087602c74ab8a" providerId="LiveId" clId="{58B121E7-63A7-4330-86D4-8A88A1192A57}" dt="2025-07-05T05:28:06.712" v="22207" actId="478"/>
          <ac:spMkLst>
            <pc:docMk/>
            <pc:sldMk cId="3096079135" sldId="498"/>
            <ac:spMk id="107" creationId="{102546BA-6FC2-AADA-D1D0-C4FB3E12FAB1}"/>
          </ac:spMkLst>
        </pc:spChg>
        <pc:grpChg chg="add mod ord">
          <ac:chgData name="Khaled taha" userId="912087602c74ab8a" providerId="LiveId" clId="{58B121E7-63A7-4330-86D4-8A88A1192A57}" dt="2025-07-05T05:33:51.881" v="22267" actId="167"/>
          <ac:grpSpMkLst>
            <pc:docMk/>
            <pc:sldMk cId="3096079135" sldId="498"/>
            <ac:grpSpMk id="4" creationId="{01B6BF58-B3FE-801F-CDAE-233DADF71F47}"/>
          </ac:grpSpMkLst>
        </pc:grpChg>
        <pc:grpChg chg="ord">
          <ac:chgData name="Khaled taha" userId="912087602c74ab8a" providerId="LiveId" clId="{58B121E7-63A7-4330-86D4-8A88A1192A57}" dt="2025-07-05T05:33:51.881" v="22267" actId="167"/>
          <ac:grpSpMkLst>
            <pc:docMk/>
            <pc:sldMk cId="3096079135" sldId="498"/>
            <ac:grpSpMk id="8" creationId="{3C52AB52-29B2-5719-EB3D-A5D232FCADB3}"/>
          </ac:grpSpMkLst>
        </pc:grpChg>
        <pc:grpChg chg="ord">
          <ac:chgData name="Khaled taha" userId="912087602c74ab8a" providerId="LiveId" clId="{58B121E7-63A7-4330-86D4-8A88A1192A57}" dt="2025-07-05T05:33:51.881" v="22267" actId="167"/>
          <ac:grpSpMkLst>
            <pc:docMk/>
            <pc:sldMk cId="3096079135" sldId="498"/>
            <ac:grpSpMk id="9" creationId="{12AF24DC-F098-7D73-F9CD-452D3738D169}"/>
          </ac:grpSpMkLst>
        </pc:grpChg>
        <pc:grpChg chg="ord">
          <ac:chgData name="Khaled taha" userId="912087602c74ab8a" providerId="LiveId" clId="{58B121E7-63A7-4330-86D4-8A88A1192A57}" dt="2025-07-05T05:33:51.881" v="22267" actId="167"/>
          <ac:grpSpMkLst>
            <pc:docMk/>
            <pc:sldMk cId="3096079135" sldId="498"/>
            <ac:grpSpMk id="10" creationId="{CC413141-4622-011B-6D5B-76958E80CB36}"/>
          </ac:grpSpMkLst>
        </pc:grpChg>
        <pc:grpChg chg="del">
          <ac:chgData name="Khaled taha" userId="912087602c74ab8a" providerId="LiveId" clId="{58B121E7-63A7-4330-86D4-8A88A1192A57}" dt="2025-07-05T05:27:04.949" v="22068" actId="478"/>
          <ac:grpSpMkLst>
            <pc:docMk/>
            <pc:sldMk cId="3096079135" sldId="498"/>
            <ac:grpSpMk id="14" creationId="{7FA79544-F80C-06C2-4885-EC7297AE1A7C}"/>
          </ac:grpSpMkLst>
        </pc:grpChg>
        <pc:picChg chg="del">
          <ac:chgData name="Khaled taha" userId="912087602c74ab8a" providerId="LiveId" clId="{58B121E7-63A7-4330-86D4-8A88A1192A57}" dt="2025-07-05T16:16:31.276" v="25050" actId="478"/>
          <ac:picMkLst>
            <pc:docMk/>
            <pc:sldMk cId="3096079135" sldId="498"/>
            <ac:picMk id="3" creationId="{07024222-FB75-D6D6-9479-CCF5850931C5}"/>
          </ac:picMkLst>
        </pc:picChg>
        <pc:picChg chg="add mod">
          <ac:chgData name="Khaled taha" userId="912087602c74ab8a" providerId="LiveId" clId="{58B121E7-63A7-4330-86D4-8A88A1192A57}" dt="2025-07-05T16:25:31.544" v="25193" actId="207"/>
          <ac:picMkLst>
            <pc:docMk/>
            <pc:sldMk cId="3096079135" sldId="498"/>
            <ac:picMk id="14" creationId="{1945A643-A93E-4B66-6C70-D685694F5EBB}"/>
          </ac:picMkLst>
        </pc:picChg>
        <pc:picChg chg="add del mod">
          <ac:chgData name="Khaled taha" userId="912087602c74ab8a" providerId="LiveId" clId="{58B121E7-63A7-4330-86D4-8A88A1192A57}" dt="2025-07-05T20:58:14.611" v="26293" actId="478"/>
          <ac:picMkLst>
            <pc:docMk/>
            <pc:sldMk cId="3096079135" sldId="498"/>
            <ac:picMk id="20" creationId="{F7165D42-A5D2-2A5A-C2B4-78FE477AF3BC}"/>
          </ac:picMkLst>
        </pc:picChg>
        <pc:cxnChg chg="del">
          <ac:chgData name="Khaled taha" userId="912087602c74ab8a" providerId="LiveId" clId="{58B121E7-63A7-4330-86D4-8A88A1192A57}" dt="2025-07-05T16:16:31.276" v="25050" actId="478"/>
          <ac:cxnSpMkLst>
            <pc:docMk/>
            <pc:sldMk cId="3096079135" sldId="498"/>
            <ac:cxnSpMk id="7" creationId="{33C34E4E-8099-E871-EEE5-136A20C977D1}"/>
          </ac:cxnSpMkLst>
        </pc:cxnChg>
        <pc:cxnChg chg="add del mod">
          <ac:chgData name="Khaled taha" userId="912087602c74ab8a" providerId="LiveId" clId="{58B121E7-63A7-4330-86D4-8A88A1192A57}" dt="2025-07-05T16:24:44.738" v="25179" actId="478"/>
          <ac:cxnSpMkLst>
            <pc:docMk/>
            <pc:sldMk cId="3096079135" sldId="498"/>
            <ac:cxnSpMk id="16" creationId="{F4CF6077-866F-5508-5721-7F09B508DB63}"/>
          </ac:cxnSpMkLst>
        </pc:cxnChg>
        <pc:cxnChg chg="add mod">
          <ac:chgData name="Khaled taha" userId="912087602c74ab8a" providerId="LiveId" clId="{58B121E7-63A7-4330-86D4-8A88A1192A57}" dt="2025-07-05T16:24:45.012" v="25180"/>
          <ac:cxnSpMkLst>
            <pc:docMk/>
            <pc:sldMk cId="3096079135" sldId="498"/>
            <ac:cxnSpMk id="17" creationId="{5E062B50-3F8C-74C7-E9E4-861DD386DB69}"/>
          </ac:cxnSpMkLst>
        </pc:cxnChg>
      </pc:sldChg>
      <pc:sldChg chg="addSp delSp modSp add mod">
        <pc:chgData name="Khaled taha" userId="912087602c74ab8a" providerId="LiveId" clId="{58B121E7-63A7-4330-86D4-8A88A1192A57}" dt="2025-07-05T23:14:59.176" v="27371"/>
        <pc:sldMkLst>
          <pc:docMk/>
          <pc:sldMk cId="466515422" sldId="499"/>
        </pc:sldMkLst>
        <pc:spChg chg="del">
          <ac:chgData name="Khaled taha" userId="912087602c74ab8a" providerId="LiveId" clId="{58B121E7-63A7-4330-86D4-8A88A1192A57}" dt="2025-07-05T16:16:06.980" v="25041" actId="478"/>
          <ac:spMkLst>
            <pc:docMk/>
            <pc:sldMk cId="466515422" sldId="499"/>
            <ac:spMk id="2" creationId="{6CA64750-89E6-D6FE-6FF5-55A63C782456}"/>
          </ac:spMkLst>
        </pc:spChg>
        <pc:spChg chg="mod">
          <ac:chgData name="Khaled taha" userId="912087602c74ab8a" providerId="LiveId" clId="{58B121E7-63A7-4330-86D4-8A88A1192A57}" dt="2025-07-05T05:31:38.356" v="22245"/>
          <ac:spMkLst>
            <pc:docMk/>
            <pc:sldMk cId="466515422" sldId="499"/>
            <ac:spMk id="9" creationId="{1B1F33F9-159D-E87C-CB3B-85A96AAB7225}"/>
          </ac:spMkLst>
        </pc:spChg>
        <pc:spChg chg="mod">
          <ac:chgData name="Khaled taha" userId="912087602c74ab8a" providerId="LiveId" clId="{58B121E7-63A7-4330-86D4-8A88A1192A57}" dt="2025-07-05T05:31:38.356" v="22245"/>
          <ac:spMkLst>
            <pc:docMk/>
            <pc:sldMk cId="466515422" sldId="499"/>
            <ac:spMk id="10" creationId="{1059713D-BAE0-761C-5D6D-9CA9170037C1}"/>
          </ac:spMkLst>
        </pc:spChg>
        <pc:spChg chg="add mod">
          <ac:chgData name="Khaled taha" userId="912087602c74ab8a" providerId="LiveId" clId="{58B121E7-63A7-4330-86D4-8A88A1192A57}" dt="2025-07-05T16:16:07.181" v="25042"/>
          <ac:spMkLst>
            <pc:docMk/>
            <pc:sldMk cId="466515422" sldId="499"/>
            <ac:spMk id="11" creationId="{9D037A76-CB9C-BE75-6263-F68EE43AFB56}"/>
          </ac:spMkLst>
        </pc:spChg>
        <pc:spChg chg="del">
          <ac:chgData name="Khaled taha" userId="912087602c74ab8a" providerId="LiveId" clId="{58B121E7-63A7-4330-86D4-8A88A1192A57}" dt="2025-07-05T05:31:00.742" v="22236" actId="478"/>
          <ac:spMkLst>
            <pc:docMk/>
            <pc:sldMk cId="466515422" sldId="499"/>
            <ac:spMk id="15" creationId="{547E6384-873D-D2F0-267E-1403BCD40942}"/>
          </ac:spMkLst>
        </pc:spChg>
        <pc:spChg chg="mod">
          <ac:chgData name="Khaled taha" userId="912087602c74ab8a" providerId="LiveId" clId="{58B121E7-63A7-4330-86D4-8A88A1192A57}" dt="2025-07-05T05:31:49.820" v="22248"/>
          <ac:spMkLst>
            <pc:docMk/>
            <pc:sldMk cId="466515422" sldId="499"/>
            <ac:spMk id="16" creationId="{B10313BD-0111-B162-BC30-EBA2518537EF}"/>
          </ac:spMkLst>
        </pc:spChg>
        <pc:spChg chg="add mod ord">
          <ac:chgData name="Khaled taha" userId="912087602c74ab8a" providerId="LiveId" clId="{58B121E7-63A7-4330-86D4-8A88A1192A57}" dt="2025-07-05T21:40:29.993" v="26617" actId="167"/>
          <ac:spMkLst>
            <pc:docMk/>
            <pc:sldMk cId="466515422" sldId="499"/>
            <ac:spMk id="17" creationId="{76A4947E-A8D6-32EC-F192-0F8BED721554}"/>
          </ac:spMkLst>
        </pc:spChg>
        <pc:spChg chg="mod">
          <ac:chgData name="Khaled taha" userId="912087602c74ab8a" providerId="LiveId" clId="{58B121E7-63A7-4330-86D4-8A88A1192A57}" dt="2025-07-05T05:31:49.820" v="22248"/>
          <ac:spMkLst>
            <pc:docMk/>
            <pc:sldMk cId="466515422" sldId="499"/>
            <ac:spMk id="17" creationId="{B8C2C5D2-2B3D-8A31-AF81-C1563E0391B1}"/>
          </ac:spMkLst>
        </pc:spChg>
        <pc:spChg chg="mod">
          <ac:chgData name="Khaled taha" userId="912087602c74ab8a" providerId="LiveId" clId="{58B121E7-63A7-4330-86D4-8A88A1192A57}" dt="2025-07-05T05:31:49.820" v="22248"/>
          <ac:spMkLst>
            <pc:docMk/>
            <pc:sldMk cId="466515422" sldId="499"/>
            <ac:spMk id="19" creationId="{4EA8C311-A3E0-3162-8B4E-C9B8DE8D77E7}"/>
          </ac:spMkLst>
        </pc:spChg>
        <pc:spChg chg="mod">
          <ac:chgData name="Khaled taha" userId="912087602c74ab8a" providerId="LiveId" clId="{58B121E7-63A7-4330-86D4-8A88A1192A57}" dt="2025-07-05T05:31:49.820" v="22248"/>
          <ac:spMkLst>
            <pc:docMk/>
            <pc:sldMk cId="466515422" sldId="499"/>
            <ac:spMk id="20" creationId="{C3FAD517-69A9-BF51-C879-2A1F066D5C58}"/>
          </ac:spMkLst>
        </pc:spChg>
        <pc:spChg chg="mod">
          <ac:chgData name="Khaled taha" userId="912087602c74ab8a" providerId="LiveId" clId="{58B121E7-63A7-4330-86D4-8A88A1192A57}" dt="2025-07-05T05:32:03.828" v="22252"/>
          <ac:spMkLst>
            <pc:docMk/>
            <pc:sldMk cId="466515422" sldId="499"/>
            <ac:spMk id="22" creationId="{08CDB4F3-CCD3-5059-A7DF-FA81410AC58D}"/>
          </ac:spMkLst>
        </pc:spChg>
        <pc:spChg chg="mod">
          <ac:chgData name="Khaled taha" userId="912087602c74ab8a" providerId="LiveId" clId="{58B121E7-63A7-4330-86D4-8A88A1192A57}" dt="2025-07-05T05:32:03.828" v="22252"/>
          <ac:spMkLst>
            <pc:docMk/>
            <pc:sldMk cId="466515422" sldId="499"/>
            <ac:spMk id="23" creationId="{32F2F5D0-D6D1-DCF9-E315-53BE64F653CE}"/>
          </ac:spMkLst>
        </pc:spChg>
        <pc:spChg chg="mod">
          <ac:chgData name="Khaled taha" userId="912087602c74ab8a" providerId="LiveId" clId="{58B121E7-63A7-4330-86D4-8A88A1192A57}" dt="2025-07-05T05:32:03.828" v="22252"/>
          <ac:spMkLst>
            <pc:docMk/>
            <pc:sldMk cId="466515422" sldId="499"/>
            <ac:spMk id="31" creationId="{8E509C73-D2A4-CB8D-5579-0DBACA512504}"/>
          </ac:spMkLst>
        </pc:spChg>
        <pc:spChg chg="mod">
          <ac:chgData name="Khaled taha" userId="912087602c74ab8a" providerId="LiveId" clId="{58B121E7-63A7-4330-86D4-8A88A1192A57}" dt="2025-07-05T05:32:03.828" v="22252"/>
          <ac:spMkLst>
            <pc:docMk/>
            <pc:sldMk cId="466515422" sldId="499"/>
            <ac:spMk id="32" creationId="{21619FE4-CFAC-F648-392C-B754886F0564}"/>
          </ac:spMkLst>
        </pc:spChg>
        <pc:spChg chg="add mod">
          <ac:chgData name="Khaled taha" userId="912087602c74ab8a" providerId="LiveId" clId="{58B121E7-63A7-4330-86D4-8A88A1192A57}" dt="2025-07-05T05:32:11.386" v="22253"/>
          <ac:spMkLst>
            <pc:docMk/>
            <pc:sldMk cId="466515422" sldId="499"/>
            <ac:spMk id="33" creationId="{0FA7DA60-78FC-5024-D2B7-ABD18A29F824}"/>
          </ac:spMkLst>
        </pc:spChg>
        <pc:grpChg chg="add mod">
          <ac:chgData name="Khaled taha" userId="912087602c74ab8a" providerId="LiveId" clId="{58B121E7-63A7-4330-86D4-8A88A1192A57}" dt="2025-07-05T05:31:38.356" v="22245"/>
          <ac:grpSpMkLst>
            <pc:docMk/>
            <pc:sldMk cId="466515422" sldId="499"/>
            <ac:grpSpMk id="8" creationId="{8193E640-6C72-F99D-D1F4-A6253925B7C7}"/>
          </ac:grpSpMkLst>
        </pc:grpChg>
        <pc:grpChg chg="add del">
          <ac:chgData name="Khaled taha" userId="912087602c74ab8a" providerId="LiveId" clId="{58B121E7-63A7-4330-86D4-8A88A1192A57}" dt="2025-07-05T05:32:03.624" v="22251" actId="478"/>
          <ac:grpSpMkLst>
            <pc:docMk/>
            <pc:sldMk cId="466515422" sldId="499"/>
            <ac:grpSpMk id="11" creationId="{577F1D42-7ABA-4F4C-24DA-B8AF04253B7C}"/>
          </ac:grpSpMkLst>
        </pc:grpChg>
        <pc:grpChg chg="del">
          <ac:chgData name="Khaled taha" userId="912087602c74ab8a" providerId="LiveId" clId="{58B121E7-63A7-4330-86D4-8A88A1192A57}" dt="2025-07-05T05:31:38.125" v="22244" actId="478"/>
          <ac:grpSpMkLst>
            <pc:docMk/>
            <pc:sldMk cId="466515422" sldId="499"/>
            <ac:grpSpMk id="12" creationId="{78C22FE2-C954-C328-F7B1-5F18C6D8A61E}"/>
          </ac:grpSpMkLst>
        </pc:grpChg>
        <pc:grpChg chg="add del">
          <ac:chgData name="Khaled taha" userId="912087602c74ab8a" providerId="LiveId" clId="{58B121E7-63A7-4330-86D4-8A88A1192A57}" dt="2025-07-05T05:32:03.624" v="22251" actId="478"/>
          <ac:grpSpMkLst>
            <pc:docMk/>
            <pc:sldMk cId="466515422" sldId="499"/>
            <ac:grpSpMk id="13" creationId="{B65B16AB-FD14-6713-2C94-E42F56DDAEF8}"/>
          </ac:grpSpMkLst>
        </pc:grpChg>
        <pc:grpChg chg="add mod">
          <ac:chgData name="Khaled taha" userId="912087602c74ab8a" providerId="LiveId" clId="{58B121E7-63A7-4330-86D4-8A88A1192A57}" dt="2025-07-05T05:31:49.820" v="22248"/>
          <ac:grpSpMkLst>
            <pc:docMk/>
            <pc:sldMk cId="466515422" sldId="499"/>
            <ac:grpSpMk id="14" creationId="{354CD60B-B60A-8230-3491-6DB398E37AAB}"/>
          </ac:grpSpMkLst>
        </pc:grpChg>
        <pc:grpChg chg="add mod">
          <ac:chgData name="Khaled taha" userId="912087602c74ab8a" providerId="LiveId" clId="{58B121E7-63A7-4330-86D4-8A88A1192A57}" dt="2025-07-05T05:31:49.820" v="22248"/>
          <ac:grpSpMkLst>
            <pc:docMk/>
            <pc:sldMk cId="466515422" sldId="499"/>
            <ac:grpSpMk id="18" creationId="{0C8362D6-843F-9173-7472-1FB1DA74EAA8}"/>
          </ac:grpSpMkLst>
        </pc:grpChg>
        <pc:grpChg chg="add mod">
          <ac:chgData name="Khaled taha" userId="912087602c74ab8a" providerId="LiveId" clId="{58B121E7-63A7-4330-86D4-8A88A1192A57}" dt="2025-07-05T05:32:03.828" v="22252"/>
          <ac:grpSpMkLst>
            <pc:docMk/>
            <pc:sldMk cId="466515422" sldId="499"/>
            <ac:grpSpMk id="21" creationId="{A87409FC-5406-7957-DA7F-2979BDA09BFC}"/>
          </ac:grpSpMkLst>
        </pc:grpChg>
        <pc:grpChg chg="add mod">
          <ac:chgData name="Khaled taha" userId="912087602c74ab8a" providerId="LiveId" clId="{58B121E7-63A7-4330-86D4-8A88A1192A57}" dt="2025-07-05T05:32:03.828" v="22252"/>
          <ac:grpSpMkLst>
            <pc:docMk/>
            <pc:sldMk cId="466515422" sldId="499"/>
            <ac:grpSpMk id="30" creationId="{1CCADF0F-193B-9F8B-FC29-2105AB18A6C1}"/>
          </ac:grpSpMkLst>
        </pc:grpChg>
        <pc:picChg chg="del">
          <ac:chgData name="Khaled taha" userId="912087602c74ab8a" providerId="LiveId" clId="{58B121E7-63A7-4330-86D4-8A88A1192A57}" dt="2025-07-05T16:16:06.980" v="25041" actId="478"/>
          <ac:picMkLst>
            <pc:docMk/>
            <pc:sldMk cId="466515422" sldId="499"/>
            <ac:picMk id="3" creationId="{5524F0DE-29B5-038E-F0E0-4A7B070AA2AE}"/>
          </ac:picMkLst>
        </pc:picChg>
        <pc:picChg chg="add mod">
          <ac:chgData name="Khaled taha" userId="912087602c74ab8a" providerId="LiveId" clId="{58B121E7-63A7-4330-86D4-8A88A1192A57}" dt="2025-07-05T16:16:07.181" v="25042"/>
          <ac:picMkLst>
            <pc:docMk/>
            <pc:sldMk cId="466515422" sldId="499"/>
            <ac:picMk id="12" creationId="{29E14F4C-D422-18C2-C0FD-9E1BE0516983}"/>
          </ac:picMkLst>
        </pc:picChg>
        <pc:picChg chg="add del mod">
          <ac:chgData name="Khaled taha" userId="912087602c74ab8a" providerId="LiveId" clId="{58B121E7-63A7-4330-86D4-8A88A1192A57}" dt="2025-07-05T21:38:56.148" v="26592" actId="478"/>
          <ac:picMkLst>
            <pc:docMk/>
            <pc:sldMk cId="466515422" sldId="499"/>
            <ac:picMk id="16" creationId="{8A62BAFA-47BB-0310-5D92-568A3EB69E83}"/>
          </ac:picMkLst>
        </pc:picChg>
        <pc:picChg chg="add del mod">
          <ac:chgData name="Khaled taha" userId="912087602c74ab8a" providerId="LiveId" clId="{58B121E7-63A7-4330-86D4-8A88A1192A57}" dt="2025-07-05T22:25:45.009" v="26986" actId="478"/>
          <ac:picMkLst>
            <pc:docMk/>
            <pc:sldMk cId="466515422" sldId="499"/>
            <ac:picMk id="18" creationId="{AB927E27-5CFB-4085-60DA-EF6155CD6CFF}"/>
          </ac:picMkLst>
        </pc:picChg>
        <pc:picChg chg="add mod ord">
          <ac:chgData name="Khaled taha" userId="912087602c74ab8a" providerId="LiveId" clId="{58B121E7-63A7-4330-86D4-8A88A1192A57}" dt="2025-07-05T23:05:39.418" v="27276" actId="167"/>
          <ac:picMkLst>
            <pc:docMk/>
            <pc:sldMk cId="466515422" sldId="499"/>
            <ac:picMk id="19" creationId="{3E45A5C7-F14F-A8DD-8D6A-409852156A76}"/>
          </ac:picMkLst>
        </pc:picChg>
        <pc:picChg chg="add del mod">
          <ac:chgData name="Khaled taha" userId="912087602c74ab8a" providerId="LiveId" clId="{58B121E7-63A7-4330-86D4-8A88A1192A57}" dt="2025-07-05T22:33:40.833" v="27019" actId="478"/>
          <ac:picMkLst>
            <pc:docMk/>
            <pc:sldMk cId="466515422" sldId="499"/>
            <ac:picMk id="20" creationId="{800F5800-EB78-8816-1FC0-5EA640A6B95E}"/>
          </ac:picMkLst>
        </pc:picChg>
        <pc:picChg chg="add del mod">
          <ac:chgData name="Khaled taha" userId="912087602c74ab8a" providerId="LiveId" clId="{58B121E7-63A7-4330-86D4-8A88A1192A57}" dt="2025-07-05T22:49:18.489" v="27113" actId="478"/>
          <ac:picMkLst>
            <pc:docMk/>
            <pc:sldMk cId="466515422" sldId="499"/>
            <ac:picMk id="24" creationId="{B6ABB2E3-3515-D2F5-F18E-BB8C07E4E03F}"/>
          </ac:picMkLst>
        </pc:picChg>
        <pc:picChg chg="add mod">
          <ac:chgData name="Khaled taha" userId="912087602c74ab8a" providerId="LiveId" clId="{58B121E7-63A7-4330-86D4-8A88A1192A57}" dt="2025-07-05T22:48:52.430" v="27106" actId="931"/>
          <ac:picMkLst>
            <pc:docMk/>
            <pc:sldMk cId="466515422" sldId="499"/>
            <ac:picMk id="26" creationId="{4A53E43F-8A1D-702F-249C-6BCE4C969090}"/>
          </ac:picMkLst>
        </pc:picChg>
        <pc:picChg chg="add mod ord">
          <ac:chgData name="Khaled taha" userId="912087602c74ab8a" providerId="LiveId" clId="{58B121E7-63A7-4330-86D4-8A88A1192A57}" dt="2025-07-05T23:05:39.418" v="27276" actId="167"/>
          <ac:picMkLst>
            <pc:docMk/>
            <pc:sldMk cId="466515422" sldId="499"/>
            <ac:picMk id="27" creationId="{AFB6FB10-CBDA-C59D-6096-BF5B93FCCD23}"/>
          </ac:picMkLst>
        </pc:picChg>
        <pc:picChg chg="add mod">
          <ac:chgData name="Khaled taha" userId="912087602c74ab8a" providerId="LiveId" clId="{58B121E7-63A7-4330-86D4-8A88A1192A57}" dt="2025-07-05T23:14:59.176" v="27371"/>
          <ac:picMkLst>
            <pc:docMk/>
            <pc:sldMk cId="466515422" sldId="499"/>
            <ac:picMk id="28" creationId="{8AD07926-FFE5-B6CC-3B45-3F02A00DABDC}"/>
          </ac:picMkLst>
        </pc:picChg>
        <pc:cxnChg chg="del">
          <ac:chgData name="Khaled taha" userId="912087602c74ab8a" providerId="LiveId" clId="{58B121E7-63A7-4330-86D4-8A88A1192A57}" dt="2025-07-05T16:16:06.980" v="25041" actId="478"/>
          <ac:cxnSpMkLst>
            <pc:docMk/>
            <pc:sldMk cId="466515422" sldId="499"/>
            <ac:cxnSpMk id="7" creationId="{16BDC2FE-E96E-3E7A-2A33-CCA66ECF3210}"/>
          </ac:cxnSpMkLst>
        </pc:cxnChg>
        <pc:cxnChg chg="add del mod">
          <ac:chgData name="Khaled taha" userId="912087602c74ab8a" providerId="LiveId" clId="{58B121E7-63A7-4330-86D4-8A88A1192A57}" dt="2025-07-05T16:21:58.674" v="25117" actId="478"/>
          <ac:cxnSpMkLst>
            <pc:docMk/>
            <pc:sldMk cId="466515422" sldId="499"/>
            <ac:cxnSpMk id="13" creationId="{3FDDBDBB-AF2B-113D-466C-C7FB0FA04DDB}"/>
          </ac:cxnSpMkLst>
        </pc:cxnChg>
        <pc:cxnChg chg="add del mod">
          <ac:chgData name="Khaled taha" userId="912087602c74ab8a" providerId="LiveId" clId="{58B121E7-63A7-4330-86D4-8A88A1192A57}" dt="2025-07-05T16:24:30.559" v="25171" actId="478"/>
          <ac:cxnSpMkLst>
            <pc:docMk/>
            <pc:sldMk cId="466515422" sldId="499"/>
            <ac:cxnSpMk id="14" creationId="{00555CCA-D079-72CC-B0C8-C711FE881FCC}"/>
          </ac:cxnSpMkLst>
        </pc:cxnChg>
        <pc:cxnChg chg="add mod">
          <ac:chgData name="Khaled taha" userId="912087602c74ab8a" providerId="LiveId" clId="{58B121E7-63A7-4330-86D4-8A88A1192A57}" dt="2025-07-05T16:24:30.804" v="25172"/>
          <ac:cxnSpMkLst>
            <pc:docMk/>
            <pc:sldMk cId="466515422" sldId="499"/>
            <ac:cxnSpMk id="15" creationId="{1B19AF01-3EE4-B90F-93D5-3E250B890865}"/>
          </ac:cxnSpMkLst>
        </pc:cxnChg>
      </pc:sldChg>
      <pc:sldChg chg="addSp delSp modSp add del mod ord modTransition">
        <pc:chgData name="Khaled taha" userId="912087602c74ab8a" providerId="LiveId" clId="{58B121E7-63A7-4330-86D4-8A88A1192A57}" dt="2025-07-06T00:57:33.837" v="29012"/>
        <pc:sldMkLst>
          <pc:docMk/>
          <pc:sldMk cId="4181357636" sldId="500"/>
        </pc:sldMkLst>
        <pc:spChg chg="del mod">
          <ac:chgData name="Khaled taha" userId="912087602c74ab8a" providerId="LiveId" clId="{58B121E7-63A7-4330-86D4-8A88A1192A57}" dt="2025-07-05T16:27:11.865" v="25218" actId="478"/>
          <ac:spMkLst>
            <pc:docMk/>
            <pc:sldMk cId="4181357636" sldId="500"/>
            <ac:spMk id="2" creationId="{43A688FA-F031-4355-F0EA-C4A3829C4E8C}"/>
          </ac:spMkLst>
        </pc:spChg>
        <pc:spChg chg="add del mod">
          <ac:chgData name="Khaled taha" userId="912087602c74ab8a" providerId="LiveId" clId="{58B121E7-63A7-4330-86D4-8A88A1192A57}" dt="2025-07-06T00:57:33.635" v="29011" actId="478"/>
          <ac:spMkLst>
            <pc:docMk/>
            <pc:sldMk cId="4181357636" sldId="500"/>
            <ac:spMk id="4" creationId="{0665B66A-2A02-790C-D7F6-3306E5DF1AFD}"/>
          </ac:spMkLst>
        </pc:spChg>
        <pc:spChg chg="del">
          <ac:chgData name="Khaled taha" userId="912087602c74ab8a" providerId="LiveId" clId="{58B121E7-63A7-4330-86D4-8A88A1192A57}" dt="2025-07-05T06:53:30.824" v="22764" actId="478"/>
          <ac:spMkLst>
            <pc:docMk/>
            <pc:sldMk cId="4181357636" sldId="500"/>
            <ac:spMk id="4" creationId="{D803AB5E-F4A8-195A-0DED-3F6F282F5921}"/>
          </ac:spMkLst>
        </pc:spChg>
        <pc:spChg chg="add mod">
          <ac:chgData name="Khaled taha" userId="912087602c74ab8a" providerId="LiveId" clId="{58B121E7-63A7-4330-86D4-8A88A1192A57}" dt="2025-07-05T16:27:12.150" v="25219"/>
          <ac:spMkLst>
            <pc:docMk/>
            <pc:sldMk cId="4181357636" sldId="500"/>
            <ac:spMk id="6" creationId="{183E5981-94E8-0907-93B5-02FD752B815F}"/>
          </ac:spMkLst>
        </pc:spChg>
        <pc:spChg chg="add del mod">
          <ac:chgData name="Khaled taha" userId="912087602c74ab8a" providerId="LiveId" clId="{58B121E7-63A7-4330-86D4-8A88A1192A57}" dt="2025-07-05T07:51:54.950" v="23373" actId="478"/>
          <ac:spMkLst>
            <pc:docMk/>
            <pc:sldMk cId="4181357636" sldId="500"/>
            <ac:spMk id="6" creationId="{F7FB33EA-FADE-9702-CCAD-4BDE9C989036}"/>
          </ac:spMkLst>
        </pc:spChg>
        <pc:spChg chg="add del mod ord">
          <ac:chgData name="Khaled taha" userId="912087602c74ab8a" providerId="LiveId" clId="{58B121E7-63A7-4330-86D4-8A88A1192A57}" dt="2025-07-05T07:11:24" v="22887" actId="478"/>
          <ac:spMkLst>
            <pc:docMk/>
            <pc:sldMk cId="4181357636" sldId="500"/>
            <ac:spMk id="7" creationId="{4349FCDE-4A00-30BF-6A77-3954E016834E}"/>
          </ac:spMkLst>
        </pc:spChg>
        <pc:spChg chg="add mod">
          <ac:chgData name="Khaled taha" userId="912087602c74ab8a" providerId="LiveId" clId="{58B121E7-63A7-4330-86D4-8A88A1192A57}" dt="2025-07-05T06:59:55.699" v="22789" actId="571"/>
          <ac:spMkLst>
            <pc:docMk/>
            <pc:sldMk cId="4181357636" sldId="500"/>
            <ac:spMk id="8" creationId="{61797867-753F-7AD5-3B76-B68A03B09FC7}"/>
          </ac:spMkLst>
        </pc:spChg>
        <pc:spChg chg="add mod">
          <ac:chgData name="Khaled taha" userId="912087602c74ab8a" providerId="LiveId" clId="{58B121E7-63A7-4330-86D4-8A88A1192A57}" dt="2025-07-06T00:57:33.837" v="29012"/>
          <ac:spMkLst>
            <pc:docMk/>
            <pc:sldMk cId="4181357636" sldId="500"/>
            <ac:spMk id="9" creationId="{5BE8F456-3DFC-9F5E-EE1C-0B11467C4FD7}"/>
          </ac:spMkLst>
        </pc:spChg>
        <pc:spChg chg="add mod">
          <ac:chgData name="Khaled taha" userId="912087602c74ab8a" providerId="LiveId" clId="{58B121E7-63A7-4330-86D4-8A88A1192A57}" dt="2025-07-05T06:59:55.458" v="22788" actId="571"/>
          <ac:spMkLst>
            <pc:docMk/>
            <pc:sldMk cId="4181357636" sldId="500"/>
            <ac:spMk id="9" creationId="{D377718E-CFBF-8A5C-7104-B445DC8E90A7}"/>
          </ac:spMkLst>
        </pc:spChg>
        <pc:spChg chg="add mod">
          <ac:chgData name="Khaled taha" userId="912087602c74ab8a" providerId="LiveId" clId="{58B121E7-63A7-4330-86D4-8A88A1192A57}" dt="2025-07-05T06:59:55.173" v="22787" actId="571"/>
          <ac:spMkLst>
            <pc:docMk/>
            <pc:sldMk cId="4181357636" sldId="500"/>
            <ac:spMk id="10" creationId="{BDE477F2-A3BF-7FA8-B216-E3FACE945F35}"/>
          </ac:spMkLst>
        </pc:spChg>
        <pc:spChg chg="add del mod">
          <ac:chgData name="Khaled taha" userId="912087602c74ab8a" providerId="LiveId" clId="{58B121E7-63A7-4330-86D4-8A88A1192A57}" dt="2025-07-05T07:11:24" v="22887" actId="478"/>
          <ac:spMkLst>
            <pc:docMk/>
            <pc:sldMk cId="4181357636" sldId="500"/>
            <ac:spMk id="11" creationId="{5BAF727F-B1F9-D8FD-5B95-29AB9AE9631C}"/>
          </ac:spMkLst>
        </pc:spChg>
        <pc:spChg chg="add del mod ord">
          <ac:chgData name="Khaled taha" userId="912087602c74ab8a" providerId="LiveId" clId="{58B121E7-63A7-4330-86D4-8A88A1192A57}" dt="2025-07-05T07:11:24" v="22887" actId="478"/>
          <ac:spMkLst>
            <pc:docMk/>
            <pc:sldMk cId="4181357636" sldId="500"/>
            <ac:spMk id="12" creationId="{01DC1906-41FB-B1B3-A9FE-7DDE641F4A91}"/>
          </ac:spMkLst>
        </pc:spChg>
        <pc:spChg chg="add del mod ord">
          <ac:chgData name="Khaled taha" userId="912087602c74ab8a" providerId="LiveId" clId="{58B121E7-63A7-4330-86D4-8A88A1192A57}" dt="2025-07-05T07:11:24" v="22887" actId="478"/>
          <ac:spMkLst>
            <pc:docMk/>
            <pc:sldMk cId="4181357636" sldId="500"/>
            <ac:spMk id="13" creationId="{4EA966AE-C86D-C77B-613B-5E4D005B8C4E}"/>
          </ac:spMkLst>
        </pc:spChg>
        <pc:spChg chg="add del mod ord">
          <ac:chgData name="Khaled taha" userId="912087602c74ab8a" providerId="LiveId" clId="{58B121E7-63A7-4330-86D4-8A88A1192A57}" dt="2025-07-05T07:11:24" v="22887" actId="478"/>
          <ac:spMkLst>
            <pc:docMk/>
            <pc:sldMk cId="4181357636" sldId="500"/>
            <ac:spMk id="14" creationId="{F5F5D8AD-EEB3-C7F6-5AB7-5129841C9734}"/>
          </ac:spMkLst>
        </pc:spChg>
        <pc:spChg chg="add del mod">
          <ac:chgData name="Khaled taha" userId="912087602c74ab8a" providerId="LiveId" clId="{58B121E7-63A7-4330-86D4-8A88A1192A57}" dt="2025-07-05T07:11:24" v="22887" actId="478"/>
          <ac:spMkLst>
            <pc:docMk/>
            <pc:sldMk cId="4181357636" sldId="500"/>
            <ac:spMk id="15" creationId="{FCD0BBF1-5C46-4224-2BAD-7256F23AC1FF}"/>
          </ac:spMkLst>
        </pc:spChg>
        <pc:spChg chg="add del mod">
          <ac:chgData name="Khaled taha" userId="912087602c74ab8a" providerId="LiveId" clId="{58B121E7-63A7-4330-86D4-8A88A1192A57}" dt="2025-07-05T07:11:30.371" v="22889" actId="478"/>
          <ac:spMkLst>
            <pc:docMk/>
            <pc:sldMk cId="4181357636" sldId="500"/>
            <ac:spMk id="16" creationId="{19EE4B67-9B91-1AC4-A309-8D17715F73DE}"/>
          </ac:spMkLst>
        </pc:spChg>
        <pc:spChg chg="add del mod">
          <ac:chgData name="Khaled taha" userId="912087602c74ab8a" providerId="LiveId" clId="{58B121E7-63A7-4330-86D4-8A88A1192A57}" dt="2025-07-05T08:12:37.216" v="23643" actId="478"/>
          <ac:spMkLst>
            <pc:docMk/>
            <pc:sldMk cId="4181357636" sldId="500"/>
            <ac:spMk id="17" creationId="{FC06D8BA-A2B3-9EA5-46D6-D2D6BB314C5B}"/>
          </ac:spMkLst>
        </pc:spChg>
        <pc:spChg chg="add del mod">
          <ac:chgData name="Khaled taha" userId="912087602c74ab8a" providerId="LiveId" clId="{58B121E7-63A7-4330-86D4-8A88A1192A57}" dt="2025-07-05T08:12:37.216" v="23643" actId="478"/>
          <ac:spMkLst>
            <pc:docMk/>
            <pc:sldMk cId="4181357636" sldId="500"/>
            <ac:spMk id="18" creationId="{D96CC115-8E70-D66A-6CEF-30F615D42482}"/>
          </ac:spMkLst>
        </pc:spChg>
        <pc:spChg chg="add del mod">
          <ac:chgData name="Khaled taha" userId="912087602c74ab8a" providerId="LiveId" clId="{58B121E7-63A7-4330-86D4-8A88A1192A57}" dt="2025-07-05T08:12:37.216" v="23643" actId="478"/>
          <ac:spMkLst>
            <pc:docMk/>
            <pc:sldMk cId="4181357636" sldId="500"/>
            <ac:spMk id="19" creationId="{64C69BF1-43B8-2C55-D355-DE63AF38EBC7}"/>
          </ac:spMkLst>
        </pc:spChg>
        <pc:spChg chg="add del mod">
          <ac:chgData name="Khaled taha" userId="912087602c74ab8a" providerId="LiveId" clId="{58B121E7-63A7-4330-86D4-8A88A1192A57}" dt="2025-07-05T08:12:37.216" v="23643" actId="478"/>
          <ac:spMkLst>
            <pc:docMk/>
            <pc:sldMk cId="4181357636" sldId="500"/>
            <ac:spMk id="20" creationId="{0E9B4B10-D376-F36D-52BD-11EB8C650DA1}"/>
          </ac:spMkLst>
        </pc:spChg>
        <pc:spChg chg="add del mod">
          <ac:chgData name="Khaled taha" userId="912087602c74ab8a" providerId="LiveId" clId="{58B121E7-63A7-4330-86D4-8A88A1192A57}" dt="2025-07-05T08:12:37.216" v="23643" actId="478"/>
          <ac:spMkLst>
            <pc:docMk/>
            <pc:sldMk cId="4181357636" sldId="500"/>
            <ac:spMk id="21" creationId="{3D175F8B-F301-7790-8416-2569756DA789}"/>
          </ac:spMkLst>
        </pc:spChg>
        <pc:spChg chg="add del mod">
          <ac:chgData name="Khaled taha" userId="912087602c74ab8a" providerId="LiveId" clId="{58B121E7-63A7-4330-86D4-8A88A1192A57}" dt="2025-07-05T08:12:37.216" v="23643" actId="478"/>
          <ac:spMkLst>
            <pc:docMk/>
            <pc:sldMk cId="4181357636" sldId="500"/>
            <ac:spMk id="22" creationId="{CA925322-8FF0-C498-7BEB-C3479A98DBAD}"/>
          </ac:spMkLst>
        </pc:spChg>
        <pc:spChg chg="add del mod">
          <ac:chgData name="Khaled taha" userId="912087602c74ab8a" providerId="LiveId" clId="{58B121E7-63A7-4330-86D4-8A88A1192A57}" dt="2025-07-05T08:12:37.216" v="23643" actId="478"/>
          <ac:spMkLst>
            <pc:docMk/>
            <pc:sldMk cId="4181357636" sldId="500"/>
            <ac:spMk id="23" creationId="{8B3D7618-8BE6-2102-6359-A1B97DAA17C7}"/>
          </ac:spMkLst>
        </pc:spChg>
        <pc:spChg chg="mod">
          <ac:chgData name="Khaled taha" userId="912087602c74ab8a" providerId="LiveId" clId="{58B121E7-63A7-4330-86D4-8A88A1192A57}" dt="2025-07-05T08:10:46.090" v="23613"/>
          <ac:spMkLst>
            <pc:docMk/>
            <pc:sldMk cId="4181357636" sldId="500"/>
            <ac:spMk id="26" creationId="{4C8585C5-C0CA-287B-75E4-C4936B45CFEA}"/>
          </ac:spMkLst>
        </pc:spChg>
        <pc:spChg chg="mod">
          <ac:chgData name="Khaled taha" userId="912087602c74ab8a" providerId="LiveId" clId="{58B121E7-63A7-4330-86D4-8A88A1192A57}" dt="2025-07-05T08:10:46.090" v="23613"/>
          <ac:spMkLst>
            <pc:docMk/>
            <pc:sldMk cId="4181357636" sldId="500"/>
            <ac:spMk id="27" creationId="{C3C15A1A-0A69-C050-14F3-0D62D40206DF}"/>
          </ac:spMkLst>
        </pc:spChg>
        <pc:spChg chg="add mod">
          <ac:chgData name="Khaled taha" userId="912087602c74ab8a" providerId="LiveId" clId="{58B121E7-63A7-4330-86D4-8A88A1192A57}" dt="2025-07-05T08:11:10.350" v="23615" actId="552"/>
          <ac:spMkLst>
            <pc:docMk/>
            <pc:sldMk cId="4181357636" sldId="500"/>
            <ac:spMk id="28" creationId="{09B78574-3C6E-8EC3-43AF-2B50C9D7EC5E}"/>
          </ac:spMkLst>
        </pc:spChg>
        <pc:spChg chg="add mod">
          <ac:chgData name="Khaled taha" userId="912087602c74ab8a" providerId="LiveId" clId="{58B121E7-63A7-4330-86D4-8A88A1192A57}" dt="2025-07-05T08:11:10.350" v="23615" actId="552"/>
          <ac:spMkLst>
            <pc:docMk/>
            <pc:sldMk cId="4181357636" sldId="500"/>
            <ac:spMk id="29" creationId="{0064C8DF-2A6C-A94C-FCD3-B5BD724C1CA6}"/>
          </ac:spMkLst>
        </pc:spChg>
        <pc:spChg chg="del">
          <ac:chgData name="Khaled taha" userId="912087602c74ab8a" providerId="LiveId" clId="{58B121E7-63A7-4330-86D4-8A88A1192A57}" dt="2025-07-05T06:53:30.824" v="22764" actId="478"/>
          <ac:spMkLst>
            <pc:docMk/>
            <pc:sldMk cId="4181357636" sldId="500"/>
            <ac:spMk id="30" creationId="{9907B196-9E0B-03A2-5C50-04F96DADC0C8}"/>
          </ac:spMkLst>
        </pc:spChg>
        <pc:spChg chg="mod">
          <ac:chgData name="Khaled taha" userId="912087602c74ab8a" providerId="LiveId" clId="{58B121E7-63A7-4330-86D4-8A88A1192A57}" dt="2025-07-05T08:10:46.090" v="23613"/>
          <ac:spMkLst>
            <pc:docMk/>
            <pc:sldMk cId="4181357636" sldId="500"/>
            <ac:spMk id="33" creationId="{FD9A0A03-195A-A374-10B5-ABD31EE34746}"/>
          </ac:spMkLst>
        </pc:spChg>
        <pc:spChg chg="mod">
          <ac:chgData name="Khaled taha" userId="912087602c74ab8a" providerId="LiveId" clId="{58B121E7-63A7-4330-86D4-8A88A1192A57}" dt="2025-07-05T08:10:46.090" v="23613"/>
          <ac:spMkLst>
            <pc:docMk/>
            <pc:sldMk cId="4181357636" sldId="500"/>
            <ac:spMk id="34" creationId="{A6C01EFB-3008-A44B-DF89-6F7D18C6DAD4}"/>
          </ac:spMkLst>
        </pc:spChg>
        <pc:spChg chg="mod">
          <ac:chgData name="Khaled taha" userId="912087602c74ab8a" providerId="LiveId" clId="{58B121E7-63A7-4330-86D4-8A88A1192A57}" dt="2025-07-05T08:10:46.090" v="23613"/>
          <ac:spMkLst>
            <pc:docMk/>
            <pc:sldMk cId="4181357636" sldId="500"/>
            <ac:spMk id="36" creationId="{75CF633F-6A61-3675-EC35-EB5DF136CC5E}"/>
          </ac:spMkLst>
        </pc:spChg>
        <pc:spChg chg="mod">
          <ac:chgData name="Khaled taha" userId="912087602c74ab8a" providerId="LiveId" clId="{58B121E7-63A7-4330-86D4-8A88A1192A57}" dt="2025-07-05T08:10:46.090" v="23613"/>
          <ac:spMkLst>
            <pc:docMk/>
            <pc:sldMk cId="4181357636" sldId="500"/>
            <ac:spMk id="37" creationId="{AC358DCB-EF6F-093F-656F-15462731F5C6}"/>
          </ac:spMkLst>
        </pc:spChg>
        <pc:spChg chg="mod">
          <ac:chgData name="Khaled taha" userId="912087602c74ab8a" providerId="LiveId" clId="{58B121E7-63A7-4330-86D4-8A88A1192A57}" dt="2025-07-05T08:10:46.090" v="23613"/>
          <ac:spMkLst>
            <pc:docMk/>
            <pc:sldMk cId="4181357636" sldId="500"/>
            <ac:spMk id="40" creationId="{7A5283BD-D276-B823-5465-53ED1946CC67}"/>
          </ac:spMkLst>
        </pc:spChg>
        <pc:spChg chg="mod">
          <ac:chgData name="Khaled taha" userId="912087602c74ab8a" providerId="LiveId" clId="{58B121E7-63A7-4330-86D4-8A88A1192A57}" dt="2025-07-05T08:10:46.090" v="23613"/>
          <ac:spMkLst>
            <pc:docMk/>
            <pc:sldMk cId="4181357636" sldId="500"/>
            <ac:spMk id="41" creationId="{C60C4BCA-9D45-7E17-D6B7-570AB278DBFC}"/>
          </ac:spMkLst>
        </pc:spChg>
        <pc:spChg chg="mod">
          <ac:chgData name="Khaled taha" userId="912087602c74ab8a" providerId="LiveId" clId="{58B121E7-63A7-4330-86D4-8A88A1192A57}" dt="2025-07-05T08:12:37.587" v="23644"/>
          <ac:spMkLst>
            <pc:docMk/>
            <pc:sldMk cId="4181357636" sldId="500"/>
            <ac:spMk id="43" creationId="{45F9E680-3B08-BAC2-4FF7-37443E10390F}"/>
          </ac:spMkLst>
        </pc:spChg>
        <pc:spChg chg="del">
          <ac:chgData name="Khaled taha" userId="912087602c74ab8a" providerId="LiveId" clId="{58B121E7-63A7-4330-86D4-8A88A1192A57}" dt="2025-07-05T08:19:56.468" v="23661" actId="478"/>
          <ac:spMkLst>
            <pc:docMk/>
            <pc:sldMk cId="4181357636" sldId="500"/>
            <ac:spMk id="47" creationId="{F9B96473-EDBE-18DB-7FBD-DA7915193E68}"/>
          </ac:spMkLst>
        </pc:spChg>
        <pc:spChg chg="mod">
          <ac:chgData name="Khaled taha" userId="912087602c74ab8a" providerId="LiveId" clId="{58B121E7-63A7-4330-86D4-8A88A1192A57}" dt="2025-07-05T08:12:37.587" v="23644"/>
          <ac:spMkLst>
            <pc:docMk/>
            <pc:sldMk cId="4181357636" sldId="500"/>
            <ac:spMk id="49" creationId="{C71EF84D-BB07-DB40-56EE-EB01C8DFCEC9}"/>
          </ac:spMkLst>
        </pc:spChg>
        <pc:spChg chg="mod">
          <ac:chgData name="Khaled taha" userId="912087602c74ab8a" providerId="LiveId" clId="{58B121E7-63A7-4330-86D4-8A88A1192A57}" dt="2025-07-05T08:12:37.587" v="23644"/>
          <ac:spMkLst>
            <pc:docMk/>
            <pc:sldMk cId="4181357636" sldId="500"/>
            <ac:spMk id="51" creationId="{0041F103-64EA-08C8-0AA2-CA60CD2AD98B}"/>
          </ac:spMkLst>
        </pc:spChg>
        <pc:spChg chg="mod">
          <ac:chgData name="Khaled taha" userId="912087602c74ab8a" providerId="LiveId" clId="{58B121E7-63A7-4330-86D4-8A88A1192A57}" dt="2025-07-05T08:12:37.587" v="23644"/>
          <ac:spMkLst>
            <pc:docMk/>
            <pc:sldMk cId="4181357636" sldId="500"/>
            <ac:spMk id="52" creationId="{CAECAF7E-0289-148C-7F21-E3B653504040}"/>
          </ac:spMkLst>
        </pc:spChg>
        <pc:spChg chg="del mod">
          <ac:chgData name="Khaled taha" userId="912087602c74ab8a" providerId="LiveId" clId="{58B121E7-63A7-4330-86D4-8A88A1192A57}" dt="2025-07-05T08:19:55.034" v="23659" actId="478"/>
          <ac:spMkLst>
            <pc:docMk/>
            <pc:sldMk cId="4181357636" sldId="500"/>
            <ac:spMk id="55" creationId="{BF0C8292-C169-AB52-4FB2-799ECA0E81AB}"/>
          </ac:spMkLst>
        </pc:spChg>
        <pc:spChg chg="del mod">
          <ac:chgData name="Khaled taha" userId="912087602c74ab8a" providerId="LiveId" clId="{58B121E7-63A7-4330-86D4-8A88A1192A57}" dt="2025-07-05T08:19:54.136" v="23658" actId="478"/>
          <ac:spMkLst>
            <pc:docMk/>
            <pc:sldMk cId="4181357636" sldId="500"/>
            <ac:spMk id="59" creationId="{80440B2B-AD5E-DFFB-D9FF-F3075B29B664}"/>
          </ac:spMkLst>
        </pc:spChg>
        <pc:spChg chg="mod">
          <ac:chgData name="Khaled taha" userId="912087602c74ab8a" providerId="LiveId" clId="{58B121E7-63A7-4330-86D4-8A88A1192A57}" dt="2025-07-05T08:12:37.587" v="23644"/>
          <ac:spMkLst>
            <pc:docMk/>
            <pc:sldMk cId="4181357636" sldId="500"/>
            <ac:spMk id="61" creationId="{1B98F03B-C7F0-3BF9-3AEB-3553187ECE43}"/>
          </ac:spMkLst>
        </pc:spChg>
        <pc:spChg chg="mod">
          <ac:chgData name="Khaled taha" userId="912087602c74ab8a" providerId="LiveId" clId="{58B121E7-63A7-4330-86D4-8A88A1192A57}" dt="2025-07-05T08:12:37.587" v="23644"/>
          <ac:spMkLst>
            <pc:docMk/>
            <pc:sldMk cId="4181357636" sldId="500"/>
            <ac:spMk id="62" creationId="{7AA74F2C-0B60-763C-AB41-538211AA463F}"/>
          </ac:spMkLst>
        </pc:spChg>
        <pc:spChg chg="del">
          <ac:chgData name="Khaled taha" userId="912087602c74ab8a" providerId="LiveId" clId="{58B121E7-63A7-4330-86D4-8A88A1192A57}" dt="2025-07-05T06:53:30.824" v="22764" actId="478"/>
          <ac:spMkLst>
            <pc:docMk/>
            <pc:sldMk cId="4181357636" sldId="500"/>
            <ac:spMk id="65" creationId="{AE26CE33-9C43-667F-50F1-1535B58E1089}"/>
          </ac:spMkLst>
        </pc:spChg>
        <pc:spChg chg="mod">
          <ac:chgData name="Khaled taha" userId="912087602c74ab8a" providerId="LiveId" clId="{58B121E7-63A7-4330-86D4-8A88A1192A57}" dt="2025-07-05T08:12:37.587" v="23644"/>
          <ac:spMkLst>
            <pc:docMk/>
            <pc:sldMk cId="4181357636" sldId="500"/>
            <ac:spMk id="67" creationId="{AF55580F-E55B-57DC-7162-09D1DD87631C}"/>
          </ac:spMkLst>
        </pc:spChg>
        <pc:spChg chg="mod">
          <ac:chgData name="Khaled taha" userId="912087602c74ab8a" providerId="LiveId" clId="{58B121E7-63A7-4330-86D4-8A88A1192A57}" dt="2025-07-05T08:12:37.587" v="23644"/>
          <ac:spMkLst>
            <pc:docMk/>
            <pc:sldMk cId="4181357636" sldId="500"/>
            <ac:spMk id="68" creationId="{62723F93-A366-2ED5-3A7A-6A29A2719FBA}"/>
          </ac:spMkLst>
        </pc:spChg>
        <pc:spChg chg="add del mod">
          <ac:chgData name="Khaled taha" userId="912087602c74ab8a" providerId="LiveId" clId="{58B121E7-63A7-4330-86D4-8A88A1192A57}" dt="2025-07-05T08:20:41.254" v="23668" actId="21"/>
          <ac:spMkLst>
            <pc:docMk/>
            <pc:sldMk cId="4181357636" sldId="500"/>
            <ac:spMk id="69" creationId="{4C163FE1-6079-401E-7121-C9DCDD208170}"/>
          </ac:spMkLst>
        </pc:spChg>
        <pc:spChg chg="del">
          <ac:chgData name="Khaled taha" userId="912087602c74ab8a" providerId="LiveId" clId="{58B121E7-63A7-4330-86D4-8A88A1192A57}" dt="2025-07-05T06:53:30.824" v="22764" actId="478"/>
          <ac:spMkLst>
            <pc:docMk/>
            <pc:sldMk cId="4181357636" sldId="500"/>
            <ac:spMk id="71" creationId="{D0DA80F7-7ADD-17F0-6240-3E79C5F871D2}"/>
          </ac:spMkLst>
        </pc:spChg>
        <pc:spChg chg="del">
          <ac:chgData name="Khaled taha" userId="912087602c74ab8a" providerId="LiveId" clId="{58B121E7-63A7-4330-86D4-8A88A1192A57}" dt="2025-07-05T06:53:30.824" v="22764" actId="478"/>
          <ac:spMkLst>
            <pc:docMk/>
            <pc:sldMk cId="4181357636" sldId="500"/>
            <ac:spMk id="72" creationId="{5EB734EF-C1A5-5166-DDD5-A316D45D661F}"/>
          </ac:spMkLst>
        </pc:spChg>
        <pc:spChg chg="mod">
          <ac:chgData name="Khaled taha" userId="912087602c74ab8a" providerId="LiveId" clId="{58B121E7-63A7-4330-86D4-8A88A1192A57}" dt="2025-07-05T08:29:52.479" v="23759"/>
          <ac:spMkLst>
            <pc:docMk/>
            <pc:sldMk cId="4181357636" sldId="500"/>
            <ac:spMk id="73" creationId="{5AA3AA50-8294-2E15-22C0-06F3A408A6E0}"/>
          </ac:spMkLst>
        </pc:spChg>
        <pc:spChg chg="del">
          <ac:chgData name="Khaled taha" userId="912087602c74ab8a" providerId="LiveId" clId="{58B121E7-63A7-4330-86D4-8A88A1192A57}" dt="2025-07-05T06:53:30.824" v="22764" actId="478"/>
          <ac:spMkLst>
            <pc:docMk/>
            <pc:sldMk cId="4181357636" sldId="500"/>
            <ac:spMk id="76" creationId="{AA7B44E9-EEC6-6F36-9869-41BAC6891FE5}"/>
          </ac:spMkLst>
        </pc:spChg>
        <pc:spChg chg="mod">
          <ac:chgData name="Khaled taha" userId="912087602c74ab8a" providerId="LiveId" clId="{58B121E7-63A7-4330-86D4-8A88A1192A57}" dt="2025-07-05T08:29:52.479" v="23759"/>
          <ac:spMkLst>
            <pc:docMk/>
            <pc:sldMk cId="4181357636" sldId="500"/>
            <ac:spMk id="77" creationId="{827841AF-5838-73F1-2D05-071515538E4E}"/>
          </ac:spMkLst>
        </pc:spChg>
        <pc:spChg chg="del">
          <ac:chgData name="Khaled taha" userId="912087602c74ab8a" providerId="LiveId" clId="{58B121E7-63A7-4330-86D4-8A88A1192A57}" dt="2025-07-05T06:53:30.824" v="22764" actId="478"/>
          <ac:spMkLst>
            <pc:docMk/>
            <pc:sldMk cId="4181357636" sldId="500"/>
            <ac:spMk id="79" creationId="{C6657883-A491-2186-4EC0-C870DAE508C4}"/>
          </ac:spMkLst>
        </pc:spChg>
        <pc:spChg chg="del">
          <ac:chgData name="Khaled taha" userId="912087602c74ab8a" providerId="LiveId" clId="{58B121E7-63A7-4330-86D4-8A88A1192A57}" dt="2025-07-05T06:53:30.824" v="22764" actId="478"/>
          <ac:spMkLst>
            <pc:docMk/>
            <pc:sldMk cId="4181357636" sldId="500"/>
            <ac:spMk id="80" creationId="{76173EF7-AD38-F7EF-F794-544BB50592E7}"/>
          </ac:spMkLst>
        </pc:spChg>
        <pc:spChg chg="mod">
          <ac:chgData name="Khaled taha" userId="912087602c74ab8a" providerId="LiveId" clId="{58B121E7-63A7-4330-86D4-8A88A1192A57}" dt="2025-07-05T08:30:16.767" v="23805"/>
          <ac:spMkLst>
            <pc:docMk/>
            <pc:sldMk cId="4181357636" sldId="500"/>
            <ac:spMk id="81" creationId="{14191D2D-7152-190B-3EC4-6E7BB261FFEA}"/>
          </ac:spMkLst>
        </pc:spChg>
        <pc:spChg chg="mod">
          <ac:chgData name="Khaled taha" userId="912087602c74ab8a" providerId="LiveId" clId="{58B121E7-63A7-4330-86D4-8A88A1192A57}" dt="2025-07-05T08:30:16.767" v="23805"/>
          <ac:spMkLst>
            <pc:docMk/>
            <pc:sldMk cId="4181357636" sldId="500"/>
            <ac:spMk id="82" creationId="{A0F34B5A-F7A9-8783-02B5-B9522BE9EE41}"/>
          </ac:spMkLst>
        </pc:spChg>
        <pc:spChg chg="mod">
          <ac:chgData name="Khaled taha" userId="912087602c74ab8a" providerId="LiveId" clId="{58B121E7-63A7-4330-86D4-8A88A1192A57}" dt="2025-07-05T08:30:22.320" v="23809"/>
          <ac:spMkLst>
            <pc:docMk/>
            <pc:sldMk cId="4181357636" sldId="500"/>
            <ac:spMk id="84" creationId="{D54C9A7A-9E56-1D94-262A-FFB72F7C7553}"/>
          </ac:spMkLst>
        </pc:spChg>
        <pc:spChg chg="mod">
          <ac:chgData name="Khaled taha" userId="912087602c74ab8a" providerId="LiveId" clId="{58B121E7-63A7-4330-86D4-8A88A1192A57}" dt="2025-07-05T08:30:22.320" v="23809"/>
          <ac:spMkLst>
            <pc:docMk/>
            <pc:sldMk cId="4181357636" sldId="500"/>
            <ac:spMk id="85" creationId="{46FCDA35-A8F8-9571-6349-C2E1A3593100}"/>
          </ac:spMkLst>
        </pc:spChg>
        <pc:spChg chg="del">
          <ac:chgData name="Khaled taha" userId="912087602c74ab8a" providerId="LiveId" clId="{58B121E7-63A7-4330-86D4-8A88A1192A57}" dt="2025-07-05T06:53:30.824" v="22764" actId="478"/>
          <ac:spMkLst>
            <pc:docMk/>
            <pc:sldMk cId="4181357636" sldId="500"/>
            <ac:spMk id="88" creationId="{AE782011-F81C-EA4F-A810-023846C55838}"/>
          </ac:spMkLst>
        </pc:spChg>
        <pc:spChg chg="del">
          <ac:chgData name="Khaled taha" userId="912087602c74ab8a" providerId="LiveId" clId="{58B121E7-63A7-4330-86D4-8A88A1192A57}" dt="2025-07-05T06:53:30.824" v="22764" actId="478"/>
          <ac:spMkLst>
            <pc:docMk/>
            <pc:sldMk cId="4181357636" sldId="500"/>
            <ac:spMk id="89" creationId="{B168C9A8-B19E-5DC1-C6B5-4AC451C5DFE9}"/>
          </ac:spMkLst>
        </pc:spChg>
        <pc:spChg chg="mod">
          <ac:chgData name="Khaled taha" userId="912087602c74ab8a" providerId="LiveId" clId="{58B121E7-63A7-4330-86D4-8A88A1192A57}" dt="2025-07-05T08:30:31.547" v="23815"/>
          <ac:spMkLst>
            <pc:docMk/>
            <pc:sldMk cId="4181357636" sldId="500"/>
            <ac:spMk id="90" creationId="{54C244CC-2384-C777-88E8-3AE04B2D1578}"/>
          </ac:spMkLst>
        </pc:spChg>
        <pc:spChg chg="mod">
          <ac:chgData name="Khaled taha" userId="912087602c74ab8a" providerId="LiveId" clId="{58B121E7-63A7-4330-86D4-8A88A1192A57}" dt="2025-07-05T08:30:31.547" v="23815"/>
          <ac:spMkLst>
            <pc:docMk/>
            <pc:sldMk cId="4181357636" sldId="500"/>
            <ac:spMk id="91" creationId="{A720444C-1BC4-2E92-79D6-5434CF39BE77}"/>
          </ac:spMkLst>
        </pc:spChg>
        <pc:spChg chg="mod">
          <ac:chgData name="Khaled taha" userId="912087602c74ab8a" providerId="LiveId" clId="{58B121E7-63A7-4330-86D4-8A88A1192A57}" dt="2025-07-05T08:31:21.889" v="23821"/>
          <ac:spMkLst>
            <pc:docMk/>
            <pc:sldMk cId="4181357636" sldId="500"/>
            <ac:spMk id="93" creationId="{EB883779-BD9B-AE21-44DE-88F2BB9108C1}"/>
          </ac:spMkLst>
        </pc:spChg>
        <pc:spChg chg="mod">
          <ac:chgData name="Khaled taha" userId="912087602c74ab8a" providerId="LiveId" clId="{58B121E7-63A7-4330-86D4-8A88A1192A57}" dt="2025-07-05T08:31:21.889" v="23821"/>
          <ac:spMkLst>
            <pc:docMk/>
            <pc:sldMk cId="4181357636" sldId="500"/>
            <ac:spMk id="94" creationId="{EAA823A9-2413-4E92-DE8E-DB9FDDA2BA99}"/>
          </ac:spMkLst>
        </pc:spChg>
        <pc:spChg chg="mod">
          <ac:chgData name="Khaled taha" userId="912087602c74ab8a" providerId="LiveId" clId="{58B121E7-63A7-4330-86D4-8A88A1192A57}" dt="2025-07-05T08:32:01.717" v="23829"/>
          <ac:spMkLst>
            <pc:docMk/>
            <pc:sldMk cId="4181357636" sldId="500"/>
            <ac:spMk id="96" creationId="{D4611252-F277-6785-AD9F-10F3B7F00C70}"/>
          </ac:spMkLst>
        </pc:spChg>
        <pc:spChg chg="mod">
          <ac:chgData name="Khaled taha" userId="912087602c74ab8a" providerId="LiveId" clId="{58B121E7-63A7-4330-86D4-8A88A1192A57}" dt="2025-07-05T08:32:01.717" v="23829"/>
          <ac:spMkLst>
            <pc:docMk/>
            <pc:sldMk cId="4181357636" sldId="500"/>
            <ac:spMk id="97" creationId="{B27B06FC-7C4A-4951-63A8-5FAE454148AC}"/>
          </ac:spMkLst>
        </pc:spChg>
        <pc:spChg chg="add del mod">
          <ac:chgData name="Khaled taha" userId="912087602c74ab8a" providerId="LiveId" clId="{58B121E7-63A7-4330-86D4-8A88A1192A57}" dt="2025-07-05T08:39:02.236" v="23874" actId="11529"/>
          <ac:spMkLst>
            <pc:docMk/>
            <pc:sldMk cId="4181357636" sldId="500"/>
            <ac:spMk id="100" creationId="{67778AD1-886A-EACC-F904-C3A5849A6AC8}"/>
          </ac:spMkLst>
        </pc:spChg>
        <pc:spChg chg="add del">
          <ac:chgData name="Khaled taha" userId="912087602c74ab8a" providerId="LiveId" clId="{58B121E7-63A7-4330-86D4-8A88A1192A57}" dt="2025-07-05T08:40:06.678" v="23881" actId="11529"/>
          <ac:spMkLst>
            <pc:docMk/>
            <pc:sldMk cId="4181357636" sldId="500"/>
            <ac:spMk id="104" creationId="{3C10E9E9-62D5-D031-5717-B3DC74E6D291}"/>
          </ac:spMkLst>
        </pc:spChg>
        <pc:spChg chg="add del">
          <ac:chgData name="Khaled taha" userId="912087602c74ab8a" providerId="LiveId" clId="{58B121E7-63A7-4330-86D4-8A88A1192A57}" dt="2025-07-05T08:40:24.368" v="23883" actId="11529"/>
          <ac:spMkLst>
            <pc:docMk/>
            <pc:sldMk cId="4181357636" sldId="500"/>
            <ac:spMk id="105" creationId="{DED1A0AE-B6D4-A5F9-0177-C9F798F3AB48}"/>
          </ac:spMkLst>
        </pc:spChg>
        <pc:spChg chg="add del mod">
          <ac:chgData name="Khaled taha" userId="912087602c74ab8a" providerId="LiveId" clId="{58B121E7-63A7-4330-86D4-8A88A1192A57}" dt="2025-07-05T08:42:42.303" v="23892" actId="478"/>
          <ac:spMkLst>
            <pc:docMk/>
            <pc:sldMk cId="4181357636" sldId="500"/>
            <ac:spMk id="106" creationId="{DF421724-29FA-1CAA-6648-FC6A4AFA5762}"/>
          </ac:spMkLst>
        </pc:spChg>
        <pc:spChg chg="add mod">
          <ac:chgData name="Khaled taha" userId="912087602c74ab8a" providerId="LiveId" clId="{58B121E7-63A7-4330-86D4-8A88A1192A57}" dt="2025-07-05T08:46:36.199" v="23956" actId="164"/>
          <ac:spMkLst>
            <pc:docMk/>
            <pc:sldMk cId="4181357636" sldId="500"/>
            <ac:spMk id="107" creationId="{C287065A-4C5A-B2CC-DA28-7DFE4C37FA6C}"/>
          </ac:spMkLst>
        </pc:spChg>
        <pc:spChg chg="add mod">
          <ac:chgData name="Khaled taha" userId="912087602c74ab8a" providerId="LiveId" clId="{58B121E7-63A7-4330-86D4-8A88A1192A57}" dt="2025-07-05T08:46:36.199" v="23956" actId="164"/>
          <ac:spMkLst>
            <pc:docMk/>
            <pc:sldMk cId="4181357636" sldId="500"/>
            <ac:spMk id="108" creationId="{C9B2989F-E86C-0A58-BA87-7141FE80AACA}"/>
          </ac:spMkLst>
        </pc:spChg>
        <pc:spChg chg="add mod">
          <ac:chgData name="Khaled taha" userId="912087602c74ab8a" providerId="LiveId" clId="{58B121E7-63A7-4330-86D4-8A88A1192A57}" dt="2025-07-05T09:07:07.239" v="24315"/>
          <ac:spMkLst>
            <pc:docMk/>
            <pc:sldMk cId="4181357636" sldId="500"/>
            <ac:spMk id="110" creationId="{56DFB6EB-472E-86E1-FA94-FBBED478DBF3}"/>
          </ac:spMkLst>
        </pc:spChg>
        <pc:spChg chg="add mod">
          <ac:chgData name="Khaled taha" userId="912087602c74ab8a" providerId="LiveId" clId="{58B121E7-63A7-4330-86D4-8A88A1192A57}" dt="2025-07-05T09:07:18.335" v="24316"/>
          <ac:spMkLst>
            <pc:docMk/>
            <pc:sldMk cId="4181357636" sldId="500"/>
            <ac:spMk id="111" creationId="{8704C826-46C1-F967-69A1-BCF37333393E}"/>
          </ac:spMkLst>
        </pc:spChg>
        <pc:spChg chg="add del mod">
          <ac:chgData name="Khaled taha" userId="912087602c74ab8a" providerId="LiveId" clId="{58B121E7-63A7-4330-86D4-8A88A1192A57}" dt="2025-07-05T09:10:27.006" v="24369" actId="478"/>
          <ac:spMkLst>
            <pc:docMk/>
            <pc:sldMk cId="4181357636" sldId="500"/>
            <ac:spMk id="112" creationId="{BE14E570-7DE4-AFA1-AD8D-F73683B3D48D}"/>
          </ac:spMkLst>
        </pc:spChg>
        <pc:spChg chg="mod">
          <ac:chgData name="Khaled taha" userId="912087602c74ab8a" providerId="LiveId" clId="{58B121E7-63A7-4330-86D4-8A88A1192A57}" dt="2025-07-05T09:07:42.327" v="24324"/>
          <ac:spMkLst>
            <pc:docMk/>
            <pc:sldMk cId="4181357636" sldId="500"/>
            <ac:spMk id="114" creationId="{400E4BC0-EA8B-D1FC-C489-DD620CB99D92}"/>
          </ac:spMkLst>
        </pc:spChg>
        <pc:spChg chg="mod">
          <ac:chgData name="Khaled taha" userId="912087602c74ab8a" providerId="LiveId" clId="{58B121E7-63A7-4330-86D4-8A88A1192A57}" dt="2025-07-05T09:07:42.327" v="24324"/>
          <ac:spMkLst>
            <pc:docMk/>
            <pc:sldMk cId="4181357636" sldId="500"/>
            <ac:spMk id="115" creationId="{DFC8B3D5-D9DB-8195-6449-C26825F3D62C}"/>
          </ac:spMkLst>
        </pc:spChg>
        <pc:spChg chg="mod">
          <ac:chgData name="Khaled taha" userId="912087602c74ab8a" providerId="LiveId" clId="{58B121E7-63A7-4330-86D4-8A88A1192A57}" dt="2025-07-05T09:10:40.316" v="24370"/>
          <ac:spMkLst>
            <pc:docMk/>
            <pc:sldMk cId="4181357636" sldId="500"/>
            <ac:spMk id="117" creationId="{91FE385D-9C8B-5AC9-30FB-A0E414C4017D}"/>
          </ac:spMkLst>
        </pc:spChg>
        <pc:spChg chg="mod">
          <ac:chgData name="Khaled taha" userId="912087602c74ab8a" providerId="LiveId" clId="{58B121E7-63A7-4330-86D4-8A88A1192A57}" dt="2025-07-05T09:10:40.316" v="24370"/>
          <ac:spMkLst>
            <pc:docMk/>
            <pc:sldMk cId="4181357636" sldId="500"/>
            <ac:spMk id="118" creationId="{F48A1C63-1608-99A7-4760-F91C5AD90A2B}"/>
          </ac:spMkLst>
        </pc:spChg>
        <pc:spChg chg="mod">
          <ac:chgData name="Khaled taha" userId="912087602c74ab8a" providerId="LiveId" clId="{58B121E7-63A7-4330-86D4-8A88A1192A57}" dt="2025-07-05T09:10:40.316" v="24370"/>
          <ac:spMkLst>
            <pc:docMk/>
            <pc:sldMk cId="4181357636" sldId="500"/>
            <ac:spMk id="120" creationId="{45CD825D-72E8-8A1B-66DE-6261219B79B4}"/>
          </ac:spMkLst>
        </pc:spChg>
        <pc:spChg chg="mod">
          <ac:chgData name="Khaled taha" userId="912087602c74ab8a" providerId="LiveId" clId="{58B121E7-63A7-4330-86D4-8A88A1192A57}" dt="2025-07-05T09:10:40.316" v="24370"/>
          <ac:spMkLst>
            <pc:docMk/>
            <pc:sldMk cId="4181357636" sldId="500"/>
            <ac:spMk id="121" creationId="{E1177F00-45A9-93C7-C233-13C3A47B588C}"/>
          </ac:spMkLst>
        </pc:spChg>
        <pc:spChg chg="mod">
          <ac:chgData name="Khaled taha" userId="912087602c74ab8a" providerId="LiveId" clId="{58B121E7-63A7-4330-86D4-8A88A1192A57}" dt="2025-07-05T09:10:40.316" v="24370"/>
          <ac:spMkLst>
            <pc:docMk/>
            <pc:sldMk cId="4181357636" sldId="500"/>
            <ac:spMk id="123" creationId="{859D0EF8-7192-C2B6-281E-0763DCFC1A0E}"/>
          </ac:spMkLst>
        </pc:spChg>
        <pc:spChg chg="mod">
          <ac:chgData name="Khaled taha" userId="912087602c74ab8a" providerId="LiveId" clId="{58B121E7-63A7-4330-86D4-8A88A1192A57}" dt="2025-07-05T09:14:30.289" v="24441" actId="242"/>
          <ac:spMkLst>
            <pc:docMk/>
            <pc:sldMk cId="4181357636" sldId="500"/>
            <ac:spMk id="124" creationId="{2CABC778-0DD5-8AE2-EF38-0B755DD88976}"/>
          </ac:spMkLst>
        </pc:spChg>
        <pc:spChg chg="mod">
          <ac:chgData name="Khaled taha" userId="912087602c74ab8a" providerId="LiveId" clId="{58B121E7-63A7-4330-86D4-8A88A1192A57}" dt="2025-07-05T09:10:40.316" v="24370"/>
          <ac:spMkLst>
            <pc:docMk/>
            <pc:sldMk cId="4181357636" sldId="500"/>
            <ac:spMk id="126" creationId="{5517440F-3766-3DFE-4546-1F505383B135}"/>
          </ac:spMkLst>
        </pc:spChg>
        <pc:spChg chg="mod">
          <ac:chgData name="Khaled taha" userId="912087602c74ab8a" providerId="LiveId" clId="{58B121E7-63A7-4330-86D4-8A88A1192A57}" dt="2025-07-05T09:14:26.867" v="24440" actId="242"/>
          <ac:spMkLst>
            <pc:docMk/>
            <pc:sldMk cId="4181357636" sldId="500"/>
            <ac:spMk id="127" creationId="{DD81360D-2F59-201F-F11C-2EC92EC09ABB}"/>
          </ac:spMkLst>
        </pc:spChg>
        <pc:spChg chg="mod">
          <ac:chgData name="Khaled taha" userId="912087602c74ab8a" providerId="LiveId" clId="{58B121E7-63A7-4330-86D4-8A88A1192A57}" dt="2025-07-05T09:10:52.057" v="24372"/>
          <ac:spMkLst>
            <pc:docMk/>
            <pc:sldMk cId="4181357636" sldId="500"/>
            <ac:spMk id="129" creationId="{5650203F-3443-A018-8D6A-501CD5755628}"/>
          </ac:spMkLst>
        </pc:spChg>
        <pc:spChg chg="mod">
          <ac:chgData name="Khaled taha" userId="912087602c74ab8a" providerId="LiveId" clId="{58B121E7-63A7-4330-86D4-8A88A1192A57}" dt="2025-07-05T09:10:52.057" v="24372"/>
          <ac:spMkLst>
            <pc:docMk/>
            <pc:sldMk cId="4181357636" sldId="500"/>
            <ac:spMk id="130" creationId="{95D79B81-999C-9B38-ADBF-3BBDB92CE06E}"/>
          </ac:spMkLst>
        </pc:spChg>
        <pc:grpChg chg="mod">
          <ac:chgData name="Khaled taha" userId="912087602c74ab8a" providerId="LiveId" clId="{58B121E7-63A7-4330-86D4-8A88A1192A57}" dt="2025-07-05T08:11:10.350" v="23615" actId="552"/>
          <ac:grpSpMkLst>
            <pc:docMk/>
            <pc:sldMk cId="4181357636" sldId="500"/>
            <ac:grpSpMk id="24" creationId="{D85B288D-E872-CB34-2021-C38F95D7EEB2}"/>
          </ac:grpSpMkLst>
        </pc:grpChg>
        <pc:grpChg chg="mod">
          <ac:chgData name="Khaled taha" userId="912087602c74ab8a" providerId="LiveId" clId="{58B121E7-63A7-4330-86D4-8A88A1192A57}" dt="2025-07-05T08:11:10.350" v="23615" actId="552"/>
          <ac:grpSpMkLst>
            <pc:docMk/>
            <pc:sldMk cId="4181357636" sldId="500"/>
            <ac:grpSpMk id="31" creationId="{14F9410D-14AF-E679-5D2C-F6E93D672198}"/>
          </ac:grpSpMkLst>
        </pc:grpChg>
        <pc:grpChg chg="mod">
          <ac:chgData name="Khaled taha" userId="912087602c74ab8a" providerId="LiveId" clId="{58B121E7-63A7-4330-86D4-8A88A1192A57}" dt="2025-07-05T08:11:10.350" v="23615" actId="552"/>
          <ac:grpSpMkLst>
            <pc:docMk/>
            <pc:sldMk cId="4181357636" sldId="500"/>
            <ac:grpSpMk id="35" creationId="{84CA5458-B7F3-F07E-37B8-7DF4EFAA8655}"/>
          </ac:grpSpMkLst>
        </pc:grpChg>
        <pc:grpChg chg="mod">
          <ac:chgData name="Khaled taha" userId="912087602c74ab8a" providerId="LiveId" clId="{58B121E7-63A7-4330-86D4-8A88A1192A57}" dt="2025-07-05T08:11:10.350" v="23615" actId="552"/>
          <ac:grpSpMkLst>
            <pc:docMk/>
            <pc:sldMk cId="4181357636" sldId="500"/>
            <ac:grpSpMk id="39" creationId="{54617F5C-1A7D-540E-FAE9-EA77D5E91159}"/>
          </ac:grpSpMkLst>
        </pc:grpChg>
        <pc:grpChg chg="del mod">
          <ac:chgData name="Khaled taha" userId="912087602c74ab8a" providerId="LiveId" clId="{58B121E7-63A7-4330-86D4-8A88A1192A57}" dt="2025-07-05T08:19:56.883" v="23662" actId="478"/>
          <ac:grpSpMkLst>
            <pc:docMk/>
            <pc:sldMk cId="4181357636" sldId="500"/>
            <ac:grpSpMk id="42" creationId="{50769C38-29E1-BE74-E1BA-BA350D541C53}"/>
          </ac:grpSpMkLst>
        </pc:grpChg>
        <pc:grpChg chg="del mod">
          <ac:chgData name="Khaled taha" userId="912087602c74ab8a" providerId="LiveId" clId="{58B121E7-63A7-4330-86D4-8A88A1192A57}" dt="2025-07-05T08:19:58.566" v="23663" actId="478"/>
          <ac:grpSpMkLst>
            <pc:docMk/>
            <pc:sldMk cId="4181357636" sldId="500"/>
            <ac:grpSpMk id="46" creationId="{4C5771A1-E571-777C-5775-87FAF2BE23F4}"/>
          </ac:grpSpMkLst>
        </pc:grpChg>
        <pc:grpChg chg="del mod">
          <ac:chgData name="Khaled taha" userId="912087602c74ab8a" providerId="LiveId" clId="{58B121E7-63A7-4330-86D4-8A88A1192A57}" dt="2025-07-05T08:19:55.449" v="23660" actId="478"/>
          <ac:grpSpMkLst>
            <pc:docMk/>
            <pc:sldMk cId="4181357636" sldId="500"/>
            <ac:grpSpMk id="50" creationId="{504F1544-5DB1-4131-887E-174E10A2D080}"/>
          </ac:grpSpMkLst>
        </pc:grpChg>
        <pc:grpChg chg="del mod">
          <ac:chgData name="Khaled taha" userId="912087602c74ab8a" providerId="LiveId" clId="{58B121E7-63A7-4330-86D4-8A88A1192A57}" dt="2025-07-05T08:19:58.566" v="23663" actId="478"/>
          <ac:grpSpMkLst>
            <pc:docMk/>
            <pc:sldMk cId="4181357636" sldId="500"/>
            <ac:grpSpMk id="54" creationId="{474319C5-D976-F91B-A0B0-8676A0B92993}"/>
          </ac:grpSpMkLst>
        </pc:grpChg>
        <pc:grpChg chg="del mod">
          <ac:chgData name="Khaled taha" userId="912087602c74ab8a" providerId="LiveId" clId="{58B121E7-63A7-4330-86D4-8A88A1192A57}" dt="2025-07-05T08:19:58.566" v="23663" actId="478"/>
          <ac:grpSpMkLst>
            <pc:docMk/>
            <pc:sldMk cId="4181357636" sldId="500"/>
            <ac:grpSpMk id="58" creationId="{7C93C777-C969-544A-C977-8608F70B1F06}"/>
          </ac:grpSpMkLst>
        </pc:grpChg>
        <pc:grpChg chg="del mod">
          <ac:chgData name="Khaled taha" userId="912087602c74ab8a" providerId="LiveId" clId="{58B121E7-63A7-4330-86D4-8A88A1192A57}" dt="2025-07-05T08:19:52.936" v="23657" actId="478"/>
          <ac:grpSpMkLst>
            <pc:docMk/>
            <pc:sldMk cId="4181357636" sldId="500"/>
            <ac:grpSpMk id="63" creationId="{A0DEB83C-4E06-C9BA-62EF-8B4C39AE8785}"/>
          </ac:grpSpMkLst>
        </pc:grpChg>
        <pc:grpChg chg="add del mod">
          <ac:chgData name="Khaled taha" userId="912087602c74ab8a" providerId="LiveId" clId="{58B121E7-63A7-4330-86D4-8A88A1192A57}" dt="2025-07-05T09:07:36.738" v="24322" actId="478"/>
          <ac:grpSpMkLst>
            <pc:docMk/>
            <pc:sldMk cId="4181357636" sldId="500"/>
            <ac:grpSpMk id="70" creationId="{F95C04C6-F654-6A39-A633-00B6EC99C5B7}"/>
          </ac:grpSpMkLst>
        </pc:grpChg>
        <pc:grpChg chg="add del mod">
          <ac:chgData name="Khaled taha" userId="912087602c74ab8a" providerId="LiveId" clId="{58B121E7-63A7-4330-86D4-8A88A1192A57}" dt="2025-07-05T08:42:54.281" v="23893" actId="478"/>
          <ac:grpSpMkLst>
            <pc:docMk/>
            <pc:sldMk cId="4181357636" sldId="500"/>
            <ac:grpSpMk id="78" creationId="{D6B2D3C6-8557-0A1C-0ED8-4E71D1DDF552}"/>
          </ac:grpSpMkLst>
        </pc:grpChg>
        <pc:grpChg chg="add del mod">
          <ac:chgData name="Khaled taha" userId="912087602c74ab8a" providerId="LiveId" clId="{58B121E7-63A7-4330-86D4-8A88A1192A57}" dt="2025-07-05T08:42:54.281" v="23893" actId="478"/>
          <ac:grpSpMkLst>
            <pc:docMk/>
            <pc:sldMk cId="4181357636" sldId="500"/>
            <ac:grpSpMk id="83" creationId="{D6BCA4A7-EF4D-C820-1C08-ADB6BF99D65F}"/>
          </ac:grpSpMkLst>
        </pc:grpChg>
        <pc:grpChg chg="add del mod">
          <ac:chgData name="Khaled taha" userId="912087602c74ab8a" providerId="LiveId" clId="{58B121E7-63A7-4330-86D4-8A88A1192A57}" dt="2025-07-05T08:42:54.281" v="23893" actId="478"/>
          <ac:grpSpMkLst>
            <pc:docMk/>
            <pc:sldMk cId="4181357636" sldId="500"/>
            <ac:grpSpMk id="86" creationId="{3084E796-A4A0-5AAC-13C1-CDFBB9954250}"/>
          </ac:grpSpMkLst>
        </pc:grpChg>
        <pc:grpChg chg="add del mod">
          <ac:chgData name="Khaled taha" userId="912087602c74ab8a" providerId="LiveId" clId="{58B121E7-63A7-4330-86D4-8A88A1192A57}" dt="2025-07-05T08:42:54.281" v="23893" actId="478"/>
          <ac:grpSpMkLst>
            <pc:docMk/>
            <pc:sldMk cId="4181357636" sldId="500"/>
            <ac:grpSpMk id="92" creationId="{F4331B9F-14CF-33CF-40AD-FD1243B4C3CA}"/>
          </ac:grpSpMkLst>
        </pc:grpChg>
        <pc:grpChg chg="add del mod">
          <ac:chgData name="Khaled taha" userId="912087602c74ab8a" providerId="LiveId" clId="{58B121E7-63A7-4330-86D4-8A88A1192A57}" dt="2025-07-05T08:32:06.998" v="23831" actId="478"/>
          <ac:grpSpMkLst>
            <pc:docMk/>
            <pc:sldMk cId="4181357636" sldId="500"/>
            <ac:grpSpMk id="95" creationId="{7716A9B1-B1F9-E5B7-B1A6-5A9AB27C795C}"/>
          </ac:grpSpMkLst>
        </pc:grpChg>
        <pc:grpChg chg="add del mod">
          <ac:chgData name="Khaled taha" userId="912087602c74ab8a" providerId="LiveId" clId="{58B121E7-63A7-4330-86D4-8A88A1192A57}" dt="2025-07-05T09:10:45.860" v="24371" actId="478"/>
          <ac:grpSpMkLst>
            <pc:docMk/>
            <pc:sldMk cId="4181357636" sldId="500"/>
            <ac:grpSpMk id="109" creationId="{F42C9A9E-F2A4-E87A-FF64-6B05481B67FD}"/>
          </ac:grpSpMkLst>
        </pc:grpChg>
        <pc:grpChg chg="add mod">
          <ac:chgData name="Khaled taha" userId="912087602c74ab8a" providerId="LiveId" clId="{58B121E7-63A7-4330-86D4-8A88A1192A57}" dt="2025-07-05T09:07:42.327" v="24324"/>
          <ac:grpSpMkLst>
            <pc:docMk/>
            <pc:sldMk cId="4181357636" sldId="500"/>
            <ac:grpSpMk id="113" creationId="{36B8F344-A028-3E92-A790-6FC01702DE40}"/>
          </ac:grpSpMkLst>
        </pc:grpChg>
        <pc:grpChg chg="add mod">
          <ac:chgData name="Khaled taha" userId="912087602c74ab8a" providerId="LiveId" clId="{58B121E7-63A7-4330-86D4-8A88A1192A57}" dt="2025-07-05T09:10:40.316" v="24370"/>
          <ac:grpSpMkLst>
            <pc:docMk/>
            <pc:sldMk cId="4181357636" sldId="500"/>
            <ac:grpSpMk id="116" creationId="{FBFC5194-F755-3E7A-37AB-397FE2E800C0}"/>
          </ac:grpSpMkLst>
        </pc:grpChg>
        <pc:grpChg chg="add mod">
          <ac:chgData name="Khaled taha" userId="912087602c74ab8a" providerId="LiveId" clId="{58B121E7-63A7-4330-86D4-8A88A1192A57}" dt="2025-07-05T09:10:40.316" v="24370"/>
          <ac:grpSpMkLst>
            <pc:docMk/>
            <pc:sldMk cId="4181357636" sldId="500"/>
            <ac:grpSpMk id="122" creationId="{CA358136-E9E5-9E34-76D9-321E0DF70390}"/>
          </ac:grpSpMkLst>
        </pc:grpChg>
        <pc:grpChg chg="add mod">
          <ac:chgData name="Khaled taha" userId="912087602c74ab8a" providerId="LiveId" clId="{58B121E7-63A7-4330-86D4-8A88A1192A57}" dt="2025-07-05T09:10:56.391" v="24419" actId="1035"/>
          <ac:grpSpMkLst>
            <pc:docMk/>
            <pc:sldMk cId="4181357636" sldId="500"/>
            <ac:grpSpMk id="128" creationId="{1EA2B297-6E93-7C00-AA42-6AD2084E6906}"/>
          </ac:grpSpMkLst>
        </pc:grpChg>
        <pc:picChg chg="del">
          <ac:chgData name="Khaled taha" userId="912087602c74ab8a" providerId="LiveId" clId="{58B121E7-63A7-4330-86D4-8A88A1192A57}" dt="2025-07-05T16:27:11.865" v="25218" actId="478"/>
          <ac:picMkLst>
            <pc:docMk/>
            <pc:sldMk cId="4181357636" sldId="500"/>
            <ac:picMk id="3" creationId="{AE5EDF5B-1D36-42CB-A04F-3EF5675F7E96}"/>
          </ac:picMkLst>
        </pc:picChg>
        <pc:picChg chg="add mod">
          <ac:chgData name="Khaled taha" userId="912087602c74ab8a" providerId="LiveId" clId="{58B121E7-63A7-4330-86D4-8A88A1192A57}" dt="2025-07-05T16:27:12.150" v="25219"/>
          <ac:picMkLst>
            <pc:docMk/>
            <pc:sldMk cId="4181357636" sldId="500"/>
            <ac:picMk id="7" creationId="{59698DD8-CDB3-1EE1-A433-6D71ED43AB9E}"/>
          </ac:picMkLst>
        </pc:picChg>
        <pc:cxnChg chg="del">
          <ac:chgData name="Khaled taha" userId="912087602c74ab8a" providerId="LiveId" clId="{58B121E7-63A7-4330-86D4-8A88A1192A57}" dt="2025-07-05T16:27:11.865" v="25218" actId="478"/>
          <ac:cxnSpMkLst>
            <pc:docMk/>
            <pc:sldMk cId="4181357636" sldId="500"/>
            <ac:cxnSpMk id="5" creationId="{7BF20172-3F62-E4F9-04AD-4EB7341855A6}"/>
          </ac:cxnSpMkLst>
        </pc:cxnChg>
        <pc:cxnChg chg="add mod">
          <ac:chgData name="Khaled taha" userId="912087602c74ab8a" providerId="LiveId" clId="{58B121E7-63A7-4330-86D4-8A88A1192A57}" dt="2025-07-05T16:27:12.150" v="25219"/>
          <ac:cxnSpMkLst>
            <pc:docMk/>
            <pc:sldMk cId="4181357636" sldId="500"/>
            <ac:cxnSpMk id="8" creationId="{EECE846D-9848-977B-E9AE-83F0F530783A}"/>
          </ac:cxnSpMkLst>
        </pc:cxnChg>
        <pc:cxnChg chg="add del">
          <ac:chgData name="Khaled taha" userId="912087602c74ab8a" providerId="LiveId" clId="{58B121E7-63A7-4330-86D4-8A88A1192A57}" dt="2025-07-05T08:38:22.691" v="23867" actId="11529"/>
          <ac:cxnSpMkLst>
            <pc:docMk/>
            <pc:sldMk cId="4181357636" sldId="500"/>
            <ac:cxnSpMk id="99" creationId="{02CDDBC4-318A-EFCA-2C8B-D653965B66B0}"/>
          </ac:cxnSpMkLst>
        </pc:cxnChg>
        <pc:cxnChg chg="add del mod">
          <ac:chgData name="Khaled taha" userId="912087602c74ab8a" providerId="LiveId" clId="{58B121E7-63A7-4330-86D4-8A88A1192A57}" dt="2025-07-05T08:39:36.548" v="23879" actId="478"/>
          <ac:cxnSpMkLst>
            <pc:docMk/>
            <pc:sldMk cId="4181357636" sldId="500"/>
            <ac:cxnSpMk id="102" creationId="{B7BBF90C-032C-CC49-D15F-64A355158C8F}"/>
          </ac:cxnSpMkLst>
        </pc:cxnChg>
      </pc:sldChg>
      <pc:sldChg chg="addSp delSp modSp add mod ord modTransition">
        <pc:chgData name="Khaled taha" userId="912087602c74ab8a" providerId="LiveId" clId="{58B121E7-63A7-4330-86D4-8A88A1192A57}" dt="2025-07-06T00:57:30.142" v="29010"/>
        <pc:sldMkLst>
          <pc:docMk/>
          <pc:sldMk cId="1933405569" sldId="501"/>
        </pc:sldMkLst>
        <pc:spChg chg="del mod">
          <ac:chgData name="Khaled taha" userId="912087602c74ab8a" providerId="LiveId" clId="{58B121E7-63A7-4330-86D4-8A88A1192A57}" dt="2025-07-05T16:27:17.167" v="25220" actId="478"/>
          <ac:spMkLst>
            <pc:docMk/>
            <pc:sldMk cId="1933405569" sldId="501"/>
            <ac:spMk id="2" creationId="{B432B4F1-24E5-5961-FC25-FD325523B403}"/>
          </ac:spMkLst>
        </pc:spChg>
        <pc:spChg chg="add del mod">
          <ac:chgData name="Khaled taha" userId="912087602c74ab8a" providerId="LiveId" clId="{58B121E7-63A7-4330-86D4-8A88A1192A57}" dt="2025-07-05T07:11:40.957" v="22894" actId="478"/>
          <ac:spMkLst>
            <pc:docMk/>
            <pc:sldMk cId="1933405569" sldId="501"/>
            <ac:spMk id="4" creationId="{DA42BEC0-431E-4FF0-6AFA-DE22584376F3}"/>
          </ac:spMkLst>
        </pc:spChg>
        <pc:spChg chg="add del mod">
          <ac:chgData name="Khaled taha" userId="912087602c74ab8a" providerId="LiveId" clId="{58B121E7-63A7-4330-86D4-8A88A1192A57}" dt="2025-07-06T00:57:29.955" v="29009" actId="478"/>
          <ac:spMkLst>
            <pc:docMk/>
            <pc:sldMk cId="1933405569" sldId="501"/>
            <ac:spMk id="4" creationId="{FB599CB1-9CBF-C08D-C240-314F5446D6EF}"/>
          </ac:spMkLst>
        </pc:spChg>
        <pc:spChg chg="add del">
          <ac:chgData name="Khaled taha" userId="912087602c74ab8a" providerId="LiveId" clId="{58B121E7-63A7-4330-86D4-8A88A1192A57}" dt="2025-07-05T07:27:32.533" v="23097" actId="478"/>
          <ac:spMkLst>
            <pc:docMk/>
            <pc:sldMk cId="1933405569" sldId="501"/>
            <ac:spMk id="6" creationId="{36C501EF-92B3-1B3F-6657-B02FDA914269}"/>
          </ac:spMkLst>
        </pc:spChg>
        <pc:spChg chg="add mod">
          <ac:chgData name="Khaled taha" userId="912087602c74ab8a" providerId="LiveId" clId="{58B121E7-63A7-4330-86D4-8A88A1192A57}" dt="2025-07-05T16:27:17.438" v="25221"/>
          <ac:spMkLst>
            <pc:docMk/>
            <pc:sldMk cId="1933405569" sldId="501"/>
            <ac:spMk id="6" creationId="{550DA80A-026A-2C0E-9697-2E48F4EFCE7B}"/>
          </ac:spMkLst>
        </pc:spChg>
        <pc:spChg chg="del mod">
          <ac:chgData name="Khaled taha" userId="912087602c74ab8a" providerId="LiveId" clId="{58B121E7-63A7-4330-86D4-8A88A1192A57}" dt="2025-07-05T07:11:34.058" v="22891" actId="478"/>
          <ac:spMkLst>
            <pc:docMk/>
            <pc:sldMk cId="1933405569" sldId="501"/>
            <ac:spMk id="7" creationId="{E0BDE6ED-7DEB-739F-C87C-AE35ACF846B1}"/>
          </ac:spMkLst>
        </pc:spChg>
        <pc:spChg chg="add del mod">
          <ac:chgData name="Khaled taha" userId="912087602c74ab8a" providerId="LiveId" clId="{58B121E7-63A7-4330-86D4-8A88A1192A57}" dt="2025-07-05T07:11:40.957" v="22894" actId="478"/>
          <ac:spMkLst>
            <pc:docMk/>
            <pc:sldMk cId="1933405569" sldId="501"/>
            <ac:spMk id="8" creationId="{D0EEA96C-5C10-3EE5-BEAE-539AB88FAF9F}"/>
          </ac:spMkLst>
        </pc:spChg>
        <pc:spChg chg="mod">
          <ac:chgData name="Khaled taha" userId="912087602c74ab8a" providerId="LiveId" clId="{58B121E7-63A7-4330-86D4-8A88A1192A57}" dt="2025-07-05T16:35:47.882" v="25369"/>
          <ac:spMkLst>
            <pc:docMk/>
            <pc:sldMk cId="1933405569" sldId="501"/>
            <ac:spMk id="10" creationId="{85248CC4-5824-22D7-A8E5-CF7F3BF0D838}"/>
          </ac:spMkLst>
        </pc:spChg>
        <pc:spChg chg="add del mod">
          <ac:chgData name="Khaled taha" userId="912087602c74ab8a" providerId="LiveId" clId="{58B121E7-63A7-4330-86D4-8A88A1192A57}" dt="2025-07-05T07:11:40.957" v="22894" actId="478"/>
          <ac:spMkLst>
            <pc:docMk/>
            <pc:sldMk cId="1933405569" sldId="501"/>
            <ac:spMk id="10" creationId="{C26336D2-DE5A-3AD4-3B07-E9B6EBD82E85}"/>
          </ac:spMkLst>
        </pc:spChg>
        <pc:spChg chg="mod">
          <ac:chgData name="Khaled taha" userId="912087602c74ab8a" providerId="LiveId" clId="{58B121E7-63A7-4330-86D4-8A88A1192A57}" dt="2025-07-05T16:35:47.882" v="25369"/>
          <ac:spMkLst>
            <pc:docMk/>
            <pc:sldMk cId="1933405569" sldId="501"/>
            <ac:spMk id="11" creationId="{C796160E-5F5B-5BDB-2148-2A18C8F0E183}"/>
          </ac:spMkLst>
        </pc:spChg>
        <pc:spChg chg="del mod">
          <ac:chgData name="Khaled taha" userId="912087602c74ab8a" providerId="LiveId" clId="{58B121E7-63A7-4330-86D4-8A88A1192A57}" dt="2025-07-05T07:11:34.550" v="22892" actId="478"/>
          <ac:spMkLst>
            <pc:docMk/>
            <pc:sldMk cId="1933405569" sldId="501"/>
            <ac:spMk id="11" creationId="{CCEAC9E0-C439-328C-B76C-E16599B01D95}"/>
          </ac:spMkLst>
        </pc:spChg>
        <pc:spChg chg="del mod">
          <ac:chgData name="Khaled taha" userId="912087602c74ab8a" providerId="LiveId" clId="{58B121E7-63A7-4330-86D4-8A88A1192A57}" dt="2025-07-05T07:11:37.123" v="22893" actId="478"/>
          <ac:spMkLst>
            <pc:docMk/>
            <pc:sldMk cId="1933405569" sldId="501"/>
            <ac:spMk id="12" creationId="{19CACE41-5DE9-F1ED-685E-02C8171B1CD0}"/>
          </ac:spMkLst>
        </pc:spChg>
        <pc:spChg chg="mod">
          <ac:chgData name="Khaled taha" userId="912087602c74ab8a" providerId="LiveId" clId="{58B121E7-63A7-4330-86D4-8A88A1192A57}" dt="2025-07-05T16:35:47.882" v="25369"/>
          <ac:spMkLst>
            <pc:docMk/>
            <pc:sldMk cId="1933405569" sldId="501"/>
            <ac:spMk id="13" creationId="{7C8A8C97-044C-A8AA-B651-9A6545E5D70E}"/>
          </ac:spMkLst>
        </pc:spChg>
        <pc:spChg chg="del mod">
          <ac:chgData name="Khaled taha" userId="912087602c74ab8a" providerId="LiveId" clId="{58B121E7-63A7-4330-86D4-8A88A1192A57}" dt="2025-07-05T07:11:37.123" v="22893" actId="478"/>
          <ac:spMkLst>
            <pc:docMk/>
            <pc:sldMk cId="1933405569" sldId="501"/>
            <ac:spMk id="13" creationId="{E816B4A2-9B5D-AA71-8A42-E2F4238071B0}"/>
          </ac:spMkLst>
        </pc:spChg>
        <pc:spChg chg="mod">
          <ac:chgData name="Khaled taha" userId="912087602c74ab8a" providerId="LiveId" clId="{58B121E7-63A7-4330-86D4-8A88A1192A57}" dt="2025-07-05T16:35:47.882" v="25369"/>
          <ac:spMkLst>
            <pc:docMk/>
            <pc:sldMk cId="1933405569" sldId="501"/>
            <ac:spMk id="14" creationId="{3EC336E1-34F3-4C7E-5010-0FF733ABA54E}"/>
          </ac:spMkLst>
        </pc:spChg>
        <pc:spChg chg="del mod">
          <ac:chgData name="Khaled taha" userId="912087602c74ab8a" providerId="LiveId" clId="{58B121E7-63A7-4330-86D4-8A88A1192A57}" dt="2025-07-05T07:11:37.123" v="22893" actId="478"/>
          <ac:spMkLst>
            <pc:docMk/>
            <pc:sldMk cId="1933405569" sldId="501"/>
            <ac:spMk id="14" creationId="{77FACB24-C252-8128-314E-C8F2236D8E25}"/>
          </ac:spMkLst>
        </pc:spChg>
        <pc:spChg chg="del mod">
          <ac:chgData name="Khaled taha" userId="912087602c74ab8a" providerId="LiveId" clId="{58B121E7-63A7-4330-86D4-8A88A1192A57}" dt="2025-07-05T07:11:33.034" v="22890" actId="478"/>
          <ac:spMkLst>
            <pc:docMk/>
            <pc:sldMk cId="1933405569" sldId="501"/>
            <ac:spMk id="15" creationId="{2693D923-300D-37A3-C80A-B3C8DA61CA46}"/>
          </ac:spMkLst>
        </pc:spChg>
        <pc:spChg chg="add del mod">
          <ac:chgData name="Khaled taha" userId="912087602c74ab8a" providerId="LiveId" clId="{58B121E7-63A7-4330-86D4-8A88A1192A57}" dt="2025-07-05T07:11:40.957" v="22894" actId="478"/>
          <ac:spMkLst>
            <pc:docMk/>
            <pc:sldMk cId="1933405569" sldId="501"/>
            <ac:spMk id="16" creationId="{9087631D-212E-023D-352C-8A63D89BAA44}"/>
          </ac:spMkLst>
        </pc:spChg>
        <pc:spChg chg="mod">
          <ac:chgData name="Khaled taha" userId="912087602c74ab8a" providerId="LiveId" clId="{58B121E7-63A7-4330-86D4-8A88A1192A57}" dt="2025-07-05T16:35:47.882" v="25369"/>
          <ac:spMkLst>
            <pc:docMk/>
            <pc:sldMk cId="1933405569" sldId="501"/>
            <ac:spMk id="16" creationId="{EA24E2AB-8D73-C619-1CEB-E9A6438C0C16}"/>
          </ac:spMkLst>
        </pc:spChg>
        <pc:spChg chg="mod">
          <ac:chgData name="Khaled taha" userId="912087602c74ab8a" providerId="LiveId" clId="{58B121E7-63A7-4330-86D4-8A88A1192A57}" dt="2025-07-05T16:35:47.882" v="25369"/>
          <ac:spMkLst>
            <pc:docMk/>
            <pc:sldMk cId="1933405569" sldId="501"/>
            <ac:spMk id="17" creationId="{FD1B91D7-4C7E-A7EC-6813-5043141018AD}"/>
          </ac:spMkLst>
        </pc:spChg>
        <pc:spChg chg="add del mod">
          <ac:chgData name="Khaled taha" userId="912087602c74ab8a" providerId="LiveId" clId="{58B121E7-63A7-4330-86D4-8A88A1192A57}" dt="2025-07-05T07:11:40.957" v="22894" actId="478"/>
          <ac:spMkLst>
            <pc:docMk/>
            <pc:sldMk cId="1933405569" sldId="501"/>
            <ac:spMk id="18" creationId="{A46071C9-CB5A-E48A-6C0B-1293E4DC8664}"/>
          </ac:spMkLst>
        </pc:spChg>
        <pc:spChg chg="add del mod">
          <ac:chgData name="Khaled taha" userId="912087602c74ab8a" providerId="LiveId" clId="{58B121E7-63A7-4330-86D4-8A88A1192A57}" dt="2025-07-05T07:11:40.957" v="22894" actId="478"/>
          <ac:spMkLst>
            <pc:docMk/>
            <pc:sldMk cId="1933405569" sldId="501"/>
            <ac:spMk id="19" creationId="{34277C7D-20E6-4471-3FE0-7DA9673E24FB}"/>
          </ac:spMkLst>
        </pc:spChg>
        <pc:spChg chg="mod">
          <ac:chgData name="Khaled taha" userId="912087602c74ab8a" providerId="LiveId" clId="{58B121E7-63A7-4330-86D4-8A88A1192A57}" dt="2025-07-05T16:35:47.882" v="25369"/>
          <ac:spMkLst>
            <pc:docMk/>
            <pc:sldMk cId="1933405569" sldId="501"/>
            <ac:spMk id="19" creationId="{4DB1A61E-79FE-FDA7-900E-770418FBDF48}"/>
          </ac:spMkLst>
        </pc:spChg>
        <pc:spChg chg="mod">
          <ac:chgData name="Khaled taha" userId="912087602c74ab8a" providerId="LiveId" clId="{58B121E7-63A7-4330-86D4-8A88A1192A57}" dt="2025-07-05T16:35:47.882" v="25369"/>
          <ac:spMkLst>
            <pc:docMk/>
            <pc:sldMk cId="1933405569" sldId="501"/>
            <ac:spMk id="20" creationId="{6B96D0B4-0647-900D-E157-8CCFC997BFA9}"/>
          </ac:spMkLst>
        </pc:spChg>
        <pc:spChg chg="add del mod">
          <ac:chgData name="Khaled taha" userId="912087602c74ab8a" providerId="LiveId" clId="{58B121E7-63A7-4330-86D4-8A88A1192A57}" dt="2025-07-05T07:11:40.957" v="22894" actId="478"/>
          <ac:spMkLst>
            <pc:docMk/>
            <pc:sldMk cId="1933405569" sldId="501"/>
            <ac:spMk id="21" creationId="{0F15920F-AFE7-B727-8998-660EEE9A6489}"/>
          </ac:spMkLst>
        </pc:spChg>
        <pc:spChg chg="mod">
          <ac:chgData name="Khaled taha" userId="912087602c74ab8a" providerId="LiveId" clId="{58B121E7-63A7-4330-86D4-8A88A1192A57}" dt="2025-07-05T16:35:47.882" v="25369"/>
          <ac:spMkLst>
            <pc:docMk/>
            <pc:sldMk cId="1933405569" sldId="501"/>
            <ac:spMk id="22" creationId="{CEE873B8-F6C9-DBF3-AC28-1C8F1B718788}"/>
          </ac:spMkLst>
        </pc:spChg>
        <pc:spChg chg="add del mod">
          <ac:chgData name="Khaled taha" userId="912087602c74ab8a" providerId="LiveId" clId="{58B121E7-63A7-4330-86D4-8A88A1192A57}" dt="2025-07-05T07:11:40.957" v="22894" actId="478"/>
          <ac:spMkLst>
            <pc:docMk/>
            <pc:sldMk cId="1933405569" sldId="501"/>
            <ac:spMk id="22" creationId="{CF5586B6-D280-EC2C-D5D9-C14AA4CB3AAF}"/>
          </ac:spMkLst>
        </pc:spChg>
        <pc:spChg chg="add del mod">
          <ac:chgData name="Khaled taha" userId="912087602c74ab8a" providerId="LiveId" clId="{58B121E7-63A7-4330-86D4-8A88A1192A57}" dt="2025-07-05T08:19:24.764" v="23654" actId="478"/>
          <ac:spMkLst>
            <pc:docMk/>
            <pc:sldMk cId="1933405569" sldId="501"/>
            <ac:spMk id="23" creationId="{79B84162-A06A-0885-7453-4024A2B0BFB2}"/>
          </ac:spMkLst>
        </pc:spChg>
        <pc:spChg chg="mod">
          <ac:chgData name="Khaled taha" userId="912087602c74ab8a" providerId="LiveId" clId="{58B121E7-63A7-4330-86D4-8A88A1192A57}" dt="2025-07-05T16:35:47.882" v="25369"/>
          <ac:spMkLst>
            <pc:docMk/>
            <pc:sldMk cId="1933405569" sldId="501"/>
            <ac:spMk id="23" creationId="{84FE74C2-D514-92B9-8D1B-8FC4EF97057A}"/>
          </ac:spMkLst>
        </pc:spChg>
        <pc:spChg chg="mod">
          <ac:chgData name="Khaled taha" userId="912087602c74ab8a" providerId="LiveId" clId="{58B121E7-63A7-4330-86D4-8A88A1192A57}" dt="2025-07-05T16:54:48.877" v="25500" actId="207"/>
          <ac:spMkLst>
            <pc:docMk/>
            <pc:sldMk cId="1933405569" sldId="501"/>
            <ac:spMk id="25" creationId="{02DEF930-53EE-5860-2B4C-919202DB0BA7}"/>
          </ac:spMkLst>
        </pc:spChg>
        <pc:spChg chg="mod">
          <ac:chgData name="Khaled taha" userId="912087602c74ab8a" providerId="LiveId" clId="{58B121E7-63A7-4330-86D4-8A88A1192A57}" dt="2025-07-05T07:26:45.703" v="23085"/>
          <ac:spMkLst>
            <pc:docMk/>
            <pc:sldMk cId="1933405569" sldId="501"/>
            <ac:spMk id="25" creationId="{5BAF9EC5-5CC3-DAC2-6D99-102E305C9CDA}"/>
          </ac:spMkLst>
        </pc:spChg>
        <pc:spChg chg="mod">
          <ac:chgData name="Khaled taha" userId="912087602c74ab8a" providerId="LiveId" clId="{58B121E7-63A7-4330-86D4-8A88A1192A57}" dt="2025-07-05T07:26:45.703" v="23085"/>
          <ac:spMkLst>
            <pc:docMk/>
            <pc:sldMk cId="1933405569" sldId="501"/>
            <ac:spMk id="26" creationId="{66F3C21B-3116-FB04-009A-BC8F23D9B7F5}"/>
          </ac:spMkLst>
        </pc:spChg>
        <pc:spChg chg="mod">
          <ac:chgData name="Khaled taha" userId="912087602c74ab8a" providerId="LiveId" clId="{58B121E7-63A7-4330-86D4-8A88A1192A57}" dt="2025-07-05T16:54:48.877" v="25500" actId="207"/>
          <ac:spMkLst>
            <pc:docMk/>
            <pc:sldMk cId="1933405569" sldId="501"/>
            <ac:spMk id="26" creationId="{BA9694D1-0EA7-A09F-E0EF-9EFCE062FB83}"/>
          </ac:spMkLst>
        </pc:spChg>
        <pc:spChg chg="add mod">
          <ac:chgData name="Khaled taha" userId="912087602c74ab8a" providerId="LiveId" clId="{58B121E7-63A7-4330-86D4-8A88A1192A57}" dt="2025-07-06T00:57:30.142" v="29010"/>
          <ac:spMkLst>
            <pc:docMk/>
            <pc:sldMk cId="1933405569" sldId="501"/>
            <ac:spMk id="27" creationId="{FFECD001-F4AB-C183-75B1-FE978B0A5E40}"/>
          </ac:spMkLst>
        </pc:spChg>
        <pc:spChg chg="mod">
          <ac:chgData name="Khaled taha" userId="912087602c74ab8a" providerId="LiveId" clId="{58B121E7-63A7-4330-86D4-8A88A1192A57}" dt="2025-07-05T07:26:45.703" v="23085"/>
          <ac:spMkLst>
            <pc:docMk/>
            <pc:sldMk cId="1933405569" sldId="501"/>
            <ac:spMk id="28" creationId="{2B953815-FBDA-19DD-F064-A41A67B78632}"/>
          </ac:spMkLst>
        </pc:spChg>
        <pc:spChg chg="mod">
          <ac:chgData name="Khaled taha" userId="912087602c74ab8a" providerId="LiveId" clId="{58B121E7-63A7-4330-86D4-8A88A1192A57}" dt="2025-07-05T07:26:45.703" v="23085"/>
          <ac:spMkLst>
            <pc:docMk/>
            <pc:sldMk cId="1933405569" sldId="501"/>
            <ac:spMk id="29" creationId="{10BB3B57-606A-505A-6693-01979F5E477C}"/>
          </ac:spMkLst>
        </pc:spChg>
        <pc:spChg chg="mod">
          <ac:chgData name="Khaled taha" userId="912087602c74ab8a" providerId="LiveId" clId="{58B121E7-63A7-4330-86D4-8A88A1192A57}" dt="2025-07-05T07:26:45.703" v="23085"/>
          <ac:spMkLst>
            <pc:docMk/>
            <pc:sldMk cId="1933405569" sldId="501"/>
            <ac:spMk id="32" creationId="{0F6BCD9B-C381-73D5-F124-E0340471188F}"/>
          </ac:spMkLst>
        </pc:spChg>
        <pc:spChg chg="mod">
          <ac:chgData name="Khaled taha" userId="912087602c74ab8a" providerId="LiveId" clId="{58B121E7-63A7-4330-86D4-8A88A1192A57}" dt="2025-07-05T07:26:45.703" v="23085"/>
          <ac:spMkLst>
            <pc:docMk/>
            <pc:sldMk cId="1933405569" sldId="501"/>
            <ac:spMk id="33" creationId="{BB76EF1E-B4A7-2D23-DD1E-533525C568B0}"/>
          </ac:spMkLst>
        </pc:spChg>
        <pc:spChg chg="mod">
          <ac:chgData name="Khaled taha" userId="912087602c74ab8a" providerId="LiveId" clId="{58B121E7-63A7-4330-86D4-8A88A1192A57}" dt="2025-07-05T07:26:45.703" v="23085"/>
          <ac:spMkLst>
            <pc:docMk/>
            <pc:sldMk cId="1933405569" sldId="501"/>
            <ac:spMk id="34" creationId="{089298DF-3D5A-99AE-B260-F4951EA09B54}"/>
          </ac:spMkLst>
        </pc:spChg>
        <pc:spChg chg="mod">
          <ac:chgData name="Khaled taha" userId="912087602c74ab8a" providerId="LiveId" clId="{58B121E7-63A7-4330-86D4-8A88A1192A57}" dt="2025-07-05T07:26:45.703" v="23085"/>
          <ac:spMkLst>
            <pc:docMk/>
            <pc:sldMk cId="1933405569" sldId="501"/>
            <ac:spMk id="35" creationId="{F519268C-5631-C75D-5A51-C70B41F89330}"/>
          </ac:spMkLst>
        </pc:spChg>
        <pc:spChg chg="add mod">
          <ac:chgData name="Khaled taha" userId="912087602c74ab8a" providerId="LiveId" clId="{58B121E7-63A7-4330-86D4-8A88A1192A57}" dt="2025-07-05T07:28:09.162" v="23106" actId="571"/>
          <ac:spMkLst>
            <pc:docMk/>
            <pc:sldMk cId="1933405569" sldId="501"/>
            <ac:spMk id="36" creationId="{24F4B64D-6506-BD39-6711-00D06727EC76}"/>
          </ac:spMkLst>
        </pc:spChg>
        <pc:spChg chg="add mod">
          <ac:chgData name="Khaled taha" userId="912087602c74ab8a" providerId="LiveId" clId="{58B121E7-63A7-4330-86D4-8A88A1192A57}" dt="2025-07-05T07:28:08.813" v="23105" actId="571"/>
          <ac:spMkLst>
            <pc:docMk/>
            <pc:sldMk cId="1933405569" sldId="501"/>
            <ac:spMk id="37" creationId="{7CC93476-AE4C-3DB6-C748-45241503356C}"/>
          </ac:spMkLst>
        </pc:spChg>
        <pc:spChg chg="add del mod ord topLvl">
          <ac:chgData name="Khaled taha" userId="912087602c74ab8a" providerId="LiveId" clId="{58B121E7-63A7-4330-86D4-8A88A1192A57}" dt="2025-07-05T08:19:24.764" v="23654" actId="478"/>
          <ac:spMkLst>
            <pc:docMk/>
            <pc:sldMk cId="1933405569" sldId="501"/>
            <ac:spMk id="38" creationId="{DC6394C0-C6A4-737F-23D1-4695350617CB}"/>
          </ac:spMkLst>
        </pc:spChg>
        <pc:spChg chg="add del mod ord">
          <ac:chgData name="Khaled taha" userId="912087602c74ab8a" providerId="LiveId" clId="{58B121E7-63A7-4330-86D4-8A88A1192A57}" dt="2025-07-05T08:19:24.764" v="23654" actId="478"/>
          <ac:spMkLst>
            <pc:docMk/>
            <pc:sldMk cId="1933405569" sldId="501"/>
            <ac:spMk id="39" creationId="{D8AC0A4A-FF71-C410-53B3-E0A9FFEC271A}"/>
          </ac:spMkLst>
        </pc:spChg>
        <pc:spChg chg="add del mod ord topLvl">
          <ac:chgData name="Khaled taha" userId="912087602c74ab8a" providerId="LiveId" clId="{58B121E7-63A7-4330-86D4-8A88A1192A57}" dt="2025-07-05T08:19:24.764" v="23654" actId="478"/>
          <ac:spMkLst>
            <pc:docMk/>
            <pc:sldMk cId="1933405569" sldId="501"/>
            <ac:spMk id="40" creationId="{854632F6-3FE4-80C0-8EEF-1E769D276005}"/>
          </ac:spMkLst>
        </pc:spChg>
        <pc:spChg chg="add del mod ord">
          <ac:chgData name="Khaled taha" userId="912087602c74ab8a" providerId="LiveId" clId="{58B121E7-63A7-4330-86D4-8A88A1192A57}" dt="2025-07-05T08:19:24.764" v="23654" actId="478"/>
          <ac:spMkLst>
            <pc:docMk/>
            <pc:sldMk cId="1933405569" sldId="501"/>
            <ac:spMk id="41" creationId="{C479F147-836B-E678-0169-30FCCE2843AD}"/>
          </ac:spMkLst>
        </pc:spChg>
        <pc:spChg chg="add del mod topLvl">
          <ac:chgData name="Khaled taha" userId="912087602c74ab8a" providerId="LiveId" clId="{58B121E7-63A7-4330-86D4-8A88A1192A57}" dt="2025-07-05T08:19:24.764" v="23654" actId="478"/>
          <ac:spMkLst>
            <pc:docMk/>
            <pc:sldMk cId="1933405569" sldId="501"/>
            <ac:spMk id="42" creationId="{3F812B91-436B-ADD9-A5CC-C9E2FA25040F}"/>
          </ac:spMkLst>
        </pc:spChg>
        <pc:spChg chg="add del mod topLvl">
          <ac:chgData name="Khaled taha" userId="912087602c74ab8a" providerId="LiveId" clId="{58B121E7-63A7-4330-86D4-8A88A1192A57}" dt="2025-07-05T07:47:04.149" v="23334" actId="478"/>
          <ac:spMkLst>
            <pc:docMk/>
            <pc:sldMk cId="1933405569" sldId="501"/>
            <ac:spMk id="44" creationId="{CDF711EF-3B2A-9C61-3023-BC13BED43B54}"/>
          </ac:spMkLst>
        </pc:spChg>
        <pc:spChg chg="add del mod topLvl">
          <ac:chgData name="Khaled taha" userId="912087602c74ab8a" providerId="LiveId" clId="{58B121E7-63A7-4330-86D4-8A88A1192A57}" dt="2025-07-05T07:47:04.149" v="23334" actId="478"/>
          <ac:spMkLst>
            <pc:docMk/>
            <pc:sldMk cId="1933405569" sldId="501"/>
            <ac:spMk id="46" creationId="{CFEA1963-021F-5E14-73B7-D750EFDF3BF7}"/>
          </ac:spMkLst>
        </pc:spChg>
        <pc:spChg chg="add del mod topLvl">
          <ac:chgData name="Khaled taha" userId="912087602c74ab8a" providerId="LiveId" clId="{58B121E7-63A7-4330-86D4-8A88A1192A57}" dt="2025-07-05T07:47:04.149" v="23334" actId="478"/>
          <ac:spMkLst>
            <pc:docMk/>
            <pc:sldMk cId="1933405569" sldId="501"/>
            <ac:spMk id="47" creationId="{0F109CEA-DA05-2000-8534-435F18FF42A7}"/>
          </ac:spMkLst>
        </pc:spChg>
        <pc:spChg chg="add del mod">
          <ac:chgData name="Khaled taha" userId="912087602c74ab8a" providerId="LiveId" clId="{58B121E7-63A7-4330-86D4-8A88A1192A57}" dt="2025-07-05T07:45:23.397" v="23322" actId="478"/>
          <ac:spMkLst>
            <pc:docMk/>
            <pc:sldMk cId="1933405569" sldId="501"/>
            <ac:spMk id="52" creationId="{27ED0A58-2C99-A6D7-DA6F-B95D184318A3}"/>
          </ac:spMkLst>
        </pc:spChg>
        <pc:spChg chg="add del mod">
          <ac:chgData name="Khaled taha" userId="912087602c74ab8a" providerId="LiveId" clId="{58B121E7-63A7-4330-86D4-8A88A1192A57}" dt="2025-07-05T07:45:26.974" v="23323" actId="478"/>
          <ac:spMkLst>
            <pc:docMk/>
            <pc:sldMk cId="1933405569" sldId="501"/>
            <ac:spMk id="53" creationId="{9A4772DA-48A6-F927-0CFD-7122E2F76E5B}"/>
          </ac:spMkLst>
        </pc:spChg>
        <pc:spChg chg="add del mod topLvl">
          <ac:chgData name="Khaled taha" userId="912087602c74ab8a" providerId="LiveId" clId="{58B121E7-63A7-4330-86D4-8A88A1192A57}" dt="2025-07-05T08:19:49.984" v="23656" actId="478"/>
          <ac:spMkLst>
            <pc:docMk/>
            <pc:sldMk cId="1933405569" sldId="501"/>
            <ac:spMk id="54" creationId="{CA6DC028-1FB6-3D59-C859-8EE61031D9EA}"/>
          </ac:spMkLst>
        </pc:spChg>
        <pc:spChg chg="add del mod topLvl">
          <ac:chgData name="Khaled taha" userId="912087602c74ab8a" providerId="LiveId" clId="{58B121E7-63A7-4330-86D4-8A88A1192A57}" dt="2025-07-05T08:19:49.984" v="23656" actId="478"/>
          <ac:spMkLst>
            <pc:docMk/>
            <pc:sldMk cId="1933405569" sldId="501"/>
            <ac:spMk id="55" creationId="{23E73E30-5B3F-69C8-C466-2318090102D1}"/>
          </ac:spMkLst>
        </pc:spChg>
        <pc:spChg chg="add del mod">
          <ac:chgData name="Khaled taha" userId="912087602c74ab8a" providerId="LiveId" clId="{58B121E7-63A7-4330-86D4-8A88A1192A57}" dt="2025-07-05T08:19:49.984" v="23656" actId="478"/>
          <ac:spMkLst>
            <pc:docMk/>
            <pc:sldMk cId="1933405569" sldId="501"/>
            <ac:spMk id="56" creationId="{FDD43698-C5BE-695E-8D35-670C9DC0833F}"/>
          </ac:spMkLst>
        </pc:spChg>
        <pc:spChg chg="add del mod topLvl">
          <ac:chgData name="Khaled taha" userId="912087602c74ab8a" providerId="LiveId" clId="{58B121E7-63A7-4330-86D4-8A88A1192A57}" dt="2025-07-05T08:19:49.984" v="23656" actId="478"/>
          <ac:spMkLst>
            <pc:docMk/>
            <pc:sldMk cId="1933405569" sldId="501"/>
            <ac:spMk id="58" creationId="{A08DE3FC-7CB1-7BEB-4093-A119C3BF5020}"/>
          </ac:spMkLst>
        </pc:spChg>
        <pc:spChg chg="add del">
          <ac:chgData name="Khaled taha" userId="912087602c74ab8a" providerId="LiveId" clId="{58B121E7-63A7-4330-86D4-8A88A1192A57}" dt="2025-07-05T08:01:14.866" v="23477" actId="22"/>
          <ac:spMkLst>
            <pc:docMk/>
            <pc:sldMk cId="1933405569" sldId="501"/>
            <ac:spMk id="60" creationId="{892A5D17-354E-15AD-E1C2-CD4A29E0B73D}"/>
          </ac:spMkLst>
        </pc:spChg>
        <pc:spChg chg="add del mod topLvl">
          <ac:chgData name="Khaled taha" userId="912087602c74ab8a" providerId="LiveId" clId="{58B121E7-63A7-4330-86D4-8A88A1192A57}" dt="2025-07-05T08:19:49.984" v="23656" actId="478"/>
          <ac:spMkLst>
            <pc:docMk/>
            <pc:sldMk cId="1933405569" sldId="501"/>
            <ac:spMk id="61" creationId="{2948F09D-B2CB-1BB2-5BF9-2A048C50963B}"/>
          </ac:spMkLst>
        </pc:spChg>
        <pc:spChg chg="add del mod ord">
          <ac:chgData name="Khaled taha" userId="912087602c74ab8a" providerId="LiveId" clId="{58B121E7-63A7-4330-86D4-8A88A1192A57}" dt="2025-07-05T08:19:49.984" v="23656" actId="478"/>
          <ac:spMkLst>
            <pc:docMk/>
            <pc:sldMk cId="1933405569" sldId="501"/>
            <ac:spMk id="62" creationId="{4FDED442-4E78-81FF-D149-4BEEF92212A3}"/>
          </ac:spMkLst>
        </pc:spChg>
        <pc:spChg chg="add del mod ord">
          <ac:chgData name="Khaled taha" userId="912087602c74ab8a" providerId="LiveId" clId="{58B121E7-63A7-4330-86D4-8A88A1192A57}" dt="2025-07-05T08:19:49.984" v="23656" actId="478"/>
          <ac:spMkLst>
            <pc:docMk/>
            <pc:sldMk cId="1933405569" sldId="501"/>
            <ac:spMk id="63" creationId="{67FD32FE-B63C-5FD2-5EE7-6ABA3A2C6976}"/>
          </ac:spMkLst>
        </pc:spChg>
        <pc:spChg chg="add mod ord topLvl">
          <ac:chgData name="Khaled taha" userId="912087602c74ab8a" providerId="LiveId" clId="{58B121E7-63A7-4330-86D4-8A88A1192A57}" dt="2025-07-05T08:19:18.689" v="23653" actId="165"/>
          <ac:spMkLst>
            <pc:docMk/>
            <pc:sldMk cId="1933405569" sldId="501"/>
            <ac:spMk id="64" creationId="{D6DA17BB-251C-32BF-0E35-CE1756CB150C}"/>
          </ac:spMkLst>
        </pc:spChg>
        <pc:spChg chg="add del mod ord topLvl">
          <ac:chgData name="Khaled taha" userId="912087602c74ab8a" providerId="LiveId" clId="{58B121E7-63A7-4330-86D4-8A88A1192A57}" dt="2025-07-05T08:19:49.984" v="23656" actId="478"/>
          <ac:spMkLst>
            <pc:docMk/>
            <pc:sldMk cId="1933405569" sldId="501"/>
            <ac:spMk id="65" creationId="{F63539FC-F397-3185-72AB-5443D7BBB6D4}"/>
          </ac:spMkLst>
        </pc:spChg>
        <pc:spChg chg="add del mod topLvl">
          <ac:chgData name="Khaled taha" userId="912087602c74ab8a" providerId="LiveId" clId="{58B121E7-63A7-4330-86D4-8A88A1192A57}" dt="2025-07-05T08:19:49.984" v="23656" actId="478"/>
          <ac:spMkLst>
            <pc:docMk/>
            <pc:sldMk cId="1933405569" sldId="501"/>
            <ac:spMk id="66" creationId="{B9071BF7-BBC0-357E-3629-830B1E4D3BA9}"/>
          </ac:spMkLst>
        </pc:spChg>
        <pc:spChg chg="add del mod topLvl">
          <ac:chgData name="Khaled taha" userId="912087602c74ab8a" providerId="LiveId" clId="{58B121E7-63A7-4330-86D4-8A88A1192A57}" dt="2025-07-05T08:19:49.984" v="23656" actId="478"/>
          <ac:spMkLst>
            <pc:docMk/>
            <pc:sldMk cId="1933405569" sldId="501"/>
            <ac:spMk id="67" creationId="{73E83C7F-E7EC-B62A-D965-46FCA0E1707C}"/>
          </ac:spMkLst>
        </pc:spChg>
        <pc:spChg chg="mod">
          <ac:chgData name="Khaled taha" userId="912087602c74ab8a" providerId="LiveId" clId="{58B121E7-63A7-4330-86D4-8A88A1192A57}" dt="2025-07-05T08:44:23.293" v="23911" actId="207"/>
          <ac:spMkLst>
            <pc:docMk/>
            <pc:sldMk cId="1933405569" sldId="501"/>
            <ac:spMk id="80" creationId="{CC2C4F67-19D8-060F-32EB-12B9FB2BBD7E}"/>
          </ac:spMkLst>
        </pc:spChg>
        <pc:spChg chg="mod">
          <ac:chgData name="Khaled taha" userId="912087602c74ab8a" providerId="LiveId" clId="{58B121E7-63A7-4330-86D4-8A88A1192A57}" dt="2025-07-05T08:44:23.293" v="23911" actId="207"/>
          <ac:spMkLst>
            <pc:docMk/>
            <pc:sldMk cId="1933405569" sldId="501"/>
            <ac:spMk id="81" creationId="{C0F3CDDC-BFA3-D1D9-B0C4-F32E7D19368E}"/>
          </ac:spMkLst>
        </pc:spChg>
        <pc:spChg chg="add del mod">
          <ac:chgData name="Khaled taha" userId="912087602c74ab8a" providerId="LiveId" clId="{58B121E7-63A7-4330-86D4-8A88A1192A57}" dt="2025-07-05T08:44:59.416" v="23919" actId="478"/>
          <ac:spMkLst>
            <pc:docMk/>
            <pc:sldMk cId="1933405569" sldId="501"/>
            <ac:spMk id="82" creationId="{5E67FAD9-6413-A02A-8E66-8F6B2D523552}"/>
          </ac:spMkLst>
        </pc:spChg>
        <pc:spChg chg="mod">
          <ac:chgData name="Khaled taha" userId="912087602c74ab8a" providerId="LiveId" clId="{58B121E7-63A7-4330-86D4-8A88A1192A57}" dt="2025-07-05T08:46:56.827" v="23961"/>
          <ac:spMkLst>
            <pc:docMk/>
            <pc:sldMk cId="1933405569" sldId="501"/>
            <ac:spMk id="84" creationId="{25C86EBE-F25D-DA2E-AE80-1E3E76941357}"/>
          </ac:spMkLst>
        </pc:spChg>
        <pc:spChg chg="mod">
          <ac:chgData name="Khaled taha" userId="912087602c74ab8a" providerId="LiveId" clId="{58B121E7-63A7-4330-86D4-8A88A1192A57}" dt="2025-07-05T08:58:45.257" v="24125" actId="6549"/>
          <ac:spMkLst>
            <pc:docMk/>
            <pc:sldMk cId="1933405569" sldId="501"/>
            <ac:spMk id="85" creationId="{90ED9CEC-8BA8-25C2-FEAB-F315AB561BE9}"/>
          </ac:spMkLst>
        </pc:spChg>
        <pc:spChg chg="mod">
          <ac:chgData name="Khaled taha" userId="912087602c74ab8a" providerId="LiveId" clId="{58B121E7-63A7-4330-86D4-8A88A1192A57}" dt="2025-07-05T08:58:55.050" v="24127" actId="255"/>
          <ac:spMkLst>
            <pc:docMk/>
            <pc:sldMk cId="1933405569" sldId="501"/>
            <ac:spMk id="87" creationId="{979D1706-4634-5CB3-ECB2-E0F42100DC11}"/>
          </ac:spMkLst>
        </pc:spChg>
        <pc:spChg chg="mod">
          <ac:chgData name="Khaled taha" userId="912087602c74ab8a" providerId="LiveId" clId="{58B121E7-63A7-4330-86D4-8A88A1192A57}" dt="2025-07-05T08:58:55.050" v="24127" actId="255"/>
          <ac:spMkLst>
            <pc:docMk/>
            <pc:sldMk cId="1933405569" sldId="501"/>
            <ac:spMk id="88" creationId="{EA691B0D-3D6B-6341-68E0-C2DCCA4123B0}"/>
          </ac:spMkLst>
        </pc:spChg>
        <pc:spChg chg="mod">
          <ac:chgData name="Khaled taha" userId="912087602c74ab8a" providerId="LiveId" clId="{58B121E7-63A7-4330-86D4-8A88A1192A57}" dt="2025-07-05T08:58:55.050" v="24127" actId="255"/>
          <ac:spMkLst>
            <pc:docMk/>
            <pc:sldMk cId="1933405569" sldId="501"/>
            <ac:spMk id="90" creationId="{516E85E6-A3E8-8FC9-E6E5-FF1F6B44DC3A}"/>
          </ac:spMkLst>
        </pc:spChg>
        <pc:spChg chg="mod">
          <ac:chgData name="Khaled taha" userId="912087602c74ab8a" providerId="LiveId" clId="{58B121E7-63A7-4330-86D4-8A88A1192A57}" dt="2025-07-05T08:58:55.050" v="24127" actId="255"/>
          <ac:spMkLst>
            <pc:docMk/>
            <pc:sldMk cId="1933405569" sldId="501"/>
            <ac:spMk id="91" creationId="{B593A03A-12A9-117B-0DD1-2D681DAEFC4F}"/>
          </ac:spMkLst>
        </pc:spChg>
        <pc:spChg chg="mod">
          <ac:chgData name="Khaled taha" userId="912087602c74ab8a" providerId="LiveId" clId="{58B121E7-63A7-4330-86D4-8A88A1192A57}" dt="2025-07-05T08:58:55.050" v="24127" actId="255"/>
          <ac:spMkLst>
            <pc:docMk/>
            <pc:sldMk cId="1933405569" sldId="501"/>
            <ac:spMk id="93" creationId="{74ED76C0-BB87-8E12-28F2-6D982AD985EB}"/>
          </ac:spMkLst>
        </pc:spChg>
        <pc:spChg chg="mod">
          <ac:chgData name="Khaled taha" userId="912087602c74ab8a" providerId="LiveId" clId="{58B121E7-63A7-4330-86D4-8A88A1192A57}" dt="2025-07-05T09:14:21.577" v="24439" actId="242"/>
          <ac:spMkLst>
            <pc:docMk/>
            <pc:sldMk cId="1933405569" sldId="501"/>
            <ac:spMk id="94" creationId="{981C9F1C-A454-BFC8-2B6B-CE1D6AF7E643}"/>
          </ac:spMkLst>
        </pc:spChg>
        <pc:spChg chg="mod">
          <ac:chgData name="Khaled taha" userId="912087602c74ab8a" providerId="LiveId" clId="{58B121E7-63A7-4330-86D4-8A88A1192A57}" dt="2025-07-05T08:58:55.050" v="24127" actId="255"/>
          <ac:spMkLst>
            <pc:docMk/>
            <pc:sldMk cId="1933405569" sldId="501"/>
            <ac:spMk id="96" creationId="{42D88A0C-8531-F0F2-439C-925DE44B9816}"/>
          </ac:spMkLst>
        </pc:spChg>
        <pc:spChg chg="mod">
          <ac:chgData name="Khaled taha" userId="912087602c74ab8a" providerId="LiveId" clId="{58B121E7-63A7-4330-86D4-8A88A1192A57}" dt="2025-07-05T09:14:17.538" v="24438" actId="242"/>
          <ac:spMkLst>
            <pc:docMk/>
            <pc:sldMk cId="1933405569" sldId="501"/>
            <ac:spMk id="97" creationId="{A9F32E06-0463-C738-F33E-B829B0ADAA14}"/>
          </ac:spMkLst>
        </pc:spChg>
        <pc:spChg chg="mod">
          <ac:chgData name="Khaled taha" userId="912087602c74ab8a" providerId="LiveId" clId="{58B121E7-63A7-4330-86D4-8A88A1192A57}" dt="2025-07-05T08:59:07.069" v="24130"/>
          <ac:spMkLst>
            <pc:docMk/>
            <pc:sldMk cId="1933405569" sldId="501"/>
            <ac:spMk id="99" creationId="{CCE8D477-1C5D-9796-984E-5C7DEF356D92}"/>
          </ac:spMkLst>
        </pc:spChg>
        <pc:spChg chg="mod">
          <ac:chgData name="Khaled taha" userId="912087602c74ab8a" providerId="LiveId" clId="{58B121E7-63A7-4330-86D4-8A88A1192A57}" dt="2025-07-05T08:59:07.069" v="24130"/>
          <ac:spMkLst>
            <pc:docMk/>
            <pc:sldMk cId="1933405569" sldId="501"/>
            <ac:spMk id="100" creationId="{AAF2EC47-C134-ACFF-D412-CB99B0E8BCD5}"/>
          </ac:spMkLst>
        </pc:spChg>
        <pc:spChg chg="mod">
          <ac:chgData name="Khaled taha" userId="912087602c74ab8a" providerId="LiveId" clId="{58B121E7-63A7-4330-86D4-8A88A1192A57}" dt="2025-07-05T08:59:21.089" v="24134" actId="20577"/>
          <ac:spMkLst>
            <pc:docMk/>
            <pc:sldMk cId="1933405569" sldId="501"/>
            <ac:spMk id="102" creationId="{A78EC2EE-5DA3-F670-F68E-C4503956289D}"/>
          </ac:spMkLst>
        </pc:spChg>
        <pc:spChg chg="mod">
          <ac:chgData name="Khaled taha" userId="912087602c74ab8a" providerId="LiveId" clId="{58B121E7-63A7-4330-86D4-8A88A1192A57}" dt="2025-07-05T08:59:33.421" v="24153" actId="20577"/>
          <ac:spMkLst>
            <pc:docMk/>
            <pc:sldMk cId="1933405569" sldId="501"/>
            <ac:spMk id="103" creationId="{A35E1128-2392-AE6F-626F-34069D2FA82A}"/>
          </ac:spMkLst>
        </pc:spChg>
        <pc:spChg chg="add del mod">
          <ac:chgData name="Khaled taha" userId="912087602c74ab8a" providerId="LiveId" clId="{58B121E7-63A7-4330-86D4-8A88A1192A57}" dt="2025-07-05T09:09:33.344" v="24353" actId="478"/>
          <ac:spMkLst>
            <pc:docMk/>
            <pc:sldMk cId="1933405569" sldId="501"/>
            <ac:spMk id="104" creationId="{675058A2-13C3-B635-F675-4280A5CB158B}"/>
          </ac:spMkLst>
        </pc:spChg>
        <pc:spChg chg="mod">
          <ac:chgData name="Khaled taha" userId="912087602c74ab8a" providerId="LiveId" clId="{58B121E7-63A7-4330-86D4-8A88A1192A57}" dt="2025-07-05T09:07:23.775" v="24317"/>
          <ac:spMkLst>
            <pc:docMk/>
            <pc:sldMk cId="1933405569" sldId="501"/>
            <ac:spMk id="106" creationId="{6BAD2F50-6BE4-D414-DBDA-28F522906E91}"/>
          </ac:spMkLst>
        </pc:spChg>
        <pc:spChg chg="mod">
          <ac:chgData name="Khaled taha" userId="912087602c74ab8a" providerId="LiveId" clId="{58B121E7-63A7-4330-86D4-8A88A1192A57}" dt="2025-07-05T09:07:23.775" v="24317"/>
          <ac:spMkLst>
            <pc:docMk/>
            <pc:sldMk cId="1933405569" sldId="501"/>
            <ac:spMk id="107" creationId="{7768D6BF-C7E4-EE73-298C-7E1CC45B914D}"/>
          </ac:spMkLst>
        </pc:spChg>
        <pc:spChg chg="mod">
          <ac:chgData name="Khaled taha" userId="912087602c74ab8a" providerId="LiveId" clId="{58B121E7-63A7-4330-86D4-8A88A1192A57}" dt="2025-07-05T09:16:50.997" v="24457"/>
          <ac:spMkLst>
            <pc:docMk/>
            <pc:sldMk cId="1933405569" sldId="501"/>
            <ac:spMk id="109" creationId="{63AAC98E-AE5F-A530-63BA-C2BCD5DC1808}"/>
          </ac:spMkLst>
        </pc:spChg>
        <pc:spChg chg="mod">
          <ac:chgData name="Khaled taha" userId="912087602c74ab8a" providerId="LiveId" clId="{58B121E7-63A7-4330-86D4-8A88A1192A57}" dt="2025-07-05T09:16:50.997" v="24457"/>
          <ac:spMkLst>
            <pc:docMk/>
            <pc:sldMk cId="1933405569" sldId="501"/>
            <ac:spMk id="110" creationId="{9C18FF79-FAD7-2E33-4AB8-2823EE2550C8}"/>
          </ac:spMkLst>
        </pc:spChg>
        <pc:grpChg chg="del">
          <ac:chgData name="Khaled taha" userId="912087602c74ab8a" providerId="LiveId" clId="{58B121E7-63A7-4330-86D4-8A88A1192A57}" dt="2025-07-05T16:35:52.494" v="25370" actId="478"/>
          <ac:grpSpMkLst>
            <pc:docMk/>
            <pc:sldMk cId="1933405569" sldId="501"/>
            <ac:grpSpMk id="21" creationId="{9F4EFAC8-91B0-5B17-673C-FE35C154A3C3}"/>
          </ac:grpSpMkLst>
        </pc:grpChg>
        <pc:grpChg chg="add mod">
          <ac:chgData name="Khaled taha" userId="912087602c74ab8a" providerId="LiveId" clId="{58B121E7-63A7-4330-86D4-8A88A1192A57}" dt="2025-07-05T16:48:43.095" v="25477"/>
          <ac:grpSpMkLst>
            <pc:docMk/>
            <pc:sldMk cId="1933405569" sldId="501"/>
            <ac:grpSpMk id="24" creationId="{1A09BC56-B813-8699-3D43-9C8D01CECDB4}"/>
          </ac:grpSpMkLst>
        </pc:grpChg>
        <pc:grpChg chg="add mod">
          <ac:chgData name="Khaled taha" userId="912087602c74ab8a" providerId="LiveId" clId="{58B121E7-63A7-4330-86D4-8A88A1192A57}" dt="2025-07-05T07:27:08.491" v="23090" actId="1076"/>
          <ac:grpSpMkLst>
            <pc:docMk/>
            <pc:sldMk cId="1933405569" sldId="501"/>
            <ac:grpSpMk id="24" creationId="{AEDB2902-C16C-83B8-82D8-6AED90B16A9D}"/>
          </ac:grpSpMkLst>
        </pc:grpChg>
        <pc:grpChg chg="add del mod">
          <ac:chgData name="Khaled taha" userId="912087602c74ab8a" providerId="LiveId" clId="{58B121E7-63A7-4330-86D4-8A88A1192A57}" dt="2025-07-05T07:43:21.889" v="23286" actId="165"/>
          <ac:grpSpMkLst>
            <pc:docMk/>
            <pc:sldMk cId="1933405569" sldId="501"/>
            <ac:grpSpMk id="45" creationId="{434F68C4-26B0-3EB3-8D8A-A7E9DF797CA7}"/>
          </ac:grpSpMkLst>
        </pc:grpChg>
        <pc:grpChg chg="add mod">
          <ac:chgData name="Khaled taha" userId="912087602c74ab8a" providerId="LiveId" clId="{58B121E7-63A7-4330-86D4-8A88A1192A57}" dt="2025-07-05T07:39:50.903" v="23248" actId="164"/>
          <ac:grpSpMkLst>
            <pc:docMk/>
            <pc:sldMk cId="1933405569" sldId="501"/>
            <ac:grpSpMk id="48" creationId="{8050630B-AA48-EFCC-D89A-ABC11177853C}"/>
          </ac:grpSpMkLst>
        </pc:grpChg>
        <pc:grpChg chg="add mod ord">
          <ac:chgData name="Khaled taha" userId="912087602c74ab8a" providerId="LiveId" clId="{58B121E7-63A7-4330-86D4-8A88A1192A57}" dt="2025-07-05T07:39:46.408" v="23242" actId="164"/>
          <ac:grpSpMkLst>
            <pc:docMk/>
            <pc:sldMk cId="1933405569" sldId="501"/>
            <ac:grpSpMk id="49" creationId="{5911ACF0-CE73-A36F-63C8-D593DB160E75}"/>
          </ac:grpSpMkLst>
        </pc:grpChg>
        <pc:grpChg chg="add del mod ord">
          <ac:chgData name="Khaled taha" userId="912087602c74ab8a" providerId="LiveId" clId="{58B121E7-63A7-4330-86D4-8A88A1192A57}" dt="2025-07-05T07:46:07.736" v="23327" actId="165"/>
          <ac:grpSpMkLst>
            <pc:docMk/>
            <pc:sldMk cId="1933405569" sldId="501"/>
            <ac:grpSpMk id="50" creationId="{F75A95FE-ED03-06CA-201C-0A72AC2D792B}"/>
          </ac:grpSpMkLst>
        </pc:grpChg>
        <pc:grpChg chg="add del mod">
          <ac:chgData name="Khaled taha" userId="912087602c74ab8a" providerId="LiveId" clId="{58B121E7-63A7-4330-86D4-8A88A1192A57}" dt="2025-07-05T07:46:03.820" v="23326" actId="165"/>
          <ac:grpSpMkLst>
            <pc:docMk/>
            <pc:sldMk cId="1933405569" sldId="501"/>
            <ac:grpSpMk id="51" creationId="{DA44D68B-2AFC-F6AA-967F-4CC7057298B7}"/>
          </ac:grpSpMkLst>
        </pc:grpChg>
        <pc:grpChg chg="add mod">
          <ac:chgData name="Khaled taha" userId="912087602c74ab8a" providerId="LiveId" clId="{58B121E7-63A7-4330-86D4-8A88A1192A57}" dt="2025-07-05T08:09:16.750" v="23595" actId="164"/>
          <ac:grpSpMkLst>
            <pc:docMk/>
            <pc:sldMk cId="1933405569" sldId="501"/>
            <ac:grpSpMk id="68" creationId="{703841BD-2F95-C550-F5A0-2714B3715CCC}"/>
          </ac:grpSpMkLst>
        </pc:grpChg>
        <pc:grpChg chg="add del mod">
          <ac:chgData name="Khaled taha" userId="912087602c74ab8a" providerId="LiveId" clId="{58B121E7-63A7-4330-86D4-8A88A1192A57}" dt="2025-07-05T08:12:32.725" v="23642" actId="21"/>
          <ac:grpSpMkLst>
            <pc:docMk/>
            <pc:sldMk cId="1933405569" sldId="501"/>
            <ac:grpSpMk id="69" creationId="{10EBE2BD-3107-F31A-EF79-5D8FBDDC90AA}"/>
          </ac:grpSpMkLst>
        </pc:grpChg>
        <pc:grpChg chg="add mod ord">
          <ac:chgData name="Khaled taha" userId="912087602c74ab8a" providerId="LiveId" clId="{58B121E7-63A7-4330-86D4-8A88A1192A57}" dt="2025-07-05T08:11:41.020" v="23629" actId="164"/>
          <ac:grpSpMkLst>
            <pc:docMk/>
            <pc:sldMk cId="1933405569" sldId="501"/>
            <ac:grpSpMk id="70" creationId="{BC4B3EFD-CA71-4075-4834-257B0B3D36F5}"/>
          </ac:grpSpMkLst>
        </pc:grpChg>
        <pc:grpChg chg="add mod ord">
          <ac:chgData name="Khaled taha" userId="912087602c74ab8a" providerId="LiveId" clId="{58B121E7-63A7-4330-86D4-8A88A1192A57}" dt="2025-07-05T08:11:21.117" v="23624" actId="164"/>
          <ac:grpSpMkLst>
            <pc:docMk/>
            <pc:sldMk cId="1933405569" sldId="501"/>
            <ac:grpSpMk id="71" creationId="{8FF082F1-DAFD-201A-BBD9-EB27287917F9}"/>
          </ac:grpSpMkLst>
        </pc:grpChg>
        <pc:grpChg chg="add mod">
          <ac:chgData name="Khaled taha" userId="912087602c74ab8a" providerId="LiveId" clId="{58B121E7-63A7-4330-86D4-8A88A1192A57}" dt="2025-07-05T08:10:24.060" v="23609" actId="164"/>
          <ac:grpSpMkLst>
            <pc:docMk/>
            <pc:sldMk cId="1933405569" sldId="501"/>
            <ac:grpSpMk id="72" creationId="{0B00DF19-8206-202B-2894-68990512F1E4}"/>
          </ac:grpSpMkLst>
        </pc:grpChg>
        <pc:grpChg chg="add mod ord">
          <ac:chgData name="Khaled taha" userId="912087602c74ab8a" providerId="LiveId" clId="{58B121E7-63A7-4330-86D4-8A88A1192A57}" dt="2025-07-05T08:11:16.825" v="23618" actId="164"/>
          <ac:grpSpMkLst>
            <pc:docMk/>
            <pc:sldMk cId="1933405569" sldId="501"/>
            <ac:grpSpMk id="73" creationId="{4921A5D6-48EB-43B2-C2E7-6EF65DDA1F35}"/>
          </ac:grpSpMkLst>
        </pc:grpChg>
        <pc:grpChg chg="add del mod ord">
          <ac:chgData name="Khaled taha" userId="912087602c74ab8a" providerId="LiveId" clId="{58B121E7-63A7-4330-86D4-8A88A1192A57}" dt="2025-07-05T08:12:32.725" v="23642" actId="21"/>
          <ac:grpSpMkLst>
            <pc:docMk/>
            <pc:sldMk cId="1933405569" sldId="501"/>
            <ac:grpSpMk id="74" creationId="{F375EA87-F8C9-E07F-2208-A01BFEDFDD67}"/>
          </ac:grpSpMkLst>
        </pc:grpChg>
        <pc:grpChg chg="add del mod ord">
          <ac:chgData name="Khaled taha" userId="912087602c74ab8a" providerId="LiveId" clId="{58B121E7-63A7-4330-86D4-8A88A1192A57}" dt="2025-07-05T08:12:32.725" v="23642" actId="21"/>
          <ac:grpSpMkLst>
            <pc:docMk/>
            <pc:sldMk cId="1933405569" sldId="501"/>
            <ac:grpSpMk id="75" creationId="{DC8FF6A7-4F0B-643F-8FA6-D36753C67C5B}"/>
          </ac:grpSpMkLst>
        </pc:grpChg>
        <pc:grpChg chg="add del mod ord">
          <ac:chgData name="Khaled taha" userId="912087602c74ab8a" providerId="LiveId" clId="{58B121E7-63A7-4330-86D4-8A88A1192A57}" dt="2025-07-05T08:12:32.725" v="23642" actId="21"/>
          <ac:grpSpMkLst>
            <pc:docMk/>
            <pc:sldMk cId="1933405569" sldId="501"/>
            <ac:grpSpMk id="76" creationId="{8B3472DC-20CD-137A-B5F2-C27E7BD8DEA3}"/>
          </ac:grpSpMkLst>
        </pc:grpChg>
        <pc:grpChg chg="add del mod ord">
          <ac:chgData name="Khaled taha" userId="912087602c74ab8a" providerId="LiveId" clId="{58B121E7-63A7-4330-86D4-8A88A1192A57}" dt="2025-07-05T08:12:32.725" v="23642" actId="21"/>
          <ac:grpSpMkLst>
            <pc:docMk/>
            <pc:sldMk cId="1933405569" sldId="501"/>
            <ac:grpSpMk id="77" creationId="{5ECA4910-6A67-2CC1-0747-8768628EFDA7}"/>
          </ac:grpSpMkLst>
        </pc:grpChg>
        <pc:grpChg chg="add del mod ord">
          <ac:chgData name="Khaled taha" userId="912087602c74ab8a" providerId="LiveId" clId="{58B121E7-63A7-4330-86D4-8A88A1192A57}" dt="2025-07-05T08:12:32.725" v="23642" actId="21"/>
          <ac:grpSpMkLst>
            <pc:docMk/>
            <pc:sldMk cId="1933405569" sldId="501"/>
            <ac:grpSpMk id="78" creationId="{618CC9B9-629F-3816-4BB0-7CC846E408C0}"/>
          </ac:grpSpMkLst>
        </pc:grpChg>
        <pc:grpChg chg="add del mod">
          <ac:chgData name="Khaled taha" userId="912087602c74ab8a" providerId="LiveId" clId="{58B121E7-63A7-4330-86D4-8A88A1192A57}" dt="2025-07-05T09:06:11.984" v="24303" actId="478"/>
          <ac:grpSpMkLst>
            <pc:docMk/>
            <pc:sldMk cId="1933405569" sldId="501"/>
            <ac:grpSpMk id="79" creationId="{52B4741E-8AC5-9960-BB14-9002C00880CF}"/>
          </ac:grpSpMkLst>
        </pc:grpChg>
        <pc:grpChg chg="add del mod">
          <ac:chgData name="Khaled taha" userId="912087602c74ab8a" providerId="LiveId" clId="{58B121E7-63A7-4330-86D4-8A88A1192A57}" dt="2025-07-05T08:58:46.959" v="24126" actId="478"/>
          <ac:grpSpMkLst>
            <pc:docMk/>
            <pc:sldMk cId="1933405569" sldId="501"/>
            <ac:grpSpMk id="83" creationId="{6CA2AC4C-B105-97FE-CDC6-64887CFB4465}"/>
          </ac:grpSpMkLst>
        </pc:grpChg>
        <pc:grpChg chg="del mod">
          <ac:chgData name="Khaled taha" userId="912087602c74ab8a" providerId="LiveId" clId="{58B121E7-63A7-4330-86D4-8A88A1192A57}" dt="2025-07-05T16:35:47.646" v="25368" actId="478"/>
          <ac:grpSpMkLst>
            <pc:docMk/>
            <pc:sldMk cId="1933405569" sldId="501"/>
            <ac:grpSpMk id="86" creationId="{8A99EF73-1633-E1FF-44EC-B26B13E7D54E}"/>
          </ac:grpSpMkLst>
        </pc:grpChg>
        <pc:grpChg chg="add del mod">
          <ac:chgData name="Khaled taha" userId="912087602c74ab8a" providerId="LiveId" clId="{58B121E7-63A7-4330-86D4-8A88A1192A57}" dt="2025-07-05T16:35:47.646" v="25368" actId="478"/>
          <ac:grpSpMkLst>
            <pc:docMk/>
            <pc:sldMk cId="1933405569" sldId="501"/>
            <ac:grpSpMk id="89" creationId="{906A5524-E073-B38F-085E-A86BDE792004}"/>
          </ac:grpSpMkLst>
        </pc:grpChg>
        <pc:grpChg chg="del mod">
          <ac:chgData name="Khaled taha" userId="912087602c74ab8a" providerId="LiveId" clId="{58B121E7-63A7-4330-86D4-8A88A1192A57}" dt="2025-07-05T16:35:47.646" v="25368" actId="478"/>
          <ac:grpSpMkLst>
            <pc:docMk/>
            <pc:sldMk cId="1933405569" sldId="501"/>
            <ac:grpSpMk id="92" creationId="{7AAD66C6-3C18-793D-031C-E256FA54B760}"/>
          </ac:grpSpMkLst>
        </pc:grpChg>
        <pc:grpChg chg="add del mod">
          <ac:chgData name="Khaled taha" userId="912087602c74ab8a" providerId="LiveId" clId="{58B121E7-63A7-4330-86D4-8A88A1192A57}" dt="2025-07-05T16:35:47.646" v="25368" actId="478"/>
          <ac:grpSpMkLst>
            <pc:docMk/>
            <pc:sldMk cId="1933405569" sldId="501"/>
            <ac:grpSpMk id="95" creationId="{33540EF5-3927-65AF-4E80-30AE92728127}"/>
          </ac:grpSpMkLst>
        </pc:grpChg>
        <pc:grpChg chg="add mod">
          <ac:chgData name="Khaled taha" userId="912087602c74ab8a" providerId="LiveId" clId="{58B121E7-63A7-4330-86D4-8A88A1192A57}" dt="2025-07-05T08:59:07.069" v="24130"/>
          <ac:grpSpMkLst>
            <pc:docMk/>
            <pc:sldMk cId="1933405569" sldId="501"/>
            <ac:grpSpMk id="98" creationId="{2F0C4CA2-540D-9E60-EB84-7E7908A1A8F7}"/>
          </ac:grpSpMkLst>
        </pc:grpChg>
        <pc:grpChg chg="add del mod">
          <ac:chgData name="Khaled taha" userId="912087602c74ab8a" providerId="LiveId" clId="{58B121E7-63A7-4330-86D4-8A88A1192A57}" dt="2025-07-05T09:16:50.821" v="24456" actId="478"/>
          <ac:grpSpMkLst>
            <pc:docMk/>
            <pc:sldMk cId="1933405569" sldId="501"/>
            <ac:grpSpMk id="101" creationId="{A3D3595D-5E56-A271-0F7A-FEED7179EF7A}"/>
          </ac:grpSpMkLst>
        </pc:grpChg>
        <pc:grpChg chg="add mod">
          <ac:chgData name="Khaled taha" userId="912087602c74ab8a" providerId="LiveId" clId="{58B121E7-63A7-4330-86D4-8A88A1192A57}" dt="2025-07-05T09:14:39.717" v="24442" actId="1076"/>
          <ac:grpSpMkLst>
            <pc:docMk/>
            <pc:sldMk cId="1933405569" sldId="501"/>
            <ac:grpSpMk id="105" creationId="{FABB2AFA-4328-94FF-7DE9-02FDEB44CB63}"/>
          </ac:grpSpMkLst>
        </pc:grpChg>
        <pc:grpChg chg="add del mod">
          <ac:chgData name="Khaled taha" userId="912087602c74ab8a" providerId="LiveId" clId="{58B121E7-63A7-4330-86D4-8A88A1192A57}" dt="2025-07-05T16:48:42.889" v="25476" actId="478"/>
          <ac:grpSpMkLst>
            <pc:docMk/>
            <pc:sldMk cId="1933405569" sldId="501"/>
            <ac:grpSpMk id="108" creationId="{8D8D8854-6858-65F1-8B21-4BB71434979E}"/>
          </ac:grpSpMkLst>
        </pc:grpChg>
        <pc:picChg chg="del mod">
          <ac:chgData name="Khaled taha" userId="912087602c74ab8a" providerId="LiveId" clId="{58B121E7-63A7-4330-86D4-8A88A1192A57}" dt="2025-07-05T16:27:17.167" v="25220" actId="478"/>
          <ac:picMkLst>
            <pc:docMk/>
            <pc:sldMk cId="1933405569" sldId="501"/>
            <ac:picMk id="3" creationId="{213084D7-0238-2169-E1C6-AB403C5FCFFA}"/>
          </ac:picMkLst>
        </pc:picChg>
        <pc:picChg chg="add mod">
          <ac:chgData name="Khaled taha" userId="912087602c74ab8a" providerId="LiveId" clId="{58B121E7-63A7-4330-86D4-8A88A1192A57}" dt="2025-07-05T16:27:17.438" v="25221"/>
          <ac:picMkLst>
            <pc:docMk/>
            <pc:sldMk cId="1933405569" sldId="501"/>
            <ac:picMk id="7" creationId="{4734B7B0-8EAA-A2B2-884E-FBB9C22D902F}"/>
          </ac:picMkLst>
        </pc:picChg>
        <pc:cxnChg chg="del mod">
          <ac:chgData name="Khaled taha" userId="912087602c74ab8a" providerId="LiveId" clId="{58B121E7-63A7-4330-86D4-8A88A1192A57}" dt="2025-07-05T16:27:17.167" v="25220" actId="478"/>
          <ac:cxnSpMkLst>
            <pc:docMk/>
            <pc:sldMk cId="1933405569" sldId="501"/>
            <ac:cxnSpMk id="5" creationId="{FD8992C7-8673-A16D-F9EA-D7382F567B46}"/>
          </ac:cxnSpMkLst>
        </pc:cxnChg>
        <pc:cxnChg chg="add mod">
          <ac:chgData name="Khaled taha" userId="912087602c74ab8a" providerId="LiveId" clId="{58B121E7-63A7-4330-86D4-8A88A1192A57}" dt="2025-07-05T16:27:17.438" v="25221"/>
          <ac:cxnSpMkLst>
            <pc:docMk/>
            <pc:sldMk cId="1933405569" sldId="501"/>
            <ac:cxnSpMk id="8" creationId="{B7431319-E56A-C46F-B7B0-0D4223302190}"/>
          </ac:cxnSpMkLst>
        </pc:cxnChg>
        <pc:cxnChg chg="add del mod">
          <ac:chgData name="Khaled taha" userId="912087602c74ab8a" providerId="LiveId" clId="{58B121E7-63A7-4330-86D4-8A88A1192A57}" dt="2025-07-05T07:11:40.957" v="22894" actId="478"/>
          <ac:cxnSpMkLst>
            <pc:docMk/>
            <pc:sldMk cId="1933405569" sldId="501"/>
            <ac:cxnSpMk id="9" creationId="{431E3E73-7AC0-3D63-4839-4C8D0B855095}"/>
          </ac:cxnSpMkLst>
        </pc:cxnChg>
        <pc:cxnChg chg="add del mod">
          <ac:chgData name="Khaled taha" userId="912087602c74ab8a" providerId="LiveId" clId="{58B121E7-63A7-4330-86D4-8A88A1192A57}" dt="2025-07-05T07:11:40.957" v="22894" actId="478"/>
          <ac:cxnSpMkLst>
            <pc:docMk/>
            <pc:sldMk cId="1933405569" sldId="501"/>
            <ac:cxnSpMk id="20" creationId="{4E77E450-2078-2104-3794-C2CEC9C60394}"/>
          </ac:cxnSpMkLst>
        </pc:cxnChg>
        <pc:cxnChg chg="mod">
          <ac:chgData name="Khaled taha" userId="912087602c74ab8a" providerId="LiveId" clId="{58B121E7-63A7-4330-86D4-8A88A1192A57}" dt="2025-07-05T07:26:45.703" v="23085"/>
          <ac:cxnSpMkLst>
            <pc:docMk/>
            <pc:sldMk cId="1933405569" sldId="501"/>
            <ac:cxnSpMk id="27" creationId="{64292E05-3626-FE35-9466-0FE08E1106D1}"/>
          </ac:cxnSpMkLst>
        </pc:cxnChg>
      </pc:sldChg>
      <pc:sldChg chg="add del">
        <pc:chgData name="Khaled taha" userId="912087602c74ab8a" providerId="LiveId" clId="{58B121E7-63A7-4330-86D4-8A88A1192A57}" dt="2025-07-05T07:08:59.427" v="22859"/>
        <pc:sldMkLst>
          <pc:docMk/>
          <pc:sldMk cId="2060913556" sldId="501"/>
        </pc:sldMkLst>
      </pc:sldChg>
      <pc:sldChg chg="add del">
        <pc:chgData name="Khaled taha" userId="912087602c74ab8a" providerId="LiveId" clId="{58B121E7-63A7-4330-86D4-8A88A1192A57}" dt="2025-07-05T06:53:32.366" v="22766"/>
        <pc:sldMkLst>
          <pc:docMk/>
          <pc:sldMk cId="2191882083" sldId="501"/>
        </pc:sldMkLst>
      </pc:sldChg>
      <pc:sldChg chg="addSp delSp modSp add mod modTransition">
        <pc:chgData name="Khaled taha" userId="912087602c74ab8a" providerId="LiveId" clId="{58B121E7-63A7-4330-86D4-8A88A1192A57}" dt="2025-07-06T00:57:26.013" v="29008"/>
        <pc:sldMkLst>
          <pc:docMk/>
          <pc:sldMk cId="2494233412" sldId="502"/>
        </pc:sldMkLst>
        <pc:spChg chg="del">
          <ac:chgData name="Khaled taha" userId="912087602c74ab8a" providerId="LiveId" clId="{58B121E7-63A7-4330-86D4-8A88A1192A57}" dt="2025-07-05T16:27:22.763" v="25222" actId="478"/>
          <ac:spMkLst>
            <pc:docMk/>
            <pc:sldMk cId="2494233412" sldId="502"/>
            <ac:spMk id="2" creationId="{730E792E-21B9-AC20-3553-8DD20C9E1D80}"/>
          </ac:spMkLst>
        </pc:spChg>
        <pc:spChg chg="add del mod">
          <ac:chgData name="Khaled taha" userId="912087602c74ab8a" providerId="LiveId" clId="{58B121E7-63A7-4330-86D4-8A88A1192A57}" dt="2025-07-06T00:57:25.796" v="29007" actId="478"/>
          <ac:spMkLst>
            <pc:docMk/>
            <pc:sldMk cId="2494233412" sldId="502"/>
            <ac:spMk id="4" creationId="{358F13B0-604E-96E9-8645-24FC93C16F39}"/>
          </ac:spMkLst>
        </pc:spChg>
        <pc:spChg chg="mod">
          <ac:chgData name="Khaled taha" userId="912087602c74ab8a" providerId="LiveId" clId="{58B121E7-63A7-4330-86D4-8A88A1192A57}" dt="2025-07-05T08:43:18.519" v="23898"/>
          <ac:spMkLst>
            <pc:docMk/>
            <pc:sldMk cId="2494233412" sldId="502"/>
            <ac:spMk id="6" creationId="{34287714-5316-C89E-34CC-D0D10D4733A7}"/>
          </ac:spMkLst>
        </pc:spChg>
        <pc:spChg chg="add mod">
          <ac:chgData name="Khaled taha" userId="912087602c74ab8a" providerId="LiveId" clId="{58B121E7-63A7-4330-86D4-8A88A1192A57}" dt="2025-07-05T16:27:24.299" v="25223"/>
          <ac:spMkLst>
            <pc:docMk/>
            <pc:sldMk cId="2494233412" sldId="502"/>
            <ac:spMk id="6" creationId="{68BEAA71-2D36-55D6-8437-59EBEE5963BC}"/>
          </ac:spMkLst>
        </pc:spChg>
        <pc:spChg chg="mod">
          <ac:chgData name="Khaled taha" userId="912087602c74ab8a" providerId="LiveId" clId="{58B121E7-63A7-4330-86D4-8A88A1192A57}" dt="2025-07-05T08:43:18.519" v="23898"/>
          <ac:spMkLst>
            <pc:docMk/>
            <pc:sldMk cId="2494233412" sldId="502"/>
            <ac:spMk id="7" creationId="{47B4586F-F351-FD81-6647-E1757D25A8CB}"/>
          </ac:spMkLst>
        </pc:spChg>
        <pc:spChg chg="mod">
          <ac:chgData name="Khaled taha" userId="912087602c74ab8a" providerId="LiveId" clId="{58B121E7-63A7-4330-86D4-8A88A1192A57}" dt="2025-07-05T08:55:33.285" v="24111" actId="1076"/>
          <ac:spMkLst>
            <pc:docMk/>
            <pc:sldMk cId="2494233412" sldId="502"/>
            <ac:spMk id="9" creationId="{5A4CE4F4-8EC3-C9E2-AE67-292B5BF09717}"/>
          </ac:spMkLst>
        </pc:spChg>
        <pc:spChg chg="mod">
          <ac:chgData name="Khaled taha" userId="912087602c74ab8a" providerId="LiveId" clId="{58B121E7-63A7-4330-86D4-8A88A1192A57}" dt="2025-07-05T16:35:41.613" v="25367"/>
          <ac:spMkLst>
            <pc:docMk/>
            <pc:sldMk cId="2494233412" sldId="502"/>
            <ac:spMk id="10" creationId="{50C73E37-B2C0-DCEF-CDA5-C0EC84E5D7AC}"/>
          </ac:spMkLst>
        </pc:spChg>
        <pc:spChg chg="mod">
          <ac:chgData name="Khaled taha" userId="912087602c74ab8a" providerId="LiveId" clId="{58B121E7-63A7-4330-86D4-8A88A1192A57}" dt="2025-07-05T08:55:23.012" v="24108" actId="20577"/>
          <ac:spMkLst>
            <pc:docMk/>
            <pc:sldMk cId="2494233412" sldId="502"/>
            <ac:spMk id="10" creationId="{7C625C0F-CB06-9244-468D-5E9B0FF67010}"/>
          </ac:spMkLst>
        </pc:spChg>
        <pc:spChg chg="mod">
          <ac:chgData name="Khaled taha" userId="912087602c74ab8a" providerId="LiveId" clId="{58B121E7-63A7-4330-86D4-8A88A1192A57}" dt="2025-07-05T16:35:41.613" v="25367"/>
          <ac:spMkLst>
            <pc:docMk/>
            <pc:sldMk cId="2494233412" sldId="502"/>
            <ac:spMk id="11" creationId="{4A0425E8-D77D-AC60-143D-70F4D625430B}"/>
          </ac:spMkLst>
        </pc:spChg>
        <pc:spChg chg="mod">
          <ac:chgData name="Khaled taha" userId="912087602c74ab8a" providerId="LiveId" clId="{58B121E7-63A7-4330-86D4-8A88A1192A57}" dt="2025-07-05T08:47:29.487" v="23969" actId="948"/>
          <ac:spMkLst>
            <pc:docMk/>
            <pc:sldMk cId="2494233412" sldId="502"/>
            <ac:spMk id="12" creationId="{272A981F-F76E-F068-A225-57587E3CAD63}"/>
          </ac:spMkLst>
        </pc:spChg>
        <pc:spChg chg="mod">
          <ac:chgData name="Khaled taha" userId="912087602c74ab8a" providerId="LiveId" clId="{58B121E7-63A7-4330-86D4-8A88A1192A57}" dt="2025-07-05T08:47:29.487" v="23969" actId="948"/>
          <ac:spMkLst>
            <pc:docMk/>
            <pc:sldMk cId="2494233412" sldId="502"/>
            <ac:spMk id="13" creationId="{38F62B56-E968-46DA-B684-50846FF14B00}"/>
          </ac:spMkLst>
        </pc:spChg>
        <pc:spChg chg="mod">
          <ac:chgData name="Khaled taha" userId="912087602c74ab8a" providerId="LiveId" clId="{58B121E7-63A7-4330-86D4-8A88A1192A57}" dt="2025-07-05T16:35:41.613" v="25367"/>
          <ac:spMkLst>
            <pc:docMk/>
            <pc:sldMk cId="2494233412" sldId="502"/>
            <ac:spMk id="13" creationId="{43470D9B-1309-97D5-33FA-C602CD7AD968}"/>
          </ac:spMkLst>
        </pc:spChg>
        <pc:spChg chg="mod">
          <ac:chgData name="Khaled taha" userId="912087602c74ab8a" providerId="LiveId" clId="{58B121E7-63A7-4330-86D4-8A88A1192A57}" dt="2025-07-05T16:35:41.613" v="25367"/>
          <ac:spMkLst>
            <pc:docMk/>
            <pc:sldMk cId="2494233412" sldId="502"/>
            <ac:spMk id="14" creationId="{C5394A8E-048B-E989-6EE9-D306F132105D}"/>
          </ac:spMkLst>
        </pc:spChg>
        <pc:spChg chg="mod">
          <ac:chgData name="Khaled taha" userId="912087602c74ab8a" providerId="LiveId" clId="{58B121E7-63A7-4330-86D4-8A88A1192A57}" dt="2025-07-05T08:47:22.115" v="23968" actId="571"/>
          <ac:spMkLst>
            <pc:docMk/>
            <pc:sldMk cId="2494233412" sldId="502"/>
            <ac:spMk id="15" creationId="{98293F84-6D46-B260-7534-E395903FBAA1}"/>
          </ac:spMkLst>
        </pc:spChg>
        <pc:spChg chg="mod">
          <ac:chgData name="Khaled taha" userId="912087602c74ab8a" providerId="LiveId" clId="{58B121E7-63A7-4330-86D4-8A88A1192A57}" dt="2025-07-05T16:35:41.613" v="25367"/>
          <ac:spMkLst>
            <pc:docMk/>
            <pc:sldMk cId="2494233412" sldId="502"/>
            <ac:spMk id="16" creationId="{51464F96-E163-8CF1-8965-57EFA7104E79}"/>
          </ac:spMkLst>
        </pc:spChg>
        <pc:spChg chg="mod">
          <ac:chgData name="Khaled taha" userId="912087602c74ab8a" providerId="LiveId" clId="{58B121E7-63A7-4330-86D4-8A88A1192A57}" dt="2025-07-05T08:47:22.115" v="23968" actId="571"/>
          <ac:spMkLst>
            <pc:docMk/>
            <pc:sldMk cId="2494233412" sldId="502"/>
            <ac:spMk id="16" creationId="{E16759A1-DCC7-C01D-BA7F-71CF9B6039DE}"/>
          </ac:spMkLst>
        </pc:spChg>
        <pc:spChg chg="mod">
          <ac:chgData name="Khaled taha" userId="912087602c74ab8a" providerId="LiveId" clId="{58B121E7-63A7-4330-86D4-8A88A1192A57}" dt="2025-07-05T16:35:41.613" v="25367"/>
          <ac:spMkLst>
            <pc:docMk/>
            <pc:sldMk cId="2494233412" sldId="502"/>
            <ac:spMk id="17" creationId="{F87CBBA7-08E5-7C80-9D4F-B50B6F760805}"/>
          </ac:spMkLst>
        </pc:spChg>
        <pc:spChg chg="mod">
          <ac:chgData name="Khaled taha" userId="912087602c74ab8a" providerId="LiveId" clId="{58B121E7-63A7-4330-86D4-8A88A1192A57}" dt="2025-07-05T08:47:53.221" v="23977"/>
          <ac:spMkLst>
            <pc:docMk/>
            <pc:sldMk cId="2494233412" sldId="502"/>
            <ac:spMk id="18" creationId="{81B1B240-C727-979E-DD39-6D5AE2BB80C3}"/>
          </ac:spMkLst>
        </pc:spChg>
        <pc:spChg chg="mod">
          <ac:chgData name="Khaled taha" userId="912087602c74ab8a" providerId="LiveId" clId="{58B121E7-63A7-4330-86D4-8A88A1192A57}" dt="2025-07-05T16:35:41.613" v="25367"/>
          <ac:spMkLst>
            <pc:docMk/>
            <pc:sldMk cId="2494233412" sldId="502"/>
            <ac:spMk id="19" creationId="{742B6880-92AE-F80B-0FCC-C616080206FE}"/>
          </ac:spMkLst>
        </pc:spChg>
        <pc:spChg chg="mod">
          <ac:chgData name="Khaled taha" userId="912087602c74ab8a" providerId="LiveId" clId="{58B121E7-63A7-4330-86D4-8A88A1192A57}" dt="2025-07-05T08:47:53.221" v="23977"/>
          <ac:spMkLst>
            <pc:docMk/>
            <pc:sldMk cId="2494233412" sldId="502"/>
            <ac:spMk id="19" creationId="{CECDC4E2-95FF-F2E5-7F76-59C4DC568388}"/>
          </ac:spMkLst>
        </pc:spChg>
        <pc:spChg chg="mod">
          <ac:chgData name="Khaled taha" userId="912087602c74ab8a" providerId="LiveId" clId="{58B121E7-63A7-4330-86D4-8A88A1192A57}" dt="2025-07-05T16:35:41.613" v="25367"/>
          <ac:spMkLst>
            <pc:docMk/>
            <pc:sldMk cId="2494233412" sldId="502"/>
            <ac:spMk id="20" creationId="{8ED94CD8-95B7-740F-A8B8-31A85D1415BF}"/>
          </ac:spMkLst>
        </pc:spChg>
        <pc:spChg chg="mod">
          <ac:chgData name="Khaled taha" userId="912087602c74ab8a" providerId="LiveId" clId="{58B121E7-63A7-4330-86D4-8A88A1192A57}" dt="2025-07-05T08:48:20.625" v="23978"/>
          <ac:spMkLst>
            <pc:docMk/>
            <pc:sldMk cId="2494233412" sldId="502"/>
            <ac:spMk id="21" creationId="{8AECE16D-244A-60A0-83BD-3F3D4FE5BDDA}"/>
          </ac:spMkLst>
        </pc:spChg>
        <pc:spChg chg="mod">
          <ac:chgData name="Khaled taha" userId="912087602c74ab8a" providerId="LiveId" clId="{58B121E7-63A7-4330-86D4-8A88A1192A57}" dt="2025-07-05T08:48:20.625" v="23978"/>
          <ac:spMkLst>
            <pc:docMk/>
            <pc:sldMk cId="2494233412" sldId="502"/>
            <ac:spMk id="22" creationId="{17E593C2-05EF-E223-5C1C-F2ECECFD730F}"/>
          </ac:spMkLst>
        </pc:spChg>
        <pc:spChg chg="mod">
          <ac:chgData name="Khaled taha" userId="912087602c74ab8a" providerId="LiveId" clId="{58B121E7-63A7-4330-86D4-8A88A1192A57}" dt="2025-07-05T16:35:41.613" v="25367"/>
          <ac:spMkLst>
            <pc:docMk/>
            <pc:sldMk cId="2494233412" sldId="502"/>
            <ac:spMk id="22" creationId="{64330FC8-5A72-E01A-0B69-8F6DB261A9AB}"/>
          </ac:spMkLst>
        </pc:spChg>
        <pc:spChg chg="mod">
          <ac:chgData name="Khaled taha" userId="912087602c74ab8a" providerId="LiveId" clId="{58B121E7-63A7-4330-86D4-8A88A1192A57}" dt="2025-07-05T16:35:41.613" v="25367"/>
          <ac:spMkLst>
            <pc:docMk/>
            <pc:sldMk cId="2494233412" sldId="502"/>
            <ac:spMk id="23" creationId="{B18E27BC-FBC0-2A97-C029-4A7A898968F6}"/>
          </ac:spMkLst>
        </pc:spChg>
        <pc:spChg chg="mod">
          <ac:chgData name="Khaled taha" userId="912087602c74ab8a" providerId="LiveId" clId="{58B121E7-63A7-4330-86D4-8A88A1192A57}" dt="2025-07-05T08:49:10.471" v="23987" actId="571"/>
          <ac:spMkLst>
            <pc:docMk/>
            <pc:sldMk cId="2494233412" sldId="502"/>
            <ac:spMk id="24" creationId="{3AC08F4B-7F0A-CF22-52DB-88A96D4FFC19}"/>
          </ac:spMkLst>
        </pc:spChg>
        <pc:spChg chg="mod">
          <ac:chgData name="Khaled taha" userId="912087602c74ab8a" providerId="LiveId" clId="{58B121E7-63A7-4330-86D4-8A88A1192A57}" dt="2025-07-05T08:49:10.471" v="23987" actId="571"/>
          <ac:spMkLst>
            <pc:docMk/>
            <pc:sldMk cId="2494233412" sldId="502"/>
            <ac:spMk id="25" creationId="{1A0DDCCB-4694-8194-BDA3-097B9062F3AC}"/>
          </ac:spMkLst>
        </pc:spChg>
        <pc:spChg chg="mod">
          <ac:chgData name="Khaled taha" userId="912087602c74ab8a" providerId="LiveId" clId="{58B121E7-63A7-4330-86D4-8A88A1192A57}" dt="2025-07-05T16:54:41.350" v="25499" actId="207"/>
          <ac:spMkLst>
            <pc:docMk/>
            <pc:sldMk cId="2494233412" sldId="502"/>
            <ac:spMk id="25" creationId="{916FBF8C-B8AF-C93A-7685-89D582F9BE2D}"/>
          </ac:spMkLst>
        </pc:spChg>
        <pc:spChg chg="mod">
          <ac:chgData name="Khaled taha" userId="912087602c74ab8a" providerId="LiveId" clId="{58B121E7-63A7-4330-86D4-8A88A1192A57}" dt="2025-07-05T16:54:41.350" v="25499" actId="207"/>
          <ac:spMkLst>
            <pc:docMk/>
            <pc:sldMk cId="2494233412" sldId="502"/>
            <ac:spMk id="26" creationId="{A5215D23-CDFE-1DAA-CA8D-E57F86575776}"/>
          </ac:spMkLst>
        </pc:spChg>
        <pc:spChg chg="mod">
          <ac:chgData name="Khaled taha" userId="912087602c74ab8a" providerId="LiveId" clId="{58B121E7-63A7-4330-86D4-8A88A1192A57}" dt="2025-07-05T08:51:11.805" v="24045" actId="1076"/>
          <ac:spMkLst>
            <pc:docMk/>
            <pc:sldMk cId="2494233412" sldId="502"/>
            <ac:spMk id="27" creationId="{9584A7A0-1FF4-8C28-DE5C-AE05A18E5531}"/>
          </ac:spMkLst>
        </pc:spChg>
        <pc:spChg chg="mod">
          <ac:chgData name="Khaled taha" userId="912087602c74ab8a" providerId="LiveId" clId="{58B121E7-63A7-4330-86D4-8A88A1192A57}" dt="2025-07-05T08:50:47.652" v="24037" actId="20577"/>
          <ac:spMkLst>
            <pc:docMk/>
            <pc:sldMk cId="2494233412" sldId="502"/>
            <ac:spMk id="28" creationId="{0DD0E040-666C-0040-8780-E84542324688}"/>
          </ac:spMkLst>
        </pc:spChg>
        <pc:spChg chg="mod">
          <ac:chgData name="Khaled taha" userId="912087602c74ab8a" providerId="LiveId" clId="{58B121E7-63A7-4330-86D4-8A88A1192A57}" dt="2025-07-05T16:54:41.350" v="25499" actId="207"/>
          <ac:spMkLst>
            <pc:docMk/>
            <pc:sldMk cId="2494233412" sldId="502"/>
            <ac:spMk id="28" creationId="{C0F5CE05-DDF8-332B-24C0-A70A83AAE12D}"/>
          </ac:spMkLst>
        </pc:spChg>
        <pc:spChg chg="mod">
          <ac:chgData name="Khaled taha" userId="912087602c74ab8a" providerId="LiveId" clId="{58B121E7-63A7-4330-86D4-8A88A1192A57}" dt="2025-07-05T16:54:41.350" v="25499" actId="207"/>
          <ac:spMkLst>
            <pc:docMk/>
            <pc:sldMk cId="2494233412" sldId="502"/>
            <ac:spMk id="29" creationId="{389E0FF5-9E86-6ED6-263F-852490DDD55D}"/>
          </ac:spMkLst>
        </pc:spChg>
        <pc:spChg chg="mod">
          <ac:chgData name="Khaled taha" userId="912087602c74ab8a" providerId="LiveId" clId="{58B121E7-63A7-4330-86D4-8A88A1192A57}" dt="2025-07-05T08:52:08.725" v="24070" actId="1076"/>
          <ac:spMkLst>
            <pc:docMk/>
            <pc:sldMk cId="2494233412" sldId="502"/>
            <ac:spMk id="30" creationId="{C79DD4E1-8DC5-BCC8-004D-141F2969AEAD}"/>
          </ac:spMkLst>
        </pc:spChg>
        <pc:spChg chg="add mod">
          <ac:chgData name="Khaled taha" userId="912087602c74ab8a" providerId="LiveId" clId="{58B121E7-63A7-4330-86D4-8A88A1192A57}" dt="2025-07-06T00:57:26.013" v="29008"/>
          <ac:spMkLst>
            <pc:docMk/>
            <pc:sldMk cId="2494233412" sldId="502"/>
            <ac:spMk id="30" creationId="{D8E68D56-801B-8F4F-38AF-A77FCD2593F7}"/>
          </ac:spMkLst>
        </pc:spChg>
        <pc:spChg chg="mod">
          <ac:chgData name="Khaled taha" userId="912087602c74ab8a" providerId="LiveId" clId="{58B121E7-63A7-4330-86D4-8A88A1192A57}" dt="2025-07-05T08:51:57.870" v="24065" actId="14100"/>
          <ac:spMkLst>
            <pc:docMk/>
            <pc:sldMk cId="2494233412" sldId="502"/>
            <ac:spMk id="31" creationId="{C18D7BB3-5D6E-F06F-CE1D-133CB3CA1249}"/>
          </ac:spMkLst>
        </pc:spChg>
        <pc:spChg chg="mod">
          <ac:chgData name="Khaled taha" userId="912087602c74ab8a" providerId="LiveId" clId="{58B121E7-63A7-4330-86D4-8A88A1192A57}" dt="2025-07-05T08:50:26.157" v="24011" actId="14100"/>
          <ac:spMkLst>
            <pc:docMk/>
            <pc:sldMk cId="2494233412" sldId="502"/>
            <ac:spMk id="33" creationId="{595F9C51-7A76-E70A-56E2-AF2C66DFF78B}"/>
          </ac:spMkLst>
        </pc:spChg>
        <pc:spChg chg="mod">
          <ac:chgData name="Khaled taha" userId="912087602c74ab8a" providerId="LiveId" clId="{58B121E7-63A7-4330-86D4-8A88A1192A57}" dt="2025-07-05T08:50:02.979" v="24004" actId="20577"/>
          <ac:spMkLst>
            <pc:docMk/>
            <pc:sldMk cId="2494233412" sldId="502"/>
            <ac:spMk id="34" creationId="{0B77ABB3-97C6-1A4F-572D-EEB9B7C9FFFD}"/>
          </ac:spMkLst>
        </pc:spChg>
        <pc:spChg chg="mod">
          <ac:chgData name="Khaled taha" userId="912087602c74ab8a" providerId="LiveId" clId="{58B121E7-63A7-4330-86D4-8A88A1192A57}" dt="2025-07-05T08:53:32.072" v="24096" actId="20577"/>
          <ac:spMkLst>
            <pc:docMk/>
            <pc:sldMk cId="2494233412" sldId="502"/>
            <ac:spMk id="36" creationId="{C6324978-DE9B-43FB-893A-E69CC5581CBD}"/>
          </ac:spMkLst>
        </pc:spChg>
        <pc:spChg chg="mod">
          <ac:chgData name="Khaled taha" userId="912087602c74ab8a" providerId="LiveId" clId="{58B121E7-63A7-4330-86D4-8A88A1192A57}" dt="2025-07-05T08:52:49.060" v="24087" actId="20577"/>
          <ac:spMkLst>
            <pc:docMk/>
            <pc:sldMk cId="2494233412" sldId="502"/>
            <ac:spMk id="37" creationId="{98CA445C-02B3-1FCD-269B-91A110767933}"/>
          </ac:spMkLst>
        </pc:spChg>
        <pc:spChg chg="mod">
          <ac:chgData name="Khaled taha" userId="912087602c74ab8a" providerId="LiveId" clId="{58B121E7-63A7-4330-86D4-8A88A1192A57}" dt="2025-07-05T09:01:04.332" v="24226"/>
          <ac:spMkLst>
            <pc:docMk/>
            <pc:sldMk cId="2494233412" sldId="502"/>
            <ac:spMk id="39" creationId="{2E06C439-7716-32FD-F33D-182F1B1C4BDE}"/>
          </ac:spMkLst>
        </pc:spChg>
        <pc:spChg chg="mod">
          <ac:chgData name="Khaled taha" userId="912087602c74ab8a" providerId="LiveId" clId="{58B121E7-63A7-4330-86D4-8A88A1192A57}" dt="2025-07-05T09:01:04.332" v="24226"/>
          <ac:spMkLst>
            <pc:docMk/>
            <pc:sldMk cId="2494233412" sldId="502"/>
            <ac:spMk id="40" creationId="{D8F195B1-BE1A-73A7-A3B3-881B8791BB95}"/>
          </ac:spMkLst>
        </pc:spChg>
        <pc:spChg chg="mod">
          <ac:chgData name="Khaled taha" userId="912087602c74ab8a" providerId="LiveId" clId="{58B121E7-63A7-4330-86D4-8A88A1192A57}" dt="2025-07-05T09:01:04.332" v="24226"/>
          <ac:spMkLst>
            <pc:docMk/>
            <pc:sldMk cId="2494233412" sldId="502"/>
            <ac:spMk id="60" creationId="{739196C1-CEF7-7684-4999-49F5488E6A2C}"/>
          </ac:spMkLst>
        </pc:spChg>
        <pc:spChg chg="mod">
          <ac:chgData name="Khaled taha" userId="912087602c74ab8a" providerId="LiveId" clId="{58B121E7-63A7-4330-86D4-8A88A1192A57}" dt="2025-07-05T09:01:04.332" v="24226"/>
          <ac:spMkLst>
            <pc:docMk/>
            <pc:sldMk cId="2494233412" sldId="502"/>
            <ac:spMk id="64" creationId="{91A10570-40F0-073C-8296-B1023CDED0EA}"/>
          </ac:spMkLst>
        </pc:spChg>
        <pc:spChg chg="mod">
          <ac:chgData name="Khaled taha" userId="912087602c74ab8a" providerId="LiveId" clId="{58B121E7-63A7-4330-86D4-8A88A1192A57}" dt="2025-07-05T09:01:04.332" v="24226"/>
          <ac:spMkLst>
            <pc:docMk/>
            <pc:sldMk cId="2494233412" sldId="502"/>
            <ac:spMk id="66" creationId="{36520AE3-ECBC-DE53-483F-F15C009066B8}"/>
          </ac:spMkLst>
        </pc:spChg>
        <pc:spChg chg="mod">
          <ac:chgData name="Khaled taha" userId="912087602c74ab8a" providerId="LiveId" clId="{58B121E7-63A7-4330-86D4-8A88A1192A57}" dt="2025-07-05T09:01:04.332" v="24226"/>
          <ac:spMkLst>
            <pc:docMk/>
            <pc:sldMk cId="2494233412" sldId="502"/>
            <ac:spMk id="69" creationId="{753CEA3A-A32E-9438-CE7F-0F597BA9AC0B}"/>
          </ac:spMkLst>
        </pc:spChg>
        <pc:spChg chg="mod">
          <ac:chgData name="Khaled taha" userId="912087602c74ab8a" providerId="LiveId" clId="{58B121E7-63A7-4330-86D4-8A88A1192A57}" dt="2025-07-05T09:01:04.332" v="24226"/>
          <ac:spMkLst>
            <pc:docMk/>
            <pc:sldMk cId="2494233412" sldId="502"/>
            <ac:spMk id="71" creationId="{80A10761-B5C8-FBB7-B036-27FBDF9B4DB7}"/>
          </ac:spMkLst>
        </pc:spChg>
        <pc:spChg chg="mod">
          <ac:chgData name="Khaled taha" userId="912087602c74ab8a" providerId="LiveId" clId="{58B121E7-63A7-4330-86D4-8A88A1192A57}" dt="2025-07-05T09:14:08.952" v="24436" actId="242"/>
          <ac:spMkLst>
            <pc:docMk/>
            <pc:sldMk cId="2494233412" sldId="502"/>
            <ac:spMk id="72" creationId="{7D3AFB29-AF34-5627-A4B0-2EED848A9328}"/>
          </ac:spMkLst>
        </pc:spChg>
        <pc:spChg chg="mod">
          <ac:chgData name="Khaled taha" userId="912087602c74ab8a" providerId="LiveId" clId="{58B121E7-63A7-4330-86D4-8A88A1192A57}" dt="2025-07-05T09:01:04.332" v="24226"/>
          <ac:spMkLst>
            <pc:docMk/>
            <pc:sldMk cId="2494233412" sldId="502"/>
            <ac:spMk id="74" creationId="{D677CE6C-65C2-F81F-B38D-A608DA041018}"/>
          </ac:spMkLst>
        </pc:spChg>
        <pc:spChg chg="mod">
          <ac:chgData name="Khaled taha" userId="912087602c74ab8a" providerId="LiveId" clId="{58B121E7-63A7-4330-86D4-8A88A1192A57}" dt="2025-07-05T09:01:04.332" v="24226"/>
          <ac:spMkLst>
            <pc:docMk/>
            <pc:sldMk cId="2494233412" sldId="502"/>
            <ac:spMk id="75" creationId="{7E6E8AD8-30F1-C6E7-5395-D67224AEA349}"/>
          </ac:spMkLst>
        </pc:spChg>
        <pc:spChg chg="mod">
          <ac:chgData name="Khaled taha" userId="912087602c74ab8a" providerId="LiveId" clId="{58B121E7-63A7-4330-86D4-8A88A1192A57}" dt="2025-07-05T09:01:57.072" v="24250"/>
          <ac:spMkLst>
            <pc:docMk/>
            <pc:sldMk cId="2494233412" sldId="502"/>
            <ac:spMk id="77" creationId="{F51B7BFB-699E-F0D2-250B-05086EC8DF9E}"/>
          </ac:spMkLst>
        </pc:spChg>
        <pc:spChg chg="mod">
          <ac:chgData name="Khaled taha" userId="912087602c74ab8a" providerId="LiveId" clId="{58B121E7-63A7-4330-86D4-8A88A1192A57}" dt="2025-07-05T09:01:57.072" v="24250"/>
          <ac:spMkLst>
            <pc:docMk/>
            <pc:sldMk cId="2494233412" sldId="502"/>
            <ac:spMk id="78" creationId="{73F20945-3FBC-39E7-1608-E4545B922CA8}"/>
          </ac:spMkLst>
        </pc:spChg>
        <pc:spChg chg="mod">
          <ac:chgData name="Khaled taha" userId="912087602c74ab8a" providerId="LiveId" clId="{58B121E7-63A7-4330-86D4-8A88A1192A57}" dt="2025-07-05T09:01:57.072" v="24250"/>
          <ac:spMkLst>
            <pc:docMk/>
            <pc:sldMk cId="2494233412" sldId="502"/>
            <ac:spMk id="80" creationId="{7737C043-CA8D-4823-9F31-A50AD351D84F}"/>
          </ac:spMkLst>
        </pc:spChg>
        <pc:spChg chg="mod">
          <ac:chgData name="Khaled taha" userId="912087602c74ab8a" providerId="LiveId" clId="{58B121E7-63A7-4330-86D4-8A88A1192A57}" dt="2025-07-05T09:01:57.072" v="24250"/>
          <ac:spMkLst>
            <pc:docMk/>
            <pc:sldMk cId="2494233412" sldId="502"/>
            <ac:spMk id="81" creationId="{CBD9120D-6CE3-979B-142C-99BE6EB5B5C0}"/>
          </ac:spMkLst>
        </pc:spChg>
        <pc:spChg chg="mod">
          <ac:chgData name="Khaled taha" userId="912087602c74ab8a" providerId="LiveId" clId="{58B121E7-63A7-4330-86D4-8A88A1192A57}" dt="2025-07-05T09:01:57.072" v="24250"/>
          <ac:spMkLst>
            <pc:docMk/>
            <pc:sldMk cId="2494233412" sldId="502"/>
            <ac:spMk id="83" creationId="{1719A74B-893B-7AE3-7BD3-C443AF5E8BB2}"/>
          </ac:spMkLst>
        </pc:spChg>
        <pc:spChg chg="mod">
          <ac:chgData name="Khaled taha" userId="912087602c74ab8a" providerId="LiveId" clId="{58B121E7-63A7-4330-86D4-8A88A1192A57}" dt="2025-07-05T09:01:57.072" v="24250"/>
          <ac:spMkLst>
            <pc:docMk/>
            <pc:sldMk cId="2494233412" sldId="502"/>
            <ac:spMk id="84" creationId="{E362B92C-A80B-CE52-2B19-DBB317532A0C}"/>
          </ac:spMkLst>
        </pc:spChg>
        <pc:spChg chg="mod">
          <ac:chgData name="Khaled taha" userId="912087602c74ab8a" providerId="LiveId" clId="{58B121E7-63A7-4330-86D4-8A88A1192A57}" dt="2025-07-05T09:01:57.072" v="24250"/>
          <ac:spMkLst>
            <pc:docMk/>
            <pc:sldMk cId="2494233412" sldId="502"/>
            <ac:spMk id="86" creationId="{450E1D03-E98B-7103-5038-51D92AFAC326}"/>
          </ac:spMkLst>
        </pc:spChg>
        <pc:spChg chg="mod">
          <ac:chgData name="Khaled taha" userId="912087602c74ab8a" providerId="LiveId" clId="{58B121E7-63A7-4330-86D4-8A88A1192A57}" dt="2025-07-05T09:01:57.072" v="24250"/>
          <ac:spMkLst>
            <pc:docMk/>
            <pc:sldMk cId="2494233412" sldId="502"/>
            <ac:spMk id="87" creationId="{3A375B7E-0836-061D-68A1-7A135B315B9E}"/>
          </ac:spMkLst>
        </pc:spChg>
        <pc:spChg chg="mod">
          <ac:chgData name="Khaled taha" userId="912087602c74ab8a" providerId="LiveId" clId="{58B121E7-63A7-4330-86D4-8A88A1192A57}" dt="2025-07-05T09:01:57.072" v="24250"/>
          <ac:spMkLst>
            <pc:docMk/>
            <pc:sldMk cId="2494233412" sldId="502"/>
            <ac:spMk id="89" creationId="{0AFC6B1F-EC81-1AA1-1482-68D64C5CD44B}"/>
          </ac:spMkLst>
        </pc:spChg>
        <pc:spChg chg="mod">
          <ac:chgData name="Khaled taha" userId="912087602c74ab8a" providerId="LiveId" clId="{58B121E7-63A7-4330-86D4-8A88A1192A57}" dt="2025-07-05T09:01:57.072" v="24250"/>
          <ac:spMkLst>
            <pc:docMk/>
            <pc:sldMk cId="2494233412" sldId="502"/>
            <ac:spMk id="90" creationId="{0317DBC5-A99E-6AF2-4447-66C403B474A6}"/>
          </ac:spMkLst>
        </pc:spChg>
        <pc:spChg chg="mod">
          <ac:chgData name="Khaled taha" userId="912087602c74ab8a" providerId="LiveId" clId="{58B121E7-63A7-4330-86D4-8A88A1192A57}" dt="2025-07-05T09:02:03.862" v="24251"/>
          <ac:spMkLst>
            <pc:docMk/>
            <pc:sldMk cId="2494233412" sldId="502"/>
            <ac:spMk id="92" creationId="{1A4FBB89-E9A0-4E33-8CEF-DE8C9518BF77}"/>
          </ac:spMkLst>
        </pc:spChg>
        <pc:spChg chg="mod">
          <ac:chgData name="Khaled taha" userId="912087602c74ab8a" providerId="LiveId" clId="{58B121E7-63A7-4330-86D4-8A88A1192A57}" dt="2025-07-05T09:02:03.862" v="24251"/>
          <ac:spMkLst>
            <pc:docMk/>
            <pc:sldMk cId="2494233412" sldId="502"/>
            <ac:spMk id="93" creationId="{21F41FC8-A0AA-613B-2356-EC15F54840CC}"/>
          </ac:spMkLst>
        </pc:spChg>
        <pc:spChg chg="mod">
          <ac:chgData name="Khaled taha" userId="912087602c74ab8a" providerId="LiveId" clId="{58B121E7-63A7-4330-86D4-8A88A1192A57}" dt="2025-07-05T09:02:03.862" v="24251"/>
          <ac:spMkLst>
            <pc:docMk/>
            <pc:sldMk cId="2494233412" sldId="502"/>
            <ac:spMk id="95" creationId="{935DAF67-9A86-8156-102C-92AB4E27632C}"/>
          </ac:spMkLst>
        </pc:spChg>
        <pc:spChg chg="mod">
          <ac:chgData name="Khaled taha" userId="912087602c74ab8a" providerId="LiveId" clId="{58B121E7-63A7-4330-86D4-8A88A1192A57}" dt="2025-07-05T09:02:03.862" v="24251"/>
          <ac:spMkLst>
            <pc:docMk/>
            <pc:sldMk cId="2494233412" sldId="502"/>
            <ac:spMk id="96" creationId="{1F7873BC-F731-E475-2C11-8DF30DAB919C}"/>
          </ac:spMkLst>
        </pc:spChg>
        <pc:spChg chg="mod">
          <ac:chgData name="Khaled taha" userId="912087602c74ab8a" providerId="LiveId" clId="{58B121E7-63A7-4330-86D4-8A88A1192A57}" dt="2025-07-05T09:02:03.862" v="24251"/>
          <ac:spMkLst>
            <pc:docMk/>
            <pc:sldMk cId="2494233412" sldId="502"/>
            <ac:spMk id="98" creationId="{B3277FB6-9745-10B7-3067-C015D4A72DE4}"/>
          </ac:spMkLst>
        </pc:spChg>
        <pc:spChg chg="mod">
          <ac:chgData name="Khaled taha" userId="912087602c74ab8a" providerId="LiveId" clId="{58B121E7-63A7-4330-86D4-8A88A1192A57}" dt="2025-07-05T09:14:12.512" v="24437" actId="242"/>
          <ac:spMkLst>
            <pc:docMk/>
            <pc:sldMk cId="2494233412" sldId="502"/>
            <ac:spMk id="99" creationId="{0EB48624-E939-BC0B-21DC-0966B9D5EE8F}"/>
          </ac:spMkLst>
        </pc:spChg>
        <pc:spChg chg="mod">
          <ac:chgData name="Khaled taha" userId="912087602c74ab8a" providerId="LiveId" clId="{58B121E7-63A7-4330-86D4-8A88A1192A57}" dt="2025-07-05T09:02:15.940" v="24255"/>
          <ac:spMkLst>
            <pc:docMk/>
            <pc:sldMk cId="2494233412" sldId="502"/>
            <ac:spMk id="101" creationId="{7845CB07-6AA5-ED1E-F8F2-7C1696A70011}"/>
          </ac:spMkLst>
        </pc:spChg>
        <pc:spChg chg="mod">
          <ac:chgData name="Khaled taha" userId="912087602c74ab8a" providerId="LiveId" clId="{58B121E7-63A7-4330-86D4-8A88A1192A57}" dt="2025-07-05T09:02:15.940" v="24255"/>
          <ac:spMkLst>
            <pc:docMk/>
            <pc:sldMk cId="2494233412" sldId="502"/>
            <ac:spMk id="102" creationId="{89681168-9641-7718-B093-5B442B23AAA5}"/>
          </ac:spMkLst>
        </pc:spChg>
        <pc:spChg chg="mod">
          <ac:chgData name="Khaled taha" userId="912087602c74ab8a" providerId="LiveId" clId="{58B121E7-63A7-4330-86D4-8A88A1192A57}" dt="2025-07-05T09:02:15.940" v="24255"/>
          <ac:spMkLst>
            <pc:docMk/>
            <pc:sldMk cId="2494233412" sldId="502"/>
            <ac:spMk id="104" creationId="{7DFBABBB-5A01-B669-7EA6-EB6A9439643D}"/>
          </ac:spMkLst>
        </pc:spChg>
        <pc:spChg chg="mod">
          <ac:chgData name="Khaled taha" userId="912087602c74ab8a" providerId="LiveId" clId="{58B121E7-63A7-4330-86D4-8A88A1192A57}" dt="2025-07-05T09:02:15.940" v="24255"/>
          <ac:spMkLst>
            <pc:docMk/>
            <pc:sldMk cId="2494233412" sldId="502"/>
            <ac:spMk id="105" creationId="{AB6D9634-B99F-B0FA-4158-5BC200CE22D8}"/>
          </ac:spMkLst>
        </pc:spChg>
        <pc:spChg chg="mod">
          <ac:chgData name="Khaled taha" userId="912087602c74ab8a" providerId="LiveId" clId="{58B121E7-63A7-4330-86D4-8A88A1192A57}" dt="2025-07-05T09:02:15.940" v="24255"/>
          <ac:spMkLst>
            <pc:docMk/>
            <pc:sldMk cId="2494233412" sldId="502"/>
            <ac:spMk id="107" creationId="{FA19CB37-6BD6-7C38-5A2D-7CD118BB9BAA}"/>
          </ac:spMkLst>
        </pc:spChg>
        <pc:spChg chg="mod">
          <ac:chgData name="Khaled taha" userId="912087602c74ab8a" providerId="LiveId" clId="{58B121E7-63A7-4330-86D4-8A88A1192A57}" dt="2025-07-05T09:02:15.940" v="24255"/>
          <ac:spMkLst>
            <pc:docMk/>
            <pc:sldMk cId="2494233412" sldId="502"/>
            <ac:spMk id="108" creationId="{AFCBB00E-CB4C-B25E-9B1F-8D8ECEA0E9B8}"/>
          </ac:spMkLst>
        </pc:spChg>
        <pc:spChg chg="add del mod">
          <ac:chgData name="Khaled taha" userId="912087602c74ab8a" providerId="LiveId" clId="{58B121E7-63A7-4330-86D4-8A88A1192A57}" dt="2025-07-05T09:09:31.684" v="24352" actId="478"/>
          <ac:spMkLst>
            <pc:docMk/>
            <pc:sldMk cId="2494233412" sldId="502"/>
            <ac:spMk id="109" creationId="{FD73A030-1CB4-E0E6-0DC5-2BB2DF938A52}"/>
          </ac:spMkLst>
        </pc:spChg>
        <pc:spChg chg="mod">
          <ac:chgData name="Khaled taha" userId="912087602c74ab8a" providerId="LiveId" clId="{58B121E7-63A7-4330-86D4-8A88A1192A57}" dt="2025-07-05T09:08:13.809" v="24331"/>
          <ac:spMkLst>
            <pc:docMk/>
            <pc:sldMk cId="2494233412" sldId="502"/>
            <ac:spMk id="111" creationId="{0A8FB254-37EF-B53C-4B0C-C23807DCD9CA}"/>
          </ac:spMkLst>
        </pc:spChg>
        <pc:spChg chg="mod">
          <ac:chgData name="Khaled taha" userId="912087602c74ab8a" providerId="LiveId" clId="{58B121E7-63A7-4330-86D4-8A88A1192A57}" dt="2025-07-05T09:08:13.809" v="24331"/>
          <ac:spMkLst>
            <pc:docMk/>
            <pc:sldMk cId="2494233412" sldId="502"/>
            <ac:spMk id="112" creationId="{F8E665A0-3B14-2CF6-F58D-A5D297D33F6A}"/>
          </ac:spMkLst>
        </pc:spChg>
        <pc:spChg chg="mod">
          <ac:chgData name="Khaled taha" userId="912087602c74ab8a" providerId="LiveId" clId="{58B121E7-63A7-4330-86D4-8A88A1192A57}" dt="2025-07-05T09:16:45.696" v="24455"/>
          <ac:spMkLst>
            <pc:docMk/>
            <pc:sldMk cId="2494233412" sldId="502"/>
            <ac:spMk id="114" creationId="{A770ADAE-9B61-4686-3699-4E3828267A24}"/>
          </ac:spMkLst>
        </pc:spChg>
        <pc:spChg chg="mod">
          <ac:chgData name="Khaled taha" userId="912087602c74ab8a" providerId="LiveId" clId="{58B121E7-63A7-4330-86D4-8A88A1192A57}" dt="2025-07-05T09:16:45.696" v="24455"/>
          <ac:spMkLst>
            <pc:docMk/>
            <pc:sldMk cId="2494233412" sldId="502"/>
            <ac:spMk id="115" creationId="{0E36D90D-F8CE-EBC9-88EA-BC2839B45DE9}"/>
          </ac:spMkLst>
        </pc:spChg>
        <pc:spChg chg="mod">
          <ac:chgData name="Khaled taha" userId="912087602c74ab8a" providerId="LiveId" clId="{58B121E7-63A7-4330-86D4-8A88A1192A57}" dt="2025-07-05T09:17:09.453" v="24463"/>
          <ac:spMkLst>
            <pc:docMk/>
            <pc:sldMk cId="2494233412" sldId="502"/>
            <ac:spMk id="117" creationId="{5AB5102F-0E9A-81E7-45D5-29928DAB1106}"/>
          </ac:spMkLst>
        </pc:spChg>
        <pc:spChg chg="mod">
          <ac:chgData name="Khaled taha" userId="912087602c74ab8a" providerId="LiveId" clId="{58B121E7-63A7-4330-86D4-8A88A1192A57}" dt="2025-07-05T09:17:09.453" v="24463"/>
          <ac:spMkLst>
            <pc:docMk/>
            <pc:sldMk cId="2494233412" sldId="502"/>
            <ac:spMk id="118" creationId="{B8459ED4-2CB5-E3F7-6518-8F931697CBF5}"/>
          </ac:spMkLst>
        </pc:spChg>
        <pc:grpChg chg="add del mod">
          <ac:chgData name="Khaled taha" userId="912087602c74ab8a" providerId="LiveId" clId="{58B121E7-63A7-4330-86D4-8A88A1192A57}" dt="2025-07-05T08:47:52.913" v="23976" actId="478"/>
          <ac:grpSpMkLst>
            <pc:docMk/>
            <pc:sldMk cId="2494233412" sldId="502"/>
            <ac:grpSpMk id="4" creationId="{FA5BB7F2-7BB2-4733-8090-7CB6B9E3FFC8}"/>
          </ac:grpSpMkLst>
        </pc:grpChg>
        <pc:grpChg chg="add del mod">
          <ac:chgData name="Khaled taha" userId="912087602c74ab8a" providerId="LiveId" clId="{58B121E7-63A7-4330-86D4-8A88A1192A57}" dt="2025-07-05T09:01:04.174" v="24225" actId="478"/>
          <ac:grpSpMkLst>
            <pc:docMk/>
            <pc:sldMk cId="2494233412" sldId="502"/>
            <ac:grpSpMk id="8" creationId="{5683B1A6-6548-0DDC-CAAC-7EA872702203}"/>
          </ac:grpSpMkLst>
        </pc:grpChg>
        <pc:grpChg chg="add del mod">
          <ac:chgData name="Khaled taha" userId="912087602c74ab8a" providerId="LiveId" clId="{58B121E7-63A7-4330-86D4-8A88A1192A57}" dt="2025-07-05T08:48:26.471" v="23980" actId="478"/>
          <ac:grpSpMkLst>
            <pc:docMk/>
            <pc:sldMk cId="2494233412" sldId="502"/>
            <ac:grpSpMk id="11" creationId="{98F72B77-68F5-F8A0-9B6E-7B8113931CB6}"/>
          </ac:grpSpMkLst>
        </pc:grpChg>
        <pc:grpChg chg="add mod">
          <ac:chgData name="Khaled taha" userId="912087602c74ab8a" providerId="LiveId" clId="{58B121E7-63A7-4330-86D4-8A88A1192A57}" dt="2025-07-05T08:47:22.115" v="23968" actId="571"/>
          <ac:grpSpMkLst>
            <pc:docMk/>
            <pc:sldMk cId="2494233412" sldId="502"/>
            <ac:grpSpMk id="14" creationId="{658ABA89-59D9-EB3C-12C4-5E87D57D91BC}"/>
          </ac:grpSpMkLst>
        </pc:grpChg>
        <pc:grpChg chg="add del mod">
          <ac:chgData name="Khaled taha" userId="912087602c74ab8a" providerId="LiveId" clId="{58B121E7-63A7-4330-86D4-8A88A1192A57}" dt="2025-07-05T09:06:09.694" v="24302" actId="478"/>
          <ac:grpSpMkLst>
            <pc:docMk/>
            <pc:sldMk cId="2494233412" sldId="502"/>
            <ac:grpSpMk id="17" creationId="{D5A257F4-3033-40BA-A7D7-E6CC7B054D9A}"/>
          </ac:grpSpMkLst>
        </pc:grpChg>
        <pc:grpChg chg="del">
          <ac:chgData name="Khaled taha" userId="912087602c74ab8a" providerId="LiveId" clId="{58B121E7-63A7-4330-86D4-8A88A1192A57}" dt="2025-07-05T16:35:56.011" v="25371" actId="478"/>
          <ac:grpSpMkLst>
            <pc:docMk/>
            <pc:sldMk cId="2494233412" sldId="502"/>
            <ac:grpSpMk id="18" creationId="{8CB5D19D-666A-D165-79C0-48E628EF2C55}"/>
          </ac:grpSpMkLst>
        </pc:grpChg>
        <pc:grpChg chg="add del mod">
          <ac:chgData name="Khaled taha" userId="912087602c74ab8a" providerId="LiveId" clId="{58B121E7-63A7-4330-86D4-8A88A1192A57}" dt="2025-07-05T08:49:06.241" v="23986" actId="478"/>
          <ac:grpSpMkLst>
            <pc:docMk/>
            <pc:sldMk cId="2494233412" sldId="502"/>
            <ac:grpSpMk id="20" creationId="{E8B9F425-39AF-DBEA-A1AF-9FF8A3CD7507}"/>
          </ac:grpSpMkLst>
        </pc:grpChg>
        <pc:grpChg chg="del">
          <ac:chgData name="Khaled taha" userId="912087602c74ab8a" providerId="LiveId" clId="{58B121E7-63A7-4330-86D4-8A88A1192A57}" dt="2025-07-05T16:35:56.011" v="25371" actId="478"/>
          <ac:grpSpMkLst>
            <pc:docMk/>
            <pc:sldMk cId="2494233412" sldId="502"/>
            <ac:grpSpMk id="21" creationId="{ABE187E6-85D6-1A18-0482-21E8E457A450}"/>
          </ac:grpSpMkLst>
        </pc:grpChg>
        <pc:grpChg chg="add del mod">
          <ac:chgData name="Khaled taha" userId="912087602c74ab8a" providerId="LiveId" clId="{58B121E7-63A7-4330-86D4-8A88A1192A57}" dt="2025-07-05T08:53:48.617" v="24100" actId="478"/>
          <ac:grpSpMkLst>
            <pc:docMk/>
            <pc:sldMk cId="2494233412" sldId="502"/>
            <ac:grpSpMk id="23" creationId="{A13D9647-9147-61A3-44D2-18580C435C30}"/>
          </ac:grpSpMkLst>
        </pc:grpChg>
        <pc:grpChg chg="add mod">
          <ac:chgData name="Khaled taha" userId="912087602c74ab8a" providerId="LiveId" clId="{58B121E7-63A7-4330-86D4-8A88A1192A57}" dt="2025-07-05T16:48:33.048" v="25473"/>
          <ac:grpSpMkLst>
            <pc:docMk/>
            <pc:sldMk cId="2494233412" sldId="502"/>
            <ac:grpSpMk id="24" creationId="{E54722CF-225A-EA4E-DBDE-3DABC028364C}"/>
          </ac:grpSpMkLst>
        </pc:grpChg>
        <pc:grpChg chg="add del mod">
          <ac:chgData name="Khaled taha" userId="912087602c74ab8a" providerId="LiveId" clId="{58B121E7-63A7-4330-86D4-8A88A1192A57}" dt="2025-07-05T09:01:04.174" v="24225" actId="478"/>
          <ac:grpSpMkLst>
            <pc:docMk/>
            <pc:sldMk cId="2494233412" sldId="502"/>
            <ac:grpSpMk id="26" creationId="{49EE83DD-325C-2FC3-4F99-712E77C47C3E}"/>
          </ac:grpSpMkLst>
        </pc:grpChg>
        <pc:grpChg chg="add mod">
          <ac:chgData name="Khaled taha" userId="912087602c74ab8a" providerId="LiveId" clId="{58B121E7-63A7-4330-86D4-8A88A1192A57}" dt="2025-07-05T16:48:33.048" v="25473"/>
          <ac:grpSpMkLst>
            <pc:docMk/>
            <pc:sldMk cId="2494233412" sldId="502"/>
            <ac:grpSpMk id="27" creationId="{8E1D09FE-77C4-E63E-CB9A-B59733288103}"/>
          </ac:grpSpMkLst>
        </pc:grpChg>
        <pc:grpChg chg="add del mod">
          <ac:chgData name="Khaled taha" userId="912087602c74ab8a" providerId="LiveId" clId="{58B121E7-63A7-4330-86D4-8A88A1192A57}" dt="2025-07-05T09:01:04.174" v="24225" actId="478"/>
          <ac:grpSpMkLst>
            <pc:docMk/>
            <pc:sldMk cId="2494233412" sldId="502"/>
            <ac:grpSpMk id="29" creationId="{7782D94B-AFA4-DD29-6AEC-32E6F8A5B93E}"/>
          </ac:grpSpMkLst>
        </pc:grpChg>
        <pc:grpChg chg="add del mod">
          <ac:chgData name="Khaled taha" userId="912087602c74ab8a" providerId="LiveId" clId="{58B121E7-63A7-4330-86D4-8A88A1192A57}" dt="2025-07-05T09:01:04.174" v="24225" actId="478"/>
          <ac:grpSpMkLst>
            <pc:docMk/>
            <pc:sldMk cId="2494233412" sldId="502"/>
            <ac:grpSpMk id="32" creationId="{D4F8EF50-D72E-5DC1-1AC7-80B7960A714B}"/>
          </ac:grpSpMkLst>
        </pc:grpChg>
        <pc:grpChg chg="add del mod">
          <ac:chgData name="Khaled taha" userId="912087602c74ab8a" providerId="LiveId" clId="{58B121E7-63A7-4330-86D4-8A88A1192A57}" dt="2025-07-05T09:01:04.174" v="24225" actId="478"/>
          <ac:grpSpMkLst>
            <pc:docMk/>
            <pc:sldMk cId="2494233412" sldId="502"/>
            <ac:grpSpMk id="35" creationId="{90284316-5A48-55EC-6A3B-1A736AB83D2D}"/>
          </ac:grpSpMkLst>
        </pc:grpChg>
        <pc:grpChg chg="del mod">
          <ac:chgData name="Khaled taha" userId="912087602c74ab8a" providerId="LiveId" clId="{58B121E7-63A7-4330-86D4-8A88A1192A57}" dt="2025-07-05T09:02:07.972" v="24252" actId="478"/>
          <ac:grpSpMkLst>
            <pc:docMk/>
            <pc:sldMk cId="2494233412" sldId="502"/>
            <ac:grpSpMk id="38" creationId="{F543DB0B-F66D-428C-D71D-D840C4C44FC7}"/>
          </ac:grpSpMkLst>
        </pc:grpChg>
        <pc:grpChg chg="del mod">
          <ac:chgData name="Khaled taha" userId="912087602c74ab8a" providerId="LiveId" clId="{58B121E7-63A7-4330-86D4-8A88A1192A57}" dt="2025-07-05T09:02:07.972" v="24252" actId="478"/>
          <ac:grpSpMkLst>
            <pc:docMk/>
            <pc:sldMk cId="2494233412" sldId="502"/>
            <ac:grpSpMk id="41" creationId="{F369A572-4FB4-56C1-3102-00743500C933}"/>
          </ac:grpSpMkLst>
        </pc:grpChg>
        <pc:grpChg chg="del">
          <ac:chgData name="Khaled taha" userId="912087602c74ab8a" providerId="LiveId" clId="{58B121E7-63A7-4330-86D4-8A88A1192A57}" dt="2025-07-05T08:20:05.364" v="23664" actId="478"/>
          <ac:grpSpMkLst>
            <pc:docMk/>
            <pc:sldMk cId="2494233412" sldId="502"/>
            <ac:grpSpMk id="42" creationId="{1921038E-3565-D853-0558-289E6A0EF3A0}"/>
          </ac:grpSpMkLst>
        </pc:grpChg>
        <pc:grpChg chg="del">
          <ac:chgData name="Khaled taha" userId="912087602c74ab8a" providerId="LiveId" clId="{58B121E7-63A7-4330-86D4-8A88A1192A57}" dt="2025-07-05T08:20:05.364" v="23664" actId="478"/>
          <ac:grpSpMkLst>
            <pc:docMk/>
            <pc:sldMk cId="2494233412" sldId="502"/>
            <ac:grpSpMk id="46" creationId="{9DCFD656-9293-64CB-9DC8-42E9CC30E7CF}"/>
          </ac:grpSpMkLst>
        </pc:grpChg>
        <pc:grpChg chg="del">
          <ac:chgData name="Khaled taha" userId="912087602c74ab8a" providerId="LiveId" clId="{58B121E7-63A7-4330-86D4-8A88A1192A57}" dt="2025-07-05T08:20:05.364" v="23664" actId="478"/>
          <ac:grpSpMkLst>
            <pc:docMk/>
            <pc:sldMk cId="2494233412" sldId="502"/>
            <ac:grpSpMk id="50" creationId="{B4570F53-3C74-9F51-8BA1-959BDC985645}"/>
          </ac:grpSpMkLst>
        </pc:grpChg>
        <pc:grpChg chg="del">
          <ac:chgData name="Khaled taha" userId="912087602c74ab8a" providerId="LiveId" clId="{58B121E7-63A7-4330-86D4-8A88A1192A57}" dt="2025-07-05T08:20:05.364" v="23664" actId="478"/>
          <ac:grpSpMkLst>
            <pc:docMk/>
            <pc:sldMk cId="2494233412" sldId="502"/>
            <ac:grpSpMk id="54" creationId="{50CFC891-E5B7-2BC0-FF70-FD913831CB33}"/>
          </ac:grpSpMkLst>
        </pc:grpChg>
        <pc:grpChg chg="del">
          <ac:chgData name="Khaled taha" userId="912087602c74ab8a" providerId="LiveId" clId="{58B121E7-63A7-4330-86D4-8A88A1192A57}" dt="2025-07-05T08:20:05.364" v="23664" actId="478"/>
          <ac:grpSpMkLst>
            <pc:docMk/>
            <pc:sldMk cId="2494233412" sldId="502"/>
            <ac:grpSpMk id="58" creationId="{8E1F4D79-6D2F-CD9D-1380-645A697600AE}"/>
          </ac:grpSpMkLst>
        </pc:grpChg>
        <pc:grpChg chg="del">
          <ac:chgData name="Khaled taha" userId="912087602c74ab8a" providerId="LiveId" clId="{58B121E7-63A7-4330-86D4-8A88A1192A57}" dt="2025-07-05T08:20:05.364" v="23664" actId="478"/>
          <ac:grpSpMkLst>
            <pc:docMk/>
            <pc:sldMk cId="2494233412" sldId="502"/>
            <ac:grpSpMk id="63" creationId="{15548ED7-74FA-4CEE-CCA9-C78C1DC07C71}"/>
          </ac:grpSpMkLst>
        </pc:grpChg>
        <pc:grpChg chg="del mod">
          <ac:chgData name="Khaled taha" userId="912087602c74ab8a" providerId="LiveId" clId="{58B121E7-63A7-4330-86D4-8A88A1192A57}" dt="2025-07-05T09:02:07.972" v="24252" actId="478"/>
          <ac:grpSpMkLst>
            <pc:docMk/>
            <pc:sldMk cId="2494233412" sldId="502"/>
            <ac:grpSpMk id="65" creationId="{5A7BA5E9-B60C-EB03-D8BF-0447BEC7CBFC}"/>
          </ac:grpSpMkLst>
        </pc:grpChg>
        <pc:grpChg chg="del">
          <ac:chgData name="Khaled taha" userId="912087602c74ab8a" providerId="LiveId" clId="{58B121E7-63A7-4330-86D4-8A88A1192A57}" dt="2025-07-05T09:17:09.252" v="24462" actId="478"/>
          <ac:grpSpMkLst>
            <pc:docMk/>
            <pc:sldMk cId="2494233412" sldId="502"/>
            <ac:grpSpMk id="70" creationId="{271BB6E8-7D6A-14DD-142F-D45DDDC06CB8}"/>
          </ac:grpSpMkLst>
        </pc:grpChg>
        <pc:grpChg chg="del">
          <ac:chgData name="Khaled taha" userId="912087602c74ab8a" providerId="LiveId" clId="{58B121E7-63A7-4330-86D4-8A88A1192A57}" dt="2025-07-05T09:16:45.526" v="24454" actId="478"/>
          <ac:grpSpMkLst>
            <pc:docMk/>
            <pc:sldMk cId="2494233412" sldId="502"/>
            <ac:grpSpMk id="73" creationId="{B21A3D16-E20B-3139-055A-69D1BFD6C575}"/>
          </ac:grpSpMkLst>
        </pc:grpChg>
        <pc:grpChg chg="add del mod">
          <ac:chgData name="Khaled taha" userId="912087602c74ab8a" providerId="LiveId" clId="{58B121E7-63A7-4330-86D4-8A88A1192A57}" dt="2025-07-05T16:35:41.440" v="25366" actId="478"/>
          <ac:grpSpMkLst>
            <pc:docMk/>
            <pc:sldMk cId="2494233412" sldId="502"/>
            <ac:grpSpMk id="91" creationId="{37C13E08-8308-6F0A-BC55-3ADD42D760D2}"/>
          </ac:grpSpMkLst>
        </pc:grpChg>
        <pc:grpChg chg="add del mod">
          <ac:chgData name="Khaled taha" userId="912087602c74ab8a" providerId="LiveId" clId="{58B121E7-63A7-4330-86D4-8A88A1192A57}" dt="2025-07-05T16:35:41.440" v="25366" actId="478"/>
          <ac:grpSpMkLst>
            <pc:docMk/>
            <pc:sldMk cId="2494233412" sldId="502"/>
            <ac:grpSpMk id="94" creationId="{FC7DB68A-CC6C-A7BB-720F-3A835DC6F607}"/>
          </ac:grpSpMkLst>
        </pc:grpChg>
        <pc:grpChg chg="add del mod">
          <ac:chgData name="Khaled taha" userId="912087602c74ab8a" providerId="LiveId" clId="{58B121E7-63A7-4330-86D4-8A88A1192A57}" dt="2025-07-05T16:35:41.440" v="25366" actId="478"/>
          <ac:grpSpMkLst>
            <pc:docMk/>
            <pc:sldMk cId="2494233412" sldId="502"/>
            <ac:grpSpMk id="97" creationId="{D4575043-2AF3-CB0D-98F6-81B5C6EBB80E}"/>
          </ac:grpSpMkLst>
        </pc:grpChg>
        <pc:grpChg chg="add mod">
          <ac:chgData name="Khaled taha" userId="912087602c74ab8a" providerId="LiveId" clId="{58B121E7-63A7-4330-86D4-8A88A1192A57}" dt="2025-07-05T09:02:15.940" v="24255"/>
          <ac:grpSpMkLst>
            <pc:docMk/>
            <pc:sldMk cId="2494233412" sldId="502"/>
            <ac:grpSpMk id="100" creationId="{17FC68EC-9FEB-6494-FBA4-DBBE88E8FA5E}"/>
          </ac:grpSpMkLst>
        </pc:grpChg>
        <pc:grpChg chg="add mod">
          <ac:chgData name="Khaled taha" userId="912087602c74ab8a" providerId="LiveId" clId="{58B121E7-63A7-4330-86D4-8A88A1192A57}" dt="2025-07-05T09:02:15.940" v="24255"/>
          <ac:grpSpMkLst>
            <pc:docMk/>
            <pc:sldMk cId="2494233412" sldId="502"/>
            <ac:grpSpMk id="103" creationId="{71225D90-827E-7FCA-109B-D9C4FA9367B4}"/>
          </ac:grpSpMkLst>
        </pc:grpChg>
        <pc:grpChg chg="add mod">
          <ac:chgData name="Khaled taha" userId="912087602c74ab8a" providerId="LiveId" clId="{58B121E7-63A7-4330-86D4-8A88A1192A57}" dt="2025-07-05T09:02:15.940" v="24255"/>
          <ac:grpSpMkLst>
            <pc:docMk/>
            <pc:sldMk cId="2494233412" sldId="502"/>
            <ac:grpSpMk id="106" creationId="{D4A644CA-91D6-F052-833E-AEB3496B1A84}"/>
          </ac:grpSpMkLst>
        </pc:grpChg>
        <pc:grpChg chg="add mod">
          <ac:chgData name="Khaled taha" userId="912087602c74ab8a" providerId="LiveId" clId="{58B121E7-63A7-4330-86D4-8A88A1192A57}" dt="2025-07-05T09:14:47.758" v="24444" actId="1076"/>
          <ac:grpSpMkLst>
            <pc:docMk/>
            <pc:sldMk cId="2494233412" sldId="502"/>
            <ac:grpSpMk id="110" creationId="{D0B2C097-011D-FED5-4785-67B7B9BD2D03}"/>
          </ac:grpSpMkLst>
        </pc:grpChg>
        <pc:grpChg chg="add del mod">
          <ac:chgData name="Khaled taha" userId="912087602c74ab8a" providerId="LiveId" clId="{58B121E7-63A7-4330-86D4-8A88A1192A57}" dt="2025-07-05T16:48:32.752" v="25472" actId="478"/>
          <ac:grpSpMkLst>
            <pc:docMk/>
            <pc:sldMk cId="2494233412" sldId="502"/>
            <ac:grpSpMk id="113" creationId="{541F6C55-1295-797C-F6B6-076B407315F3}"/>
          </ac:grpSpMkLst>
        </pc:grpChg>
        <pc:grpChg chg="add del mod">
          <ac:chgData name="Khaled taha" userId="912087602c74ab8a" providerId="LiveId" clId="{58B121E7-63A7-4330-86D4-8A88A1192A57}" dt="2025-07-05T16:48:32.752" v="25472" actId="478"/>
          <ac:grpSpMkLst>
            <pc:docMk/>
            <pc:sldMk cId="2494233412" sldId="502"/>
            <ac:grpSpMk id="116" creationId="{814C479A-12F4-6F95-FE86-E2E124C4D199}"/>
          </ac:grpSpMkLst>
        </pc:grpChg>
        <pc:picChg chg="del">
          <ac:chgData name="Khaled taha" userId="912087602c74ab8a" providerId="LiveId" clId="{58B121E7-63A7-4330-86D4-8A88A1192A57}" dt="2025-07-05T16:27:22.763" v="25222" actId="478"/>
          <ac:picMkLst>
            <pc:docMk/>
            <pc:sldMk cId="2494233412" sldId="502"/>
            <ac:picMk id="3" creationId="{454AFB4B-16C5-96CE-4431-249F31F9D8F0}"/>
          </ac:picMkLst>
        </pc:picChg>
        <pc:picChg chg="add mod">
          <ac:chgData name="Khaled taha" userId="912087602c74ab8a" providerId="LiveId" clId="{58B121E7-63A7-4330-86D4-8A88A1192A57}" dt="2025-07-05T16:27:24.299" v="25223"/>
          <ac:picMkLst>
            <pc:docMk/>
            <pc:sldMk cId="2494233412" sldId="502"/>
            <ac:picMk id="7" creationId="{F7B1BFCD-F842-6294-FC93-9D10BD8903CF}"/>
          </ac:picMkLst>
        </pc:picChg>
        <pc:cxnChg chg="del">
          <ac:chgData name="Khaled taha" userId="912087602c74ab8a" providerId="LiveId" clId="{58B121E7-63A7-4330-86D4-8A88A1192A57}" dt="2025-07-05T16:27:22.763" v="25222" actId="478"/>
          <ac:cxnSpMkLst>
            <pc:docMk/>
            <pc:sldMk cId="2494233412" sldId="502"/>
            <ac:cxnSpMk id="5" creationId="{306E26C0-F16B-D8D1-4FC0-DEDE34FF9D3E}"/>
          </ac:cxnSpMkLst>
        </pc:cxnChg>
        <pc:cxnChg chg="add mod">
          <ac:chgData name="Khaled taha" userId="912087602c74ab8a" providerId="LiveId" clId="{58B121E7-63A7-4330-86D4-8A88A1192A57}" dt="2025-07-05T16:27:24.299" v="25223"/>
          <ac:cxnSpMkLst>
            <pc:docMk/>
            <pc:sldMk cId="2494233412" sldId="502"/>
            <ac:cxnSpMk id="8" creationId="{00DAF050-F68A-BBE2-9F3C-59F18A3731C4}"/>
          </ac:cxnSpMkLst>
        </pc:cxnChg>
      </pc:sldChg>
      <pc:sldChg chg="addSp delSp modSp new del mod">
        <pc:chgData name="Khaled taha" userId="912087602c74ab8a" providerId="LiveId" clId="{58B121E7-63A7-4330-86D4-8A88A1192A57}" dt="2025-07-05T16:53:15.918" v="25493" actId="47"/>
        <pc:sldMkLst>
          <pc:docMk/>
          <pc:sldMk cId="952192540" sldId="503"/>
        </pc:sldMkLst>
        <pc:spChg chg="del">
          <ac:chgData name="Khaled taha" userId="912087602c74ab8a" providerId="LiveId" clId="{58B121E7-63A7-4330-86D4-8A88A1192A57}" dt="2025-07-05T08:21:00.517" v="23670" actId="478"/>
          <ac:spMkLst>
            <pc:docMk/>
            <pc:sldMk cId="952192540" sldId="503"/>
            <ac:spMk id="2" creationId="{2CFB74B8-B662-0B33-4E9F-08718C8BFD7E}"/>
          </ac:spMkLst>
        </pc:spChg>
        <pc:spChg chg="del">
          <ac:chgData name="Khaled taha" userId="912087602c74ab8a" providerId="LiveId" clId="{58B121E7-63A7-4330-86D4-8A88A1192A57}" dt="2025-07-05T08:21:00.517" v="23670" actId="478"/>
          <ac:spMkLst>
            <pc:docMk/>
            <pc:sldMk cId="952192540" sldId="503"/>
            <ac:spMk id="3" creationId="{EAC1D8FC-4F7C-11BD-1FE1-56CCA5ECAAC5}"/>
          </ac:spMkLst>
        </pc:spChg>
        <pc:spChg chg="add del mod">
          <ac:chgData name="Khaled taha" userId="912087602c74ab8a" providerId="LiveId" clId="{58B121E7-63A7-4330-86D4-8A88A1192A57}" dt="2025-07-05T08:25:40.756" v="23735"/>
          <ac:spMkLst>
            <pc:docMk/>
            <pc:sldMk cId="952192540" sldId="503"/>
            <ac:spMk id="4" creationId="{E8572E4D-A1AE-4895-549C-183C955A439B}"/>
          </ac:spMkLst>
        </pc:spChg>
        <pc:spChg chg="add del mod">
          <ac:chgData name="Khaled taha" userId="912087602c74ab8a" providerId="LiveId" clId="{58B121E7-63A7-4330-86D4-8A88A1192A57}" dt="2025-07-05T08:24:45.720" v="23722" actId="11529"/>
          <ac:spMkLst>
            <pc:docMk/>
            <pc:sldMk cId="952192540" sldId="503"/>
            <ac:spMk id="5" creationId="{D2B22E19-32E6-A050-90F4-347435CD85BE}"/>
          </ac:spMkLst>
        </pc:spChg>
        <pc:spChg chg="add del mod">
          <ac:chgData name="Khaled taha" userId="912087602c74ab8a" providerId="LiveId" clId="{58B121E7-63A7-4330-86D4-8A88A1192A57}" dt="2025-07-05T08:24:44.868" v="23720"/>
          <ac:spMkLst>
            <pc:docMk/>
            <pc:sldMk cId="952192540" sldId="503"/>
            <ac:spMk id="6" creationId="{DB84C45C-E421-AA7E-5276-BA46EA20EC4B}"/>
          </ac:spMkLst>
        </pc:spChg>
        <pc:spChg chg="add del mod">
          <ac:chgData name="Khaled taha" userId="912087602c74ab8a" providerId="LiveId" clId="{58B121E7-63A7-4330-86D4-8A88A1192A57}" dt="2025-07-05T08:24:44.868" v="23720"/>
          <ac:spMkLst>
            <pc:docMk/>
            <pc:sldMk cId="952192540" sldId="503"/>
            <ac:spMk id="7" creationId="{24BC8F94-F3CA-B19C-5A92-88475FDC770E}"/>
          </ac:spMkLst>
        </pc:spChg>
        <pc:spChg chg="mod">
          <ac:chgData name="Khaled taha" userId="912087602c74ab8a" providerId="LiveId" clId="{58B121E7-63A7-4330-86D4-8A88A1192A57}" dt="2025-07-05T08:24:44.868" v="23720"/>
          <ac:spMkLst>
            <pc:docMk/>
            <pc:sldMk cId="952192540" sldId="503"/>
            <ac:spMk id="8" creationId="{0E9681A8-E1CA-7E82-77E0-87A2B0202A3D}"/>
          </ac:spMkLst>
        </pc:spChg>
        <pc:spChg chg="add del mod">
          <ac:chgData name="Khaled taha" userId="912087602c74ab8a" providerId="LiveId" clId="{58B121E7-63A7-4330-86D4-8A88A1192A57}" dt="2025-07-05T08:24:44.868" v="23720"/>
          <ac:spMkLst>
            <pc:docMk/>
            <pc:sldMk cId="952192540" sldId="503"/>
            <ac:spMk id="9" creationId="{D596684A-13EB-8AC1-C754-B514A9B13069}"/>
          </ac:spMkLst>
        </pc:spChg>
        <pc:spChg chg="add del mod">
          <ac:chgData name="Khaled taha" userId="912087602c74ab8a" providerId="LiveId" clId="{58B121E7-63A7-4330-86D4-8A88A1192A57}" dt="2025-07-05T08:24:44.868" v="23720"/>
          <ac:spMkLst>
            <pc:docMk/>
            <pc:sldMk cId="952192540" sldId="503"/>
            <ac:spMk id="10" creationId="{B118EC62-433F-8C6C-8508-07A2A3951455}"/>
          </ac:spMkLst>
        </pc:spChg>
        <pc:spChg chg="mod">
          <ac:chgData name="Khaled taha" userId="912087602c74ab8a" providerId="LiveId" clId="{58B121E7-63A7-4330-86D4-8A88A1192A57}" dt="2025-07-05T08:24:44.868" v="23720"/>
          <ac:spMkLst>
            <pc:docMk/>
            <pc:sldMk cId="952192540" sldId="503"/>
            <ac:spMk id="11" creationId="{41BFEEFD-669C-B005-B29E-46E574E4C90D}"/>
          </ac:spMkLst>
        </pc:spChg>
        <pc:spChg chg="add del mod">
          <ac:chgData name="Khaled taha" userId="912087602c74ab8a" providerId="LiveId" clId="{58B121E7-63A7-4330-86D4-8A88A1192A57}" dt="2025-07-05T08:24:44.868" v="23720"/>
          <ac:spMkLst>
            <pc:docMk/>
            <pc:sldMk cId="952192540" sldId="503"/>
            <ac:spMk id="12" creationId="{18E56EF4-9C67-159B-A06C-9E65A5417796}"/>
          </ac:spMkLst>
        </pc:spChg>
        <pc:spChg chg="mod">
          <ac:chgData name="Khaled taha" userId="912087602c74ab8a" providerId="LiveId" clId="{58B121E7-63A7-4330-86D4-8A88A1192A57}" dt="2025-07-05T08:24:44.868" v="23720"/>
          <ac:spMkLst>
            <pc:docMk/>
            <pc:sldMk cId="952192540" sldId="503"/>
            <ac:spMk id="13" creationId="{75DF53B4-2FDB-82AD-B159-2EE69DAA5575}"/>
          </ac:spMkLst>
        </pc:spChg>
        <pc:spChg chg="mod">
          <ac:chgData name="Khaled taha" userId="912087602c74ab8a" providerId="LiveId" clId="{58B121E7-63A7-4330-86D4-8A88A1192A57}" dt="2025-07-05T08:24:44.868" v="23720"/>
          <ac:spMkLst>
            <pc:docMk/>
            <pc:sldMk cId="952192540" sldId="503"/>
            <ac:spMk id="14" creationId="{F6C38C5B-FADC-6E2B-94ED-199EAA892326}"/>
          </ac:spMkLst>
        </pc:spChg>
        <pc:spChg chg="add mod">
          <ac:chgData name="Khaled taha" userId="912087602c74ab8a" providerId="LiveId" clId="{58B121E7-63A7-4330-86D4-8A88A1192A57}" dt="2025-07-05T08:25:35.991" v="23734" actId="14100"/>
          <ac:spMkLst>
            <pc:docMk/>
            <pc:sldMk cId="952192540" sldId="503"/>
            <ac:spMk id="16" creationId="{A9E7F290-A75B-EC5D-718A-06761CAFBD5B}"/>
          </ac:spMkLst>
        </pc:spChg>
        <pc:spChg chg="del mod">
          <ac:chgData name="Khaled taha" userId="912087602c74ab8a" providerId="LiveId" clId="{58B121E7-63A7-4330-86D4-8A88A1192A57}" dt="2025-07-05T08:25:47.727" v="23736" actId="478"/>
          <ac:spMkLst>
            <pc:docMk/>
            <pc:sldMk cId="952192540" sldId="503"/>
            <ac:spMk id="17" creationId="{3BCC33F6-F981-11CF-0738-3208103CDE06}"/>
          </ac:spMkLst>
        </pc:spChg>
        <pc:spChg chg="add del mod">
          <ac:chgData name="Khaled taha" userId="912087602c74ab8a" providerId="LiveId" clId="{58B121E7-63A7-4330-86D4-8A88A1192A57}" dt="2025-07-05T08:29:23.450" v="23758" actId="207"/>
          <ac:spMkLst>
            <pc:docMk/>
            <pc:sldMk cId="952192540" sldId="503"/>
            <ac:spMk id="18" creationId="{4AE7CB06-344E-8AD3-63F9-A8A19D1321A3}"/>
          </ac:spMkLst>
        </pc:spChg>
        <pc:spChg chg="del mod">
          <ac:chgData name="Khaled taha" userId="912087602c74ab8a" providerId="LiveId" clId="{58B121E7-63A7-4330-86D4-8A88A1192A57}" dt="2025-07-05T08:25:47.727" v="23736" actId="478"/>
          <ac:spMkLst>
            <pc:docMk/>
            <pc:sldMk cId="952192540" sldId="503"/>
            <ac:spMk id="19" creationId="{B5FA5539-F07E-6AAF-6F75-216E924EEE2D}"/>
          </ac:spMkLst>
        </pc:spChg>
        <pc:spChg chg="del mod">
          <ac:chgData name="Khaled taha" userId="912087602c74ab8a" providerId="LiveId" clId="{58B121E7-63A7-4330-86D4-8A88A1192A57}" dt="2025-07-05T08:25:55.386" v="23737" actId="478"/>
          <ac:spMkLst>
            <pc:docMk/>
            <pc:sldMk cId="952192540" sldId="503"/>
            <ac:spMk id="20" creationId="{D388E6E4-7B4D-641E-CF95-0F12D6E8E78C}"/>
          </ac:spMkLst>
        </pc:spChg>
        <pc:spChg chg="del mod">
          <ac:chgData name="Khaled taha" userId="912087602c74ab8a" providerId="LiveId" clId="{58B121E7-63A7-4330-86D4-8A88A1192A57}" dt="2025-07-05T08:25:56.504" v="23738" actId="478"/>
          <ac:spMkLst>
            <pc:docMk/>
            <pc:sldMk cId="952192540" sldId="503"/>
            <ac:spMk id="21" creationId="{F622DFA0-DCFE-DB42-C0C2-63E2F4BC206C}"/>
          </ac:spMkLst>
        </pc:spChg>
        <pc:spChg chg="del mod">
          <ac:chgData name="Khaled taha" userId="912087602c74ab8a" providerId="LiveId" clId="{58B121E7-63A7-4330-86D4-8A88A1192A57}" dt="2025-07-05T08:25:47.727" v="23736" actId="478"/>
          <ac:spMkLst>
            <pc:docMk/>
            <pc:sldMk cId="952192540" sldId="503"/>
            <ac:spMk id="22" creationId="{DD2D1CAB-AB5D-3093-081F-969BBB5F0661}"/>
          </ac:spMkLst>
        </pc:spChg>
        <pc:spChg chg="del mod">
          <ac:chgData name="Khaled taha" userId="912087602c74ab8a" providerId="LiveId" clId="{58B121E7-63A7-4330-86D4-8A88A1192A57}" dt="2025-07-05T08:25:47.727" v="23736" actId="478"/>
          <ac:spMkLst>
            <pc:docMk/>
            <pc:sldMk cId="952192540" sldId="503"/>
            <ac:spMk id="23" creationId="{FC10CE27-24D8-63C8-28B0-6B719CEC25A9}"/>
          </ac:spMkLst>
        </pc:spChg>
        <pc:spChg chg="mod">
          <ac:chgData name="Khaled taha" userId="912087602c74ab8a" providerId="LiveId" clId="{58B121E7-63A7-4330-86D4-8A88A1192A57}" dt="2025-07-05T08:27:48.601" v="23757" actId="207"/>
          <ac:spMkLst>
            <pc:docMk/>
            <pc:sldMk cId="952192540" sldId="503"/>
            <ac:spMk id="24" creationId="{0AEA9195-0849-7741-F5A0-91910CC1761F}"/>
          </ac:spMkLst>
        </pc:spChg>
        <pc:spChg chg="del mod">
          <ac:chgData name="Khaled taha" userId="912087602c74ab8a" providerId="LiveId" clId="{58B121E7-63A7-4330-86D4-8A88A1192A57}" dt="2025-07-05T08:25:47.727" v="23736" actId="478"/>
          <ac:spMkLst>
            <pc:docMk/>
            <pc:sldMk cId="952192540" sldId="503"/>
            <ac:spMk id="25" creationId="{BB101FDF-FF0A-20B3-83AE-54DC4C87F65E}"/>
          </ac:spMkLst>
        </pc:spChg>
        <pc:spChg chg="add del mod">
          <ac:chgData name="Khaled taha" userId="912087602c74ab8a" providerId="LiveId" clId="{58B121E7-63A7-4330-86D4-8A88A1192A57}" dt="2025-07-05T08:25:40.756" v="23735"/>
          <ac:spMkLst>
            <pc:docMk/>
            <pc:sldMk cId="952192540" sldId="503"/>
            <ac:spMk id="69" creationId="{4C163FE1-6079-401E-7121-C9DCDD208170}"/>
          </ac:spMkLst>
        </pc:spChg>
        <pc:grpChg chg="add mod">
          <ac:chgData name="Khaled taha" userId="912087602c74ab8a" providerId="LiveId" clId="{58B121E7-63A7-4330-86D4-8A88A1192A57}" dt="2025-07-05T08:24:41.883" v="23718" actId="164"/>
          <ac:grpSpMkLst>
            <pc:docMk/>
            <pc:sldMk cId="952192540" sldId="503"/>
            <ac:grpSpMk id="15" creationId="{AFFDCEF4-4180-DAEA-766C-AC2088DA1C21}"/>
          </ac:grpSpMkLst>
        </pc:grpChg>
        <pc:grpChg chg="add mod">
          <ac:chgData name="Khaled taha" userId="912087602c74ab8a" providerId="LiveId" clId="{58B121E7-63A7-4330-86D4-8A88A1192A57}" dt="2025-07-05T08:27:18.399" v="23752" actId="14100"/>
          <ac:grpSpMkLst>
            <pc:docMk/>
            <pc:sldMk cId="952192540" sldId="503"/>
            <ac:grpSpMk id="26" creationId="{3B3EA310-8A15-507E-8167-86C5AB37D946}"/>
          </ac:grpSpMkLst>
        </pc:grpChg>
      </pc:sldChg>
      <pc:sldChg chg="addSp delSp modSp add del mod modTransition">
        <pc:chgData name="Khaled taha" userId="912087602c74ab8a" providerId="LiveId" clId="{58B121E7-63A7-4330-86D4-8A88A1192A57}" dt="2025-07-06T00:57:08.237" v="29002" actId="478"/>
        <pc:sldMkLst>
          <pc:docMk/>
          <pc:sldMk cId="3077773378" sldId="504"/>
        </pc:sldMkLst>
        <pc:spChg chg="del mod">
          <ac:chgData name="Khaled taha" userId="912087602c74ab8a" providerId="LiveId" clId="{58B121E7-63A7-4330-86D4-8A88A1192A57}" dt="2025-07-05T16:27:39.600" v="25229" actId="478"/>
          <ac:spMkLst>
            <pc:docMk/>
            <pc:sldMk cId="3077773378" sldId="504"/>
            <ac:spMk id="2" creationId="{DDB30791-6397-79D8-63E3-DD5CACD0B64D}"/>
          </ac:spMkLst>
        </pc:spChg>
        <pc:spChg chg="mod">
          <ac:chgData name="Khaled taha" userId="912087602c74ab8a" providerId="LiveId" clId="{58B121E7-63A7-4330-86D4-8A88A1192A57}" dt="2025-07-05T16:54:08.794" v="25496" actId="207"/>
          <ac:spMkLst>
            <pc:docMk/>
            <pc:sldMk cId="3077773378" sldId="504"/>
            <ac:spMk id="6" creationId="{E27B3FC5-9D7A-C165-4818-FD08B931B06F}"/>
          </ac:spMkLst>
        </pc:spChg>
        <pc:spChg chg="mod">
          <ac:chgData name="Khaled taha" userId="912087602c74ab8a" providerId="LiveId" clId="{58B121E7-63A7-4330-86D4-8A88A1192A57}" dt="2025-07-05T16:32:44.886" v="25274" actId="255"/>
          <ac:spMkLst>
            <pc:docMk/>
            <pc:sldMk cId="3077773378" sldId="504"/>
            <ac:spMk id="7" creationId="{7BBC9294-6950-4978-6AD0-BFF8A48C8CF6}"/>
          </ac:spMkLst>
        </pc:spChg>
        <pc:spChg chg="add mod">
          <ac:chgData name="Khaled taha" userId="912087602c74ab8a" providerId="LiveId" clId="{58B121E7-63A7-4330-86D4-8A88A1192A57}" dt="2025-07-06T00:57:04.419" v="29000" actId="1076"/>
          <ac:spMkLst>
            <pc:docMk/>
            <pc:sldMk cId="3077773378" sldId="504"/>
            <ac:spMk id="8" creationId="{92699711-D80B-44F4-DBDA-5A0F942469A0}"/>
          </ac:spMkLst>
        </pc:spChg>
        <pc:spChg chg="add del mod">
          <ac:chgData name="Khaled taha" userId="912087602c74ab8a" providerId="LiveId" clId="{58B121E7-63A7-4330-86D4-8A88A1192A57}" dt="2025-07-05T15:56:02.695" v="24803" actId="478"/>
          <ac:spMkLst>
            <pc:docMk/>
            <pc:sldMk cId="3077773378" sldId="504"/>
            <ac:spMk id="9" creationId="{AE4AB3A4-ADA7-D58B-CC4B-3F725CAF569C}"/>
          </ac:spMkLst>
        </pc:spChg>
        <pc:spChg chg="add del mod">
          <ac:chgData name="Khaled taha" userId="912087602c74ab8a" providerId="LiveId" clId="{58B121E7-63A7-4330-86D4-8A88A1192A57}" dt="2025-07-05T15:58:00.479" v="24826" actId="478"/>
          <ac:spMkLst>
            <pc:docMk/>
            <pc:sldMk cId="3077773378" sldId="504"/>
            <ac:spMk id="10" creationId="{00AAD9CA-4E17-0142-AE64-02A4F7A9A8B0}"/>
          </ac:spMkLst>
        </pc:spChg>
        <pc:spChg chg="mod">
          <ac:chgData name="Khaled taha" userId="912087602c74ab8a" providerId="LiveId" clId="{58B121E7-63A7-4330-86D4-8A88A1192A57}" dt="2025-07-05T16:54:08.794" v="25496" actId="207"/>
          <ac:spMkLst>
            <pc:docMk/>
            <pc:sldMk cId="3077773378" sldId="504"/>
            <ac:spMk id="12" creationId="{E0D5B1DF-F64D-6663-0FD8-E2CC89E02DE2}"/>
          </ac:spMkLst>
        </pc:spChg>
        <pc:spChg chg="mod">
          <ac:chgData name="Khaled taha" userId="912087602c74ab8a" providerId="LiveId" clId="{58B121E7-63A7-4330-86D4-8A88A1192A57}" dt="2025-07-05T16:54:08.794" v="25496" actId="207"/>
          <ac:spMkLst>
            <pc:docMk/>
            <pc:sldMk cId="3077773378" sldId="504"/>
            <ac:spMk id="13" creationId="{4FED9E65-A6C5-5E34-ACBD-F9B7C96DBBFB}"/>
          </ac:spMkLst>
        </pc:spChg>
        <pc:spChg chg="mod">
          <ac:chgData name="Khaled taha" userId="912087602c74ab8a" providerId="LiveId" clId="{58B121E7-63A7-4330-86D4-8A88A1192A57}" dt="2025-07-05T16:54:08.794" v="25496" actId="207"/>
          <ac:spMkLst>
            <pc:docMk/>
            <pc:sldMk cId="3077773378" sldId="504"/>
            <ac:spMk id="15" creationId="{498C1C26-6C0A-12A8-765E-9112C2A1DDBF}"/>
          </ac:spMkLst>
        </pc:spChg>
        <pc:spChg chg="mod">
          <ac:chgData name="Khaled taha" userId="912087602c74ab8a" providerId="LiveId" clId="{58B121E7-63A7-4330-86D4-8A88A1192A57}" dt="2025-07-05T16:54:08.794" v="25496" actId="207"/>
          <ac:spMkLst>
            <pc:docMk/>
            <pc:sldMk cId="3077773378" sldId="504"/>
            <ac:spMk id="16" creationId="{DAE4A11B-138D-EE87-8EBB-3C74047198A7}"/>
          </ac:spMkLst>
        </pc:spChg>
        <pc:spChg chg="add del mod">
          <ac:chgData name="Khaled taha" userId="912087602c74ab8a" providerId="LiveId" clId="{58B121E7-63A7-4330-86D4-8A88A1192A57}" dt="2025-07-05T15:57:59.906" v="24825" actId="478"/>
          <ac:spMkLst>
            <pc:docMk/>
            <pc:sldMk cId="3077773378" sldId="504"/>
            <ac:spMk id="17" creationId="{04AEC2C7-3F86-852B-CD55-8F771580D42A}"/>
          </ac:spMkLst>
        </pc:spChg>
        <pc:spChg chg="add del mod">
          <ac:chgData name="Khaled taha" userId="912087602c74ab8a" providerId="LiveId" clId="{58B121E7-63A7-4330-86D4-8A88A1192A57}" dt="2025-07-05T15:57:59.378" v="24824" actId="478"/>
          <ac:spMkLst>
            <pc:docMk/>
            <pc:sldMk cId="3077773378" sldId="504"/>
            <ac:spMk id="18" creationId="{3C9016D3-B53B-C4A1-C750-B99C9992C0A9}"/>
          </ac:spMkLst>
        </pc:spChg>
        <pc:spChg chg="add mod">
          <ac:chgData name="Khaled taha" userId="912087602c74ab8a" providerId="LiveId" clId="{58B121E7-63A7-4330-86D4-8A88A1192A57}" dt="2025-07-05T16:27:39.889" v="25230"/>
          <ac:spMkLst>
            <pc:docMk/>
            <pc:sldMk cId="3077773378" sldId="504"/>
            <ac:spMk id="19" creationId="{4A82A70F-01D8-B456-158C-A00141D1C252}"/>
          </ac:spMkLst>
        </pc:spChg>
        <pc:spChg chg="mod">
          <ac:chgData name="Khaled taha" userId="912087602c74ab8a" providerId="LiveId" clId="{58B121E7-63A7-4330-86D4-8A88A1192A57}" dt="2025-07-05T16:54:08.794" v="25496" actId="207"/>
          <ac:spMkLst>
            <pc:docMk/>
            <pc:sldMk cId="3077773378" sldId="504"/>
            <ac:spMk id="21" creationId="{CC324489-9E89-EB91-AC93-4AB511462979}"/>
          </ac:spMkLst>
        </pc:spChg>
        <pc:spChg chg="mod">
          <ac:chgData name="Khaled taha" userId="912087602c74ab8a" providerId="LiveId" clId="{58B121E7-63A7-4330-86D4-8A88A1192A57}" dt="2025-07-05T16:54:08.794" v="25496" actId="207"/>
          <ac:spMkLst>
            <pc:docMk/>
            <pc:sldMk cId="3077773378" sldId="504"/>
            <ac:spMk id="22" creationId="{4E922DCF-8A48-EBCF-CDD1-FBF143190AA1}"/>
          </ac:spMkLst>
        </pc:spChg>
        <pc:spChg chg="mod">
          <ac:chgData name="Khaled taha" userId="912087602c74ab8a" providerId="LiveId" clId="{58B121E7-63A7-4330-86D4-8A88A1192A57}" dt="2025-07-05T16:54:08.794" v="25496" actId="207"/>
          <ac:spMkLst>
            <pc:docMk/>
            <pc:sldMk cId="3077773378" sldId="504"/>
            <ac:spMk id="24" creationId="{A624A753-CF4A-7998-A53D-D10A78EC8C2D}"/>
          </ac:spMkLst>
        </pc:spChg>
        <pc:spChg chg="mod">
          <ac:chgData name="Khaled taha" userId="912087602c74ab8a" providerId="LiveId" clId="{58B121E7-63A7-4330-86D4-8A88A1192A57}" dt="2025-07-05T16:54:08.794" v="25496" actId="207"/>
          <ac:spMkLst>
            <pc:docMk/>
            <pc:sldMk cId="3077773378" sldId="504"/>
            <ac:spMk id="25" creationId="{BDB8EAC3-339A-0EA4-DF4E-B71A95CB0882}"/>
          </ac:spMkLst>
        </pc:spChg>
        <pc:spChg chg="add mod">
          <ac:chgData name="Khaled taha" userId="912087602c74ab8a" providerId="LiveId" clId="{58B121E7-63A7-4330-86D4-8A88A1192A57}" dt="2025-07-05T17:54:29.513" v="25838" actId="1037"/>
          <ac:spMkLst>
            <pc:docMk/>
            <pc:sldMk cId="3077773378" sldId="504"/>
            <ac:spMk id="28" creationId="{0F75D4D4-EE5E-B39A-83FB-F8F3C468C204}"/>
          </ac:spMkLst>
        </pc:spChg>
        <pc:spChg chg="add mod">
          <ac:chgData name="Khaled taha" userId="912087602c74ab8a" providerId="LiveId" clId="{58B121E7-63A7-4330-86D4-8A88A1192A57}" dt="2025-07-05T17:54:29.513" v="25838" actId="1037"/>
          <ac:spMkLst>
            <pc:docMk/>
            <pc:sldMk cId="3077773378" sldId="504"/>
            <ac:spMk id="29" creationId="{7D13A432-5F91-36D9-CCD0-3FF34F5F8414}"/>
          </ac:spMkLst>
        </pc:spChg>
        <pc:spChg chg="add mod">
          <ac:chgData name="Khaled taha" userId="912087602c74ab8a" providerId="LiveId" clId="{58B121E7-63A7-4330-86D4-8A88A1192A57}" dt="2025-07-05T17:54:29.513" v="25838" actId="1037"/>
          <ac:spMkLst>
            <pc:docMk/>
            <pc:sldMk cId="3077773378" sldId="504"/>
            <ac:spMk id="30" creationId="{6FFC45CB-3F72-8B9F-DA04-D07283440753}"/>
          </ac:spMkLst>
        </pc:spChg>
        <pc:spChg chg="add mod">
          <ac:chgData name="Khaled taha" userId="912087602c74ab8a" providerId="LiveId" clId="{58B121E7-63A7-4330-86D4-8A88A1192A57}" dt="2025-07-05T17:54:29.513" v="25838" actId="1037"/>
          <ac:spMkLst>
            <pc:docMk/>
            <pc:sldMk cId="3077773378" sldId="504"/>
            <ac:spMk id="31" creationId="{035C9D6C-6FAD-FC44-0FCF-D511AA524255}"/>
          </ac:spMkLst>
        </pc:spChg>
        <pc:spChg chg="add mod">
          <ac:chgData name="Khaled taha" userId="912087602c74ab8a" providerId="LiveId" clId="{58B121E7-63A7-4330-86D4-8A88A1192A57}" dt="2025-07-05T17:54:29.513" v="25838" actId="1037"/>
          <ac:spMkLst>
            <pc:docMk/>
            <pc:sldMk cId="3077773378" sldId="504"/>
            <ac:spMk id="32" creationId="{B328420C-8D2C-7FD7-5B17-1D5CB577E590}"/>
          </ac:spMkLst>
        </pc:spChg>
        <pc:spChg chg="add mod">
          <ac:chgData name="Khaled taha" userId="912087602c74ab8a" providerId="LiveId" clId="{58B121E7-63A7-4330-86D4-8A88A1192A57}" dt="2025-07-05T17:54:29.513" v="25838" actId="1037"/>
          <ac:spMkLst>
            <pc:docMk/>
            <pc:sldMk cId="3077773378" sldId="504"/>
            <ac:spMk id="33" creationId="{7D347434-61CE-71E9-65E5-923EDDB7B989}"/>
          </ac:spMkLst>
        </pc:spChg>
        <pc:spChg chg="add del mod">
          <ac:chgData name="Khaled taha" userId="912087602c74ab8a" providerId="LiveId" clId="{58B121E7-63A7-4330-86D4-8A88A1192A57}" dt="2025-07-06T00:57:08.237" v="29002" actId="478"/>
          <ac:spMkLst>
            <pc:docMk/>
            <pc:sldMk cId="3077773378" sldId="504"/>
            <ac:spMk id="34" creationId="{0CBCB50B-5974-53EE-7CC2-9C9029ED91FC}"/>
          </ac:spMkLst>
        </pc:spChg>
        <pc:spChg chg="mod">
          <ac:chgData name="Khaled taha" userId="912087602c74ab8a" providerId="LiveId" clId="{58B121E7-63A7-4330-86D4-8A88A1192A57}" dt="2025-07-05T09:04:59.134" v="24296"/>
          <ac:spMkLst>
            <pc:docMk/>
            <pc:sldMk cId="3077773378" sldId="504"/>
            <ac:spMk id="39" creationId="{B97A7572-A788-668A-854C-138C4D0FF139}"/>
          </ac:spMkLst>
        </pc:spChg>
        <pc:spChg chg="mod">
          <ac:chgData name="Khaled taha" userId="912087602c74ab8a" providerId="LiveId" clId="{58B121E7-63A7-4330-86D4-8A88A1192A57}" dt="2025-07-05T09:04:59.134" v="24296"/>
          <ac:spMkLst>
            <pc:docMk/>
            <pc:sldMk cId="3077773378" sldId="504"/>
            <ac:spMk id="40" creationId="{3ED32D97-ED72-5BF4-059F-A214168A51A2}"/>
          </ac:spMkLst>
        </pc:spChg>
        <pc:spChg chg="add del mod">
          <ac:chgData name="Khaled taha" userId="912087602c74ab8a" providerId="LiveId" clId="{58B121E7-63A7-4330-86D4-8A88A1192A57}" dt="2025-07-05T09:09:24.987" v="24349" actId="478"/>
          <ac:spMkLst>
            <pc:docMk/>
            <pc:sldMk cId="3077773378" sldId="504"/>
            <ac:spMk id="41" creationId="{F89837A5-1BC2-5161-1D62-F291901BDFC4}"/>
          </ac:spMkLst>
        </pc:spChg>
        <pc:spChg chg="mod">
          <ac:chgData name="Khaled taha" userId="912087602c74ab8a" providerId="LiveId" clId="{58B121E7-63A7-4330-86D4-8A88A1192A57}" dt="2025-07-05T09:09:15.191" v="24346"/>
          <ac:spMkLst>
            <pc:docMk/>
            <pc:sldMk cId="3077773378" sldId="504"/>
            <ac:spMk id="43" creationId="{5C1E020C-324E-1BBB-CE52-1EB8CC43D21D}"/>
          </ac:spMkLst>
        </pc:spChg>
        <pc:spChg chg="mod">
          <ac:chgData name="Khaled taha" userId="912087602c74ab8a" providerId="LiveId" clId="{58B121E7-63A7-4330-86D4-8A88A1192A57}" dt="2025-07-05T09:09:15.191" v="24346"/>
          <ac:spMkLst>
            <pc:docMk/>
            <pc:sldMk cId="3077773378" sldId="504"/>
            <ac:spMk id="44" creationId="{16881871-ABFA-2C0E-93B5-7F1B72F8DAD2}"/>
          </ac:spMkLst>
        </pc:spChg>
        <pc:grpChg chg="mod">
          <ac:chgData name="Khaled taha" userId="912087602c74ab8a" providerId="LiveId" clId="{58B121E7-63A7-4330-86D4-8A88A1192A57}" dt="2025-07-05T16:33:32.005" v="25284" actId="1076"/>
          <ac:grpSpMkLst>
            <pc:docMk/>
            <pc:sldMk cId="3077773378" sldId="504"/>
            <ac:grpSpMk id="4" creationId="{F199ED43-0FFF-E448-7C56-0BF993C8EF04}"/>
          </ac:grpSpMkLst>
        </pc:grpChg>
        <pc:grpChg chg="del">
          <ac:chgData name="Khaled taha" userId="912087602c74ab8a" providerId="LiveId" clId="{58B121E7-63A7-4330-86D4-8A88A1192A57}" dt="2025-07-05T09:00:35.714" v="24222" actId="478"/>
          <ac:grpSpMkLst>
            <pc:docMk/>
            <pc:sldMk cId="3077773378" sldId="504"/>
            <ac:grpSpMk id="8" creationId="{45AD91F4-97EA-1D56-D93E-A66484E69FCD}"/>
          </ac:grpSpMkLst>
        </pc:grpChg>
        <pc:grpChg chg="add mod">
          <ac:chgData name="Khaled taha" userId="912087602c74ab8a" providerId="LiveId" clId="{58B121E7-63A7-4330-86D4-8A88A1192A57}" dt="2025-07-05T16:34:22.449" v="25291" actId="1076"/>
          <ac:grpSpMkLst>
            <pc:docMk/>
            <pc:sldMk cId="3077773378" sldId="504"/>
            <ac:grpSpMk id="11" creationId="{17EA2CF4-842A-5969-42D1-50D1B1CC3C77}"/>
          </ac:grpSpMkLst>
        </pc:grpChg>
        <pc:grpChg chg="mod">
          <ac:chgData name="Khaled taha" userId="912087602c74ab8a" providerId="LiveId" clId="{58B121E7-63A7-4330-86D4-8A88A1192A57}" dt="2025-07-05T16:33:32.005" v="25284" actId="1076"/>
          <ac:grpSpMkLst>
            <pc:docMk/>
            <pc:sldMk cId="3077773378" sldId="504"/>
            <ac:grpSpMk id="14" creationId="{C7084163-45D8-1668-F018-9CD0DD8E53A1}"/>
          </ac:grpSpMkLst>
        </pc:grpChg>
        <pc:grpChg chg="del">
          <ac:chgData name="Khaled taha" userId="912087602c74ab8a" providerId="LiveId" clId="{58B121E7-63A7-4330-86D4-8A88A1192A57}" dt="2025-07-05T09:04:58.566" v="24295" actId="478"/>
          <ac:grpSpMkLst>
            <pc:docMk/>
            <pc:sldMk cId="3077773378" sldId="504"/>
            <ac:grpSpMk id="17" creationId="{F540B204-D1E7-2562-7886-5E09B8440D8C}"/>
          </ac:grpSpMkLst>
        </pc:grpChg>
        <pc:grpChg chg="add mod">
          <ac:chgData name="Khaled taha" userId="912087602c74ab8a" providerId="LiveId" clId="{58B121E7-63A7-4330-86D4-8A88A1192A57}" dt="2025-07-05T16:34:22.449" v="25291" actId="1076"/>
          <ac:grpSpMkLst>
            <pc:docMk/>
            <pc:sldMk cId="3077773378" sldId="504"/>
            <ac:grpSpMk id="20" creationId="{0C9B5864-DB58-D618-0450-715F6D87C990}"/>
          </ac:grpSpMkLst>
        </pc:grpChg>
        <pc:grpChg chg="add mod">
          <ac:chgData name="Khaled taha" userId="912087602c74ab8a" providerId="LiveId" clId="{58B121E7-63A7-4330-86D4-8A88A1192A57}" dt="2025-07-05T16:34:22.449" v="25291" actId="1076"/>
          <ac:grpSpMkLst>
            <pc:docMk/>
            <pc:sldMk cId="3077773378" sldId="504"/>
            <ac:grpSpMk id="23" creationId="{36696EDB-C7F8-E560-A224-5BFB9A7304C2}"/>
          </ac:grpSpMkLst>
        </pc:grpChg>
        <pc:grpChg chg="del">
          <ac:chgData name="Khaled taha" userId="912087602c74ab8a" providerId="LiveId" clId="{58B121E7-63A7-4330-86D4-8A88A1192A57}" dt="2025-07-05T09:00:35.714" v="24222" actId="478"/>
          <ac:grpSpMkLst>
            <pc:docMk/>
            <pc:sldMk cId="3077773378" sldId="504"/>
            <ac:grpSpMk id="26" creationId="{355EF6B0-ACA8-787D-B849-9342C332344E}"/>
          </ac:grpSpMkLst>
        </pc:grpChg>
        <pc:grpChg chg="del">
          <ac:chgData name="Khaled taha" userId="912087602c74ab8a" providerId="LiveId" clId="{58B121E7-63A7-4330-86D4-8A88A1192A57}" dt="2025-07-05T09:00:35.714" v="24222" actId="478"/>
          <ac:grpSpMkLst>
            <pc:docMk/>
            <pc:sldMk cId="3077773378" sldId="504"/>
            <ac:grpSpMk id="29" creationId="{4E280203-EB15-00E8-C12E-97ED5D61FD0E}"/>
          </ac:grpSpMkLst>
        </pc:grpChg>
        <pc:grpChg chg="del">
          <ac:chgData name="Khaled taha" userId="912087602c74ab8a" providerId="LiveId" clId="{58B121E7-63A7-4330-86D4-8A88A1192A57}" dt="2025-07-05T09:00:35.714" v="24222" actId="478"/>
          <ac:grpSpMkLst>
            <pc:docMk/>
            <pc:sldMk cId="3077773378" sldId="504"/>
            <ac:grpSpMk id="32" creationId="{84051445-C2D3-9875-B16F-53F682EA4BDA}"/>
          </ac:grpSpMkLst>
        </pc:grpChg>
        <pc:grpChg chg="del">
          <ac:chgData name="Khaled taha" userId="912087602c74ab8a" providerId="LiveId" clId="{58B121E7-63A7-4330-86D4-8A88A1192A57}" dt="2025-07-05T09:00:35.714" v="24222" actId="478"/>
          <ac:grpSpMkLst>
            <pc:docMk/>
            <pc:sldMk cId="3077773378" sldId="504"/>
            <ac:grpSpMk id="35" creationId="{893FA103-7E4A-DBA5-6C51-07444603CFE0}"/>
          </ac:grpSpMkLst>
        </pc:grpChg>
        <pc:grpChg chg="add del mod">
          <ac:chgData name="Khaled taha" userId="912087602c74ab8a" providerId="LiveId" clId="{58B121E7-63A7-4330-86D4-8A88A1192A57}" dt="2025-07-05T09:06:04.741" v="24299" actId="478"/>
          <ac:grpSpMkLst>
            <pc:docMk/>
            <pc:sldMk cId="3077773378" sldId="504"/>
            <ac:grpSpMk id="38" creationId="{18F2F389-4A4C-5DBF-BFD4-FF7F52E28212}"/>
          </ac:grpSpMkLst>
        </pc:grpChg>
        <pc:grpChg chg="add mod">
          <ac:chgData name="Khaled taha" userId="912087602c74ab8a" providerId="LiveId" clId="{58B121E7-63A7-4330-86D4-8A88A1192A57}" dt="2025-07-05T09:14:57.669" v="24446" actId="1076"/>
          <ac:grpSpMkLst>
            <pc:docMk/>
            <pc:sldMk cId="3077773378" sldId="504"/>
            <ac:grpSpMk id="42" creationId="{397A0094-BCD1-2350-D181-C9FBFDFB0075}"/>
          </ac:grpSpMkLst>
        </pc:grpChg>
        <pc:picChg chg="del mod">
          <ac:chgData name="Khaled taha" userId="912087602c74ab8a" providerId="LiveId" clId="{58B121E7-63A7-4330-86D4-8A88A1192A57}" dt="2025-07-05T16:27:39.600" v="25229" actId="478"/>
          <ac:picMkLst>
            <pc:docMk/>
            <pc:sldMk cId="3077773378" sldId="504"/>
            <ac:picMk id="3" creationId="{F542360D-89C5-B4CF-BE5F-0493642FB422}"/>
          </ac:picMkLst>
        </pc:picChg>
        <pc:picChg chg="add mod">
          <ac:chgData name="Khaled taha" userId="912087602c74ab8a" providerId="LiveId" clId="{58B121E7-63A7-4330-86D4-8A88A1192A57}" dt="2025-07-05T16:27:39.889" v="25230"/>
          <ac:picMkLst>
            <pc:docMk/>
            <pc:sldMk cId="3077773378" sldId="504"/>
            <ac:picMk id="26" creationId="{5D8F463D-C719-362C-E4FB-BF11BA62AEDE}"/>
          </ac:picMkLst>
        </pc:picChg>
        <pc:cxnChg chg="del">
          <ac:chgData name="Khaled taha" userId="912087602c74ab8a" providerId="LiveId" clId="{58B121E7-63A7-4330-86D4-8A88A1192A57}" dt="2025-07-05T16:27:39.600" v="25229" actId="478"/>
          <ac:cxnSpMkLst>
            <pc:docMk/>
            <pc:sldMk cId="3077773378" sldId="504"/>
            <ac:cxnSpMk id="5" creationId="{84379A73-76AE-2832-D2A8-B6E424910EFE}"/>
          </ac:cxnSpMkLst>
        </pc:cxnChg>
        <pc:cxnChg chg="add mod">
          <ac:chgData name="Khaled taha" userId="912087602c74ab8a" providerId="LiveId" clId="{58B121E7-63A7-4330-86D4-8A88A1192A57}" dt="2025-07-05T16:27:39.889" v="25230"/>
          <ac:cxnSpMkLst>
            <pc:docMk/>
            <pc:sldMk cId="3077773378" sldId="504"/>
            <ac:cxnSpMk id="27" creationId="{F07FFD80-2C02-E0A5-5A0C-0FF2E72985BE}"/>
          </ac:cxnSpMkLst>
        </pc:cxnChg>
      </pc:sldChg>
      <pc:sldChg chg="modSp add del mod">
        <pc:chgData name="Khaled taha" userId="912087602c74ab8a" providerId="LiveId" clId="{58B121E7-63A7-4330-86D4-8A88A1192A57}" dt="2025-07-05T09:02:38.528" v="24265"/>
        <pc:sldMkLst>
          <pc:docMk/>
          <pc:sldMk cId="3106616702" sldId="504"/>
        </pc:sldMkLst>
        <pc:grpChg chg="mod">
          <ac:chgData name="Khaled taha" userId="912087602c74ab8a" providerId="LiveId" clId="{58B121E7-63A7-4330-86D4-8A88A1192A57}" dt="2025-07-05T09:02:38.252" v="24264" actId="1076"/>
          <ac:grpSpMkLst>
            <pc:docMk/>
            <pc:sldMk cId="3106616702" sldId="504"/>
            <ac:grpSpMk id="17" creationId="{2E2933EC-8682-8598-0D94-3B6822ED4465}"/>
          </ac:grpSpMkLst>
        </pc:grpChg>
      </pc:sldChg>
      <pc:sldChg chg="add del">
        <pc:chgData name="Khaled taha" userId="912087602c74ab8a" providerId="LiveId" clId="{58B121E7-63A7-4330-86D4-8A88A1192A57}" dt="2025-07-05T09:04:50.973" v="24294" actId="47"/>
        <pc:sldMkLst>
          <pc:docMk/>
          <pc:sldMk cId="1776950819" sldId="505"/>
        </pc:sldMkLst>
      </pc:sldChg>
      <pc:sldChg chg="addSp delSp modSp add mod modTransition">
        <pc:chgData name="Khaled taha" userId="912087602c74ab8a" providerId="LiveId" clId="{58B121E7-63A7-4330-86D4-8A88A1192A57}" dt="2025-07-06T00:57:16.077" v="29004"/>
        <pc:sldMkLst>
          <pc:docMk/>
          <pc:sldMk cId="2845858422" sldId="506"/>
        </pc:sldMkLst>
        <pc:spChg chg="del">
          <ac:chgData name="Khaled taha" userId="912087602c74ab8a" providerId="LiveId" clId="{58B121E7-63A7-4330-86D4-8A88A1192A57}" dt="2025-07-05T16:27:29.492" v="25224" actId="478"/>
          <ac:spMkLst>
            <pc:docMk/>
            <pc:sldMk cId="2845858422" sldId="506"/>
            <ac:spMk id="2" creationId="{A6E95CD0-66EC-AA07-8EA3-26C218F09A32}"/>
          </ac:spMkLst>
        </pc:spChg>
        <pc:spChg chg="add mod">
          <ac:chgData name="Khaled taha" userId="912087602c74ab8a" providerId="LiveId" clId="{58B121E7-63A7-4330-86D4-8A88A1192A57}" dt="2025-07-05T09:03:22.083" v="24275"/>
          <ac:spMkLst>
            <pc:docMk/>
            <pc:sldMk cId="2845858422" sldId="506"/>
            <ac:spMk id="4" creationId="{224FF928-3B1F-C070-049B-839FA99871EA}"/>
          </ac:spMkLst>
        </pc:spChg>
        <pc:spChg chg="add del mod">
          <ac:chgData name="Khaled taha" userId="912087602c74ab8a" providerId="LiveId" clId="{58B121E7-63A7-4330-86D4-8A88A1192A57}" dt="2025-07-06T00:57:15.903" v="29003" actId="478"/>
          <ac:spMkLst>
            <pc:docMk/>
            <pc:sldMk cId="2845858422" sldId="506"/>
            <ac:spMk id="4" creationId="{2281E6E4-1030-0B5E-7118-1A3EFB87CE07}"/>
          </ac:spMkLst>
        </pc:spChg>
        <pc:spChg chg="add mod">
          <ac:chgData name="Khaled taha" userId="912087602c74ab8a" providerId="LiveId" clId="{58B121E7-63A7-4330-86D4-8A88A1192A57}" dt="2025-07-05T16:27:29.677" v="25225"/>
          <ac:spMkLst>
            <pc:docMk/>
            <pc:sldMk cId="2845858422" sldId="506"/>
            <ac:spMk id="6" creationId="{0B24E39D-7211-E592-61FF-6046137A597D}"/>
          </ac:spMkLst>
        </pc:spChg>
        <pc:spChg chg="mod">
          <ac:chgData name="Khaled taha" userId="912087602c74ab8a" providerId="LiveId" clId="{58B121E7-63A7-4330-86D4-8A88A1192A57}" dt="2025-07-05T09:03:26.808" v="24276"/>
          <ac:spMkLst>
            <pc:docMk/>
            <pc:sldMk cId="2845858422" sldId="506"/>
            <ac:spMk id="7" creationId="{DD0791E8-B815-EFB9-D998-D4A7CC140BC8}"/>
          </ac:spMkLst>
        </pc:spChg>
        <pc:spChg chg="mod">
          <ac:chgData name="Khaled taha" userId="912087602c74ab8a" providerId="LiveId" clId="{58B121E7-63A7-4330-86D4-8A88A1192A57}" dt="2025-07-05T09:03:26.808" v="24276"/>
          <ac:spMkLst>
            <pc:docMk/>
            <pc:sldMk cId="2845858422" sldId="506"/>
            <ac:spMk id="8" creationId="{21A20D55-B666-0A5D-1529-773490ECFC5A}"/>
          </ac:spMkLst>
        </pc:spChg>
        <pc:spChg chg="mod">
          <ac:chgData name="Khaled taha" userId="912087602c74ab8a" providerId="LiveId" clId="{58B121E7-63A7-4330-86D4-8A88A1192A57}" dt="2025-07-05T16:35:36.096" v="25364"/>
          <ac:spMkLst>
            <pc:docMk/>
            <pc:sldMk cId="2845858422" sldId="506"/>
            <ac:spMk id="10" creationId="{B07A56B4-B670-0372-2291-A45D3A86292E}"/>
          </ac:spMkLst>
        </pc:spChg>
        <pc:spChg chg="mod">
          <ac:chgData name="Khaled taha" userId="912087602c74ab8a" providerId="LiveId" clId="{58B121E7-63A7-4330-86D4-8A88A1192A57}" dt="2025-07-05T09:03:41.877" v="24279"/>
          <ac:spMkLst>
            <pc:docMk/>
            <pc:sldMk cId="2845858422" sldId="506"/>
            <ac:spMk id="10" creationId="{F31E196B-E75F-048E-2857-D97DD83E2C60}"/>
          </ac:spMkLst>
        </pc:spChg>
        <pc:spChg chg="mod">
          <ac:chgData name="Khaled taha" userId="912087602c74ab8a" providerId="LiveId" clId="{58B121E7-63A7-4330-86D4-8A88A1192A57}" dt="2025-07-05T09:03:41.877" v="24279"/>
          <ac:spMkLst>
            <pc:docMk/>
            <pc:sldMk cId="2845858422" sldId="506"/>
            <ac:spMk id="11" creationId="{6C89A30C-5CB2-F711-E774-530517FDDB2B}"/>
          </ac:spMkLst>
        </pc:spChg>
        <pc:spChg chg="mod">
          <ac:chgData name="Khaled taha" userId="912087602c74ab8a" providerId="LiveId" clId="{58B121E7-63A7-4330-86D4-8A88A1192A57}" dt="2025-07-05T16:35:36.096" v="25364"/>
          <ac:spMkLst>
            <pc:docMk/>
            <pc:sldMk cId="2845858422" sldId="506"/>
            <ac:spMk id="11" creationId="{82C55193-1FB7-FE5F-CBA0-2C736581A9BE}"/>
          </ac:spMkLst>
        </pc:spChg>
        <pc:spChg chg="add del mod">
          <ac:chgData name="Khaled taha" userId="912087602c74ab8a" providerId="LiveId" clId="{58B121E7-63A7-4330-86D4-8A88A1192A57}" dt="2025-07-05T09:09:30.049" v="24351" actId="478"/>
          <ac:spMkLst>
            <pc:docMk/>
            <pc:sldMk cId="2845858422" sldId="506"/>
            <ac:spMk id="12" creationId="{FB08DDE1-4414-DA78-B105-5C24F762348D}"/>
          </ac:spMkLst>
        </pc:spChg>
        <pc:spChg chg="mod">
          <ac:chgData name="Khaled taha" userId="912087602c74ab8a" providerId="LiveId" clId="{58B121E7-63A7-4330-86D4-8A88A1192A57}" dt="2025-07-05T09:08:31.420" v="24335"/>
          <ac:spMkLst>
            <pc:docMk/>
            <pc:sldMk cId="2845858422" sldId="506"/>
            <ac:spMk id="14" creationId="{2EAA8404-50ED-D6DE-5347-C9A7736B1DB7}"/>
          </ac:spMkLst>
        </pc:spChg>
        <pc:spChg chg="mod">
          <ac:chgData name="Khaled taha" userId="912087602c74ab8a" providerId="LiveId" clId="{58B121E7-63A7-4330-86D4-8A88A1192A57}" dt="2025-07-05T09:08:31.420" v="24335"/>
          <ac:spMkLst>
            <pc:docMk/>
            <pc:sldMk cId="2845858422" sldId="506"/>
            <ac:spMk id="15" creationId="{1B9BBC40-5CA0-4BC2-5172-3BE39C5FE85A}"/>
          </ac:spMkLst>
        </pc:spChg>
        <pc:spChg chg="mod">
          <ac:chgData name="Khaled taha" userId="912087602c74ab8a" providerId="LiveId" clId="{58B121E7-63A7-4330-86D4-8A88A1192A57}" dt="2025-07-05T16:35:36.096" v="25364"/>
          <ac:spMkLst>
            <pc:docMk/>
            <pc:sldMk cId="2845858422" sldId="506"/>
            <ac:spMk id="17" creationId="{C4027018-4CFF-6CF1-EEFE-67A153A1EF9E}"/>
          </ac:spMkLst>
        </pc:spChg>
        <pc:spChg chg="mod">
          <ac:chgData name="Khaled taha" userId="912087602c74ab8a" providerId="LiveId" clId="{58B121E7-63A7-4330-86D4-8A88A1192A57}" dt="2025-07-05T16:35:36.096" v="25364"/>
          <ac:spMkLst>
            <pc:docMk/>
            <pc:sldMk cId="2845858422" sldId="506"/>
            <ac:spMk id="18" creationId="{2C0E98FD-6310-3480-FADD-6F72D27BA56F}"/>
          </ac:spMkLst>
        </pc:spChg>
        <pc:spChg chg="mod">
          <ac:chgData name="Khaled taha" userId="912087602c74ab8a" providerId="LiveId" clId="{58B121E7-63A7-4330-86D4-8A88A1192A57}" dt="2025-07-05T09:16:41.471" v="24453"/>
          <ac:spMkLst>
            <pc:docMk/>
            <pc:sldMk cId="2845858422" sldId="506"/>
            <ac:spMk id="20" creationId="{935E0876-B9D6-1B27-CB32-701C1946F6F3}"/>
          </ac:spMkLst>
        </pc:spChg>
        <pc:spChg chg="mod">
          <ac:chgData name="Khaled taha" userId="912087602c74ab8a" providerId="LiveId" clId="{58B121E7-63A7-4330-86D4-8A88A1192A57}" dt="2025-07-05T09:16:41.471" v="24453"/>
          <ac:spMkLst>
            <pc:docMk/>
            <pc:sldMk cId="2845858422" sldId="506"/>
            <ac:spMk id="21" creationId="{0ADCBCC8-5898-051E-27ED-F87BF3B75C8F}"/>
          </ac:spMkLst>
        </pc:spChg>
        <pc:spChg chg="mod">
          <ac:chgData name="Khaled taha" userId="912087602c74ab8a" providerId="LiveId" clId="{58B121E7-63A7-4330-86D4-8A88A1192A57}" dt="2025-07-05T09:17:05.864" v="24461"/>
          <ac:spMkLst>
            <pc:docMk/>
            <pc:sldMk cId="2845858422" sldId="506"/>
            <ac:spMk id="23" creationId="{C173578C-7C2D-327B-ABCF-19C8AB815410}"/>
          </ac:spMkLst>
        </pc:spChg>
        <pc:spChg chg="mod">
          <ac:chgData name="Khaled taha" userId="912087602c74ab8a" providerId="LiveId" clId="{58B121E7-63A7-4330-86D4-8A88A1192A57}" dt="2025-07-05T09:17:05.864" v="24461"/>
          <ac:spMkLst>
            <pc:docMk/>
            <pc:sldMk cId="2845858422" sldId="506"/>
            <ac:spMk id="24" creationId="{121E750D-4569-9910-AB5A-2E74BFB4CEF3}"/>
          </ac:spMkLst>
        </pc:spChg>
        <pc:spChg chg="mod">
          <ac:chgData name="Khaled taha" userId="912087602c74ab8a" providerId="LiveId" clId="{58B121E7-63A7-4330-86D4-8A88A1192A57}" dt="2025-07-05T09:17:22.317" v="24467"/>
          <ac:spMkLst>
            <pc:docMk/>
            <pc:sldMk cId="2845858422" sldId="506"/>
            <ac:spMk id="26" creationId="{C64C67EF-A930-3AE1-45B0-754877D934EE}"/>
          </ac:spMkLst>
        </pc:spChg>
        <pc:spChg chg="mod">
          <ac:chgData name="Khaled taha" userId="912087602c74ab8a" providerId="LiveId" clId="{58B121E7-63A7-4330-86D4-8A88A1192A57}" dt="2025-07-05T09:17:22.317" v="24467"/>
          <ac:spMkLst>
            <pc:docMk/>
            <pc:sldMk cId="2845858422" sldId="506"/>
            <ac:spMk id="27" creationId="{F66E2216-31F2-0848-4D98-AF7832E23C7E}"/>
          </ac:spMkLst>
        </pc:spChg>
        <pc:spChg chg="mod">
          <ac:chgData name="Khaled taha" userId="912087602c74ab8a" providerId="LiveId" clId="{58B121E7-63A7-4330-86D4-8A88A1192A57}" dt="2025-07-05T16:35:36.096" v="25364"/>
          <ac:spMkLst>
            <pc:docMk/>
            <pc:sldMk cId="2845858422" sldId="506"/>
            <ac:spMk id="28" creationId="{50BEC665-863D-B0E1-7801-56886FD5E13F}"/>
          </ac:spMkLst>
        </pc:spChg>
        <pc:spChg chg="mod">
          <ac:chgData name="Khaled taha" userId="912087602c74ab8a" providerId="LiveId" clId="{58B121E7-63A7-4330-86D4-8A88A1192A57}" dt="2025-07-05T16:35:36.096" v="25364"/>
          <ac:spMkLst>
            <pc:docMk/>
            <pc:sldMk cId="2845858422" sldId="506"/>
            <ac:spMk id="29" creationId="{A4C17E12-C08D-5C72-D76A-99C8F3A84EDF}"/>
          </ac:spMkLst>
        </pc:spChg>
        <pc:spChg chg="mod">
          <ac:chgData name="Khaled taha" userId="912087602c74ab8a" providerId="LiveId" clId="{58B121E7-63A7-4330-86D4-8A88A1192A57}" dt="2025-07-05T16:35:36.096" v="25364"/>
          <ac:spMkLst>
            <pc:docMk/>
            <pc:sldMk cId="2845858422" sldId="506"/>
            <ac:spMk id="31" creationId="{BC947F39-32AD-0D78-A911-7681554B4561}"/>
          </ac:spMkLst>
        </pc:spChg>
        <pc:spChg chg="mod">
          <ac:chgData name="Khaled taha" userId="912087602c74ab8a" providerId="LiveId" clId="{58B121E7-63A7-4330-86D4-8A88A1192A57}" dt="2025-07-05T16:35:36.096" v="25364"/>
          <ac:spMkLst>
            <pc:docMk/>
            <pc:sldMk cId="2845858422" sldId="506"/>
            <ac:spMk id="32" creationId="{BFAA9EA3-68EA-3E69-040D-E5238E9E300C}"/>
          </ac:spMkLst>
        </pc:spChg>
        <pc:spChg chg="mod">
          <ac:chgData name="Khaled taha" userId="912087602c74ab8a" providerId="LiveId" clId="{58B121E7-63A7-4330-86D4-8A88A1192A57}" dt="2025-07-05T16:35:36.096" v="25364"/>
          <ac:spMkLst>
            <pc:docMk/>
            <pc:sldMk cId="2845858422" sldId="506"/>
            <ac:spMk id="34" creationId="{AC447E6D-415B-34C3-646C-58D93227AAA1}"/>
          </ac:spMkLst>
        </pc:spChg>
        <pc:spChg chg="mod">
          <ac:chgData name="Khaled taha" userId="912087602c74ab8a" providerId="LiveId" clId="{58B121E7-63A7-4330-86D4-8A88A1192A57}" dt="2025-07-05T16:35:36.096" v="25364"/>
          <ac:spMkLst>
            <pc:docMk/>
            <pc:sldMk cId="2845858422" sldId="506"/>
            <ac:spMk id="35" creationId="{2E994EDB-3954-286E-1955-4A554F2BE492}"/>
          </ac:spMkLst>
        </pc:spChg>
        <pc:spChg chg="mod">
          <ac:chgData name="Khaled taha" userId="912087602c74ab8a" providerId="LiveId" clId="{58B121E7-63A7-4330-86D4-8A88A1192A57}" dt="2025-07-05T16:54:31.307" v="25498" actId="207"/>
          <ac:spMkLst>
            <pc:docMk/>
            <pc:sldMk cId="2845858422" sldId="506"/>
            <ac:spMk id="37" creationId="{1E885581-387C-184C-1413-5D3F29A40995}"/>
          </ac:spMkLst>
        </pc:spChg>
        <pc:spChg chg="mod">
          <ac:chgData name="Khaled taha" userId="912087602c74ab8a" providerId="LiveId" clId="{58B121E7-63A7-4330-86D4-8A88A1192A57}" dt="2025-07-05T16:54:31.307" v="25498" actId="207"/>
          <ac:spMkLst>
            <pc:docMk/>
            <pc:sldMk cId="2845858422" sldId="506"/>
            <ac:spMk id="38" creationId="{B2B3B238-044F-441A-8C4A-7D341D297233}"/>
          </ac:spMkLst>
        </pc:spChg>
        <pc:spChg chg="mod">
          <ac:chgData name="Khaled taha" userId="912087602c74ab8a" providerId="LiveId" clId="{58B121E7-63A7-4330-86D4-8A88A1192A57}" dt="2025-07-05T16:54:31.307" v="25498" actId="207"/>
          <ac:spMkLst>
            <pc:docMk/>
            <pc:sldMk cId="2845858422" sldId="506"/>
            <ac:spMk id="40" creationId="{F2ACFCE3-F780-3208-C36B-FE190592B9A6}"/>
          </ac:spMkLst>
        </pc:spChg>
        <pc:spChg chg="mod">
          <ac:chgData name="Khaled taha" userId="912087602c74ab8a" providerId="LiveId" clId="{58B121E7-63A7-4330-86D4-8A88A1192A57}" dt="2025-07-05T16:54:31.307" v="25498" actId="207"/>
          <ac:spMkLst>
            <pc:docMk/>
            <pc:sldMk cId="2845858422" sldId="506"/>
            <ac:spMk id="41" creationId="{260AD216-5F3C-E611-1C4A-1844FEAF8C8D}"/>
          </ac:spMkLst>
        </pc:spChg>
        <pc:spChg chg="mod">
          <ac:chgData name="Khaled taha" userId="912087602c74ab8a" providerId="LiveId" clId="{58B121E7-63A7-4330-86D4-8A88A1192A57}" dt="2025-07-05T16:54:31.307" v="25498" actId="207"/>
          <ac:spMkLst>
            <pc:docMk/>
            <pc:sldMk cId="2845858422" sldId="506"/>
            <ac:spMk id="43" creationId="{E5C01A0D-4B62-859E-4670-1875B662BB09}"/>
          </ac:spMkLst>
        </pc:spChg>
        <pc:spChg chg="mod">
          <ac:chgData name="Khaled taha" userId="912087602c74ab8a" providerId="LiveId" clId="{58B121E7-63A7-4330-86D4-8A88A1192A57}" dt="2025-07-05T16:54:31.307" v="25498" actId="207"/>
          <ac:spMkLst>
            <pc:docMk/>
            <pc:sldMk cId="2845858422" sldId="506"/>
            <ac:spMk id="44" creationId="{E51071A9-9885-3EBC-4DB1-8063D4C0C13F}"/>
          </ac:spMkLst>
        </pc:spChg>
        <pc:spChg chg="add mod">
          <ac:chgData name="Khaled taha" userId="912087602c74ab8a" providerId="LiveId" clId="{58B121E7-63A7-4330-86D4-8A88A1192A57}" dt="2025-07-06T00:57:16.077" v="29004"/>
          <ac:spMkLst>
            <pc:docMk/>
            <pc:sldMk cId="2845858422" sldId="506"/>
            <ac:spMk id="45" creationId="{05E904E1-E7C5-CCF9-8063-AB6002AD4CCD}"/>
          </ac:spMkLst>
        </pc:spChg>
        <pc:spChg chg="mod">
          <ac:chgData name="Khaled taha" userId="912087602c74ab8a" providerId="LiveId" clId="{58B121E7-63A7-4330-86D4-8A88A1192A57}" dt="2025-07-05T09:14:00.155" v="24434" actId="242"/>
          <ac:spMkLst>
            <pc:docMk/>
            <pc:sldMk cId="2845858422" sldId="506"/>
            <ac:spMk id="72" creationId="{2E9A80F2-8D07-F143-4A30-0689DB89BBF7}"/>
          </ac:spMkLst>
        </pc:spChg>
        <pc:spChg chg="mod">
          <ac:chgData name="Khaled taha" userId="912087602c74ab8a" providerId="LiveId" clId="{58B121E7-63A7-4330-86D4-8A88A1192A57}" dt="2025-07-05T09:14:03.721" v="24435" actId="242"/>
          <ac:spMkLst>
            <pc:docMk/>
            <pc:sldMk cId="2845858422" sldId="506"/>
            <ac:spMk id="99" creationId="{194DB901-0E74-9656-8281-7862CB013337}"/>
          </ac:spMkLst>
        </pc:spChg>
        <pc:grpChg chg="add del mod">
          <ac:chgData name="Khaled taha" userId="912087602c74ab8a" providerId="LiveId" clId="{58B121E7-63A7-4330-86D4-8A88A1192A57}" dt="2025-07-05T09:06:08.237" v="24301" actId="478"/>
          <ac:grpSpMkLst>
            <pc:docMk/>
            <pc:sldMk cId="2845858422" sldId="506"/>
            <ac:grpSpMk id="6" creationId="{E662FB5A-25D0-D80C-470B-D17143906BF5}"/>
          </ac:grpSpMkLst>
        </pc:grpChg>
        <pc:grpChg chg="add del mod">
          <ac:chgData name="Khaled taha" userId="912087602c74ab8a" providerId="LiveId" clId="{58B121E7-63A7-4330-86D4-8A88A1192A57}" dt="2025-07-05T09:17:22.127" v="24466" actId="478"/>
          <ac:grpSpMkLst>
            <pc:docMk/>
            <pc:sldMk cId="2845858422" sldId="506"/>
            <ac:grpSpMk id="9" creationId="{90B03265-AA6C-2B8A-8947-54AE498161DA}"/>
          </ac:grpSpMkLst>
        </pc:grpChg>
        <pc:grpChg chg="del">
          <ac:chgData name="Khaled taha" userId="912087602c74ab8a" providerId="LiveId" clId="{58B121E7-63A7-4330-86D4-8A88A1192A57}" dt="2025-07-05T16:36:00.968" v="25372" actId="478"/>
          <ac:grpSpMkLst>
            <pc:docMk/>
            <pc:sldMk cId="2845858422" sldId="506"/>
            <ac:grpSpMk id="12" creationId="{44F6C764-2D16-AB4F-1845-E959BC6FB051}"/>
          </ac:grpSpMkLst>
        </pc:grpChg>
        <pc:grpChg chg="add mod">
          <ac:chgData name="Khaled taha" userId="912087602c74ab8a" providerId="LiveId" clId="{58B121E7-63A7-4330-86D4-8A88A1192A57}" dt="2025-07-05T09:14:44.981" v="24443" actId="1076"/>
          <ac:grpSpMkLst>
            <pc:docMk/>
            <pc:sldMk cId="2845858422" sldId="506"/>
            <ac:grpSpMk id="13" creationId="{65E62B45-8AD1-3ECE-1B02-69216472085F}"/>
          </ac:grpSpMkLst>
        </pc:grpChg>
        <pc:grpChg chg="add del mod">
          <ac:chgData name="Khaled taha" userId="912087602c74ab8a" providerId="LiveId" clId="{58B121E7-63A7-4330-86D4-8A88A1192A57}" dt="2025-07-05T16:48:24.182" v="25470" actId="478"/>
          <ac:grpSpMkLst>
            <pc:docMk/>
            <pc:sldMk cId="2845858422" sldId="506"/>
            <ac:grpSpMk id="16" creationId="{AE2AAE57-1482-586F-10D4-F86592C361ED}"/>
          </ac:grpSpMkLst>
        </pc:grpChg>
        <pc:grpChg chg="del mod">
          <ac:chgData name="Khaled taha" userId="912087602c74ab8a" providerId="LiveId" clId="{58B121E7-63A7-4330-86D4-8A88A1192A57}" dt="2025-07-05T09:03:28.436" v="24277" actId="478"/>
          <ac:grpSpMkLst>
            <pc:docMk/>
            <pc:sldMk cId="2845858422" sldId="506"/>
            <ac:grpSpMk id="17" creationId="{21E4E3A7-9215-70D8-E89A-EE07ABCACEBD}"/>
          </ac:grpSpMkLst>
        </pc:grpChg>
        <pc:grpChg chg="add del mod">
          <ac:chgData name="Khaled taha" userId="912087602c74ab8a" providerId="LiveId" clId="{58B121E7-63A7-4330-86D4-8A88A1192A57}" dt="2025-07-05T16:48:24.182" v="25470" actId="478"/>
          <ac:grpSpMkLst>
            <pc:docMk/>
            <pc:sldMk cId="2845858422" sldId="506"/>
            <ac:grpSpMk id="22" creationId="{A5808670-9A3A-F7D2-34FC-189F1EFDBD33}"/>
          </ac:grpSpMkLst>
        </pc:grpChg>
        <pc:grpChg chg="add del mod">
          <ac:chgData name="Khaled taha" userId="912087602c74ab8a" providerId="LiveId" clId="{58B121E7-63A7-4330-86D4-8A88A1192A57}" dt="2025-07-05T16:48:24.182" v="25470" actId="478"/>
          <ac:grpSpMkLst>
            <pc:docMk/>
            <pc:sldMk cId="2845858422" sldId="506"/>
            <ac:grpSpMk id="25" creationId="{ADC4E436-9F87-51E3-9B6C-FA6B5691AAEF}"/>
          </ac:grpSpMkLst>
        </pc:grpChg>
        <pc:grpChg chg="del">
          <ac:chgData name="Khaled taha" userId="912087602c74ab8a" providerId="LiveId" clId="{58B121E7-63A7-4330-86D4-8A88A1192A57}" dt="2025-07-05T16:36:00.968" v="25372" actId="478"/>
          <ac:grpSpMkLst>
            <pc:docMk/>
            <pc:sldMk cId="2845858422" sldId="506"/>
            <ac:grpSpMk id="30" creationId="{696D0673-C3FC-D663-1EB6-B96D5FEA8669}"/>
          </ac:grpSpMkLst>
        </pc:grpChg>
        <pc:grpChg chg="del">
          <ac:chgData name="Khaled taha" userId="912087602c74ab8a" providerId="LiveId" clId="{58B121E7-63A7-4330-86D4-8A88A1192A57}" dt="2025-07-05T16:36:00.968" v="25372" actId="478"/>
          <ac:grpSpMkLst>
            <pc:docMk/>
            <pc:sldMk cId="2845858422" sldId="506"/>
            <ac:grpSpMk id="33" creationId="{8F8ED38E-BA58-F957-629E-50809EB77E07}"/>
          </ac:grpSpMkLst>
        </pc:grpChg>
        <pc:grpChg chg="add mod">
          <ac:chgData name="Khaled taha" userId="912087602c74ab8a" providerId="LiveId" clId="{58B121E7-63A7-4330-86D4-8A88A1192A57}" dt="2025-07-05T16:48:24.459" v="25471"/>
          <ac:grpSpMkLst>
            <pc:docMk/>
            <pc:sldMk cId="2845858422" sldId="506"/>
            <ac:grpSpMk id="36" creationId="{9AB4BCF9-5B5A-8F5D-1805-4D617AF6FDA7}"/>
          </ac:grpSpMkLst>
        </pc:grpChg>
        <pc:grpChg chg="add mod">
          <ac:chgData name="Khaled taha" userId="912087602c74ab8a" providerId="LiveId" clId="{58B121E7-63A7-4330-86D4-8A88A1192A57}" dt="2025-07-05T16:48:24.459" v="25471"/>
          <ac:grpSpMkLst>
            <pc:docMk/>
            <pc:sldMk cId="2845858422" sldId="506"/>
            <ac:grpSpMk id="39" creationId="{7266A533-B604-1564-DBA4-8820376EFA7F}"/>
          </ac:grpSpMkLst>
        </pc:grpChg>
        <pc:grpChg chg="add mod">
          <ac:chgData name="Khaled taha" userId="912087602c74ab8a" providerId="LiveId" clId="{58B121E7-63A7-4330-86D4-8A88A1192A57}" dt="2025-07-05T16:48:24.459" v="25471"/>
          <ac:grpSpMkLst>
            <pc:docMk/>
            <pc:sldMk cId="2845858422" sldId="506"/>
            <ac:grpSpMk id="42" creationId="{B134273D-F2C0-2879-A7D5-B20B9C1D171D}"/>
          </ac:grpSpMkLst>
        </pc:grpChg>
        <pc:grpChg chg="del">
          <ac:chgData name="Khaled taha" userId="912087602c74ab8a" providerId="LiveId" clId="{58B121E7-63A7-4330-86D4-8A88A1192A57}" dt="2025-07-05T09:17:05.700" v="24460" actId="478"/>
          <ac:grpSpMkLst>
            <pc:docMk/>
            <pc:sldMk cId="2845858422" sldId="506"/>
            <ac:grpSpMk id="70" creationId="{E071CBB6-0A21-995B-C6DD-C52B56EC6CA2}"/>
          </ac:grpSpMkLst>
        </pc:grpChg>
        <pc:grpChg chg="del">
          <ac:chgData name="Khaled taha" userId="912087602c74ab8a" providerId="LiveId" clId="{58B121E7-63A7-4330-86D4-8A88A1192A57}" dt="2025-07-05T09:16:41.340" v="24452" actId="478"/>
          <ac:grpSpMkLst>
            <pc:docMk/>
            <pc:sldMk cId="2845858422" sldId="506"/>
            <ac:grpSpMk id="73" creationId="{099A6D34-F452-B043-0F0D-903698DAADAC}"/>
          </ac:grpSpMkLst>
        </pc:grpChg>
        <pc:grpChg chg="del">
          <ac:chgData name="Khaled taha" userId="912087602c74ab8a" providerId="LiveId" clId="{58B121E7-63A7-4330-86D4-8A88A1192A57}" dt="2025-07-05T16:35:35.869" v="25363" actId="478"/>
          <ac:grpSpMkLst>
            <pc:docMk/>
            <pc:sldMk cId="2845858422" sldId="506"/>
            <ac:grpSpMk id="91" creationId="{4A5D4A15-91EA-40CB-417D-345661E2CF2C}"/>
          </ac:grpSpMkLst>
        </pc:grpChg>
        <pc:grpChg chg="del">
          <ac:chgData name="Khaled taha" userId="912087602c74ab8a" providerId="LiveId" clId="{58B121E7-63A7-4330-86D4-8A88A1192A57}" dt="2025-07-05T09:03:44.550" v="24280" actId="478"/>
          <ac:grpSpMkLst>
            <pc:docMk/>
            <pc:sldMk cId="2845858422" sldId="506"/>
            <ac:grpSpMk id="94" creationId="{A683A59B-F024-C66B-6A3D-D6D5F59E03F0}"/>
          </ac:grpSpMkLst>
        </pc:grpChg>
        <pc:grpChg chg="del">
          <ac:chgData name="Khaled taha" userId="912087602c74ab8a" providerId="LiveId" clId="{58B121E7-63A7-4330-86D4-8A88A1192A57}" dt="2025-07-05T16:35:35.869" v="25363" actId="478"/>
          <ac:grpSpMkLst>
            <pc:docMk/>
            <pc:sldMk cId="2845858422" sldId="506"/>
            <ac:grpSpMk id="97" creationId="{34255DEF-135C-865D-4B27-58043F19C38C}"/>
          </ac:grpSpMkLst>
        </pc:grpChg>
        <pc:picChg chg="del">
          <ac:chgData name="Khaled taha" userId="912087602c74ab8a" providerId="LiveId" clId="{58B121E7-63A7-4330-86D4-8A88A1192A57}" dt="2025-07-05T16:27:29.492" v="25224" actId="478"/>
          <ac:picMkLst>
            <pc:docMk/>
            <pc:sldMk cId="2845858422" sldId="506"/>
            <ac:picMk id="3" creationId="{F1CABAF1-CDAD-1E3B-9AE1-831F5E879DC5}"/>
          </ac:picMkLst>
        </pc:picChg>
        <pc:picChg chg="add mod">
          <ac:chgData name="Khaled taha" userId="912087602c74ab8a" providerId="LiveId" clId="{58B121E7-63A7-4330-86D4-8A88A1192A57}" dt="2025-07-05T16:27:29.677" v="25225"/>
          <ac:picMkLst>
            <pc:docMk/>
            <pc:sldMk cId="2845858422" sldId="506"/>
            <ac:picMk id="7" creationId="{83E247F6-52DD-3A1A-1673-869887620685}"/>
          </ac:picMkLst>
        </pc:picChg>
        <pc:cxnChg chg="del">
          <ac:chgData name="Khaled taha" userId="912087602c74ab8a" providerId="LiveId" clId="{58B121E7-63A7-4330-86D4-8A88A1192A57}" dt="2025-07-05T16:27:29.492" v="25224" actId="478"/>
          <ac:cxnSpMkLst>
            <pc:docMk/>
            <pc:sldMk cId="2845858422" sldId="506"/>
            <ac:cxnSpMk id="5" creationId="{8447D12B-4BCD-4999-F25B-EBE044569868}"/>
          </ac:cxnSpMkLst>
        </pc:cxnChg>
        <pc:cxnChg chg="add mod">
          <ac:chgData name="Khaled taha" userId="912087602c74ab8a" providerId="LiveId" clId="{58B121E7-63A7-4330-86D4-8A88A1192A57}" dt="2025-07-05T16:27:29.677" v="25225"/>
          <ac:cxnSpMkLst>
            <pc:docMk/>
            <pc:sldMk cId="2845858422" sldId="506"/>
            <ac:cxnSpMk id="8" creationId="{0A3B2E6A-3654-7533-E0BA-4D5CE2984EEA}"/>
          </ac:cxnSpMkLst>
        </pc:cxnChg>
      </pc:sldChg>
      <pc:sldChg chg="add del">
        <pc:chgData name="Khaled taha" userId="912087602c74ab8a" providerId="LiveId" clId="{58B121E7-63A7-4330-86D4-8A88A1192A57}" dt="2025-07-05T09:03:57.542" v="24283" actId="47"/>
        <pc:sldMkLst>
          <pc:docMk/>
          <pc:sldMk cId="14992555" sldId="507"/>
        </pc:sldMkLst>
      </pc:sldChg>
      <pc:sldChg chg="addSp delSp modSp add mod modTransition">
        <pc:chgData name="Khaled taha" userId="912087602c74ab8a" providerId="LiveId" clId="{58B121E7-63A7-4330-86D4-8A88A1192A57}" dt="2025-07-06T00:57:21.158" v="29006"/>
        <pc:sldMkLst>
          <pc:docMk/>
          <pc:sldMk cId="3808154374" sldId="507"/>
        </pc:sldMkLst>
        <pc:spChg chg="del">
          <ac:chgData name="Khaled taha" userId="912087602c74ab8a" providerId="LiveId" clId="{58B121E7-63A7-4330-86D4-8A88A1192A57}" dt="2025-07-05T16:27:34.855" v="25226" actId="478"/>
          <ac:spMkLst>
            <pc:docMk/>
            <pc:sldMk cId="3808154374" sldId="507"/>
            <ac:spMk id="2" creationId="{73E21764-C00B-A4DB-817A-8E00BCB99206}"/>
          </ac:spMkLst>
        </pc:spChg>
        <pc:spChg chg="add del mod">
          <ac:chgData name="Khaled taha" userId="912087602c74ab8a" providerId="LiveId" clId="{58B121E7-63A7-4330-86D4-8A88A1192A57}" dt="2025-07-06T00:57:20.968" v="29005" actId="478"/>
          <ac:spMkLst>
            <pc:docMk/>
            <pc:sldMk cId="3808154374" sldId="507"/>
            <ac:spMk id="4" creationId="{63C46504-23F9-B074-6B18-32FA93ED5F25}"/>
          </ac:spMkLst>
        </pc:spChg>
        <pc:spChg chg="add mod">
          <ac:chgData name="Khaled taha" userId="912087602c74ab8a" providerId="LiveId" clId="{58B121E7-63A7-4330-86D4-8A88A1192A57}" dt="2025-07-05T16:27:35.122" v="25227"/>
          <ac:spMkLst>
            <pc:docMk/>
            <pc:sldMk cId="3808154374" sldId="507"/>
            <ac:spMk id="6" creationId="{C99FA91A-30FB-8665-7E8B-FD579CF34534}"/>
          </ac:spMkLst>
        </pc:spChg>
        <pc:spChg chg="mod">
          <ac:chgData name="Khaled taha" userId="912087602c74ab8a" providerId="LiveId" clId="{58B121E7-63A7-4330-86D4-8A88A1192A57}" dt="2025-07-05T16:54:20.715" v="25497" actId="207"/>
          <ac:spMkLst>
            <pc:docMk/>
            <pc:sldMk cId="3808154374" sldId="507"/>
            <ac:spMk id="10" creationId="{5E93CF66-656C-7D5E-D8B4-AEA76A1A7807}"/>
          </ac:spMkLst>
        </pc:spChg>
        <pc:spChg chg="mod">
          <ac:chgData name="Khaled taha" userId="912087602c74ab8a" providerId="LiveId" clId="{58B121E7-63A7-4330-86D4-8A88A1192A57}" dt="2025-07-05T16:54:20.715" v="25497" actId="207"/>
          <ac:spMkLst>
            <pc:docMk/>
            <pc:sldMk cId="3808154374" sldId="507"/>
            <ac:spMk id="11" creationId="{6938C21F-2E0D-5BDE-7626-00DF3F7A0AFD}"/>
          </ac:spMkLst>
        </pc:spChg>
        <pc:spChg chg="mod">
          <ac:chgData name="Khaled taha" userId="912087602c74ab8a" providerId="LiveId" clId="{58B121E7-63A7-4330-86D4-8A88A1192A57}" dt="2025-07-05T09:04:13.402" v="24287"/>
          <ac:spMkLst>
            <pc:docMk/>
            <pc:sldMk cId="3808154374" sldId="507"/>
            <ac:spMk id="12" creationId="{589FAAE5-2E1D-B1EF-A77F-878A8AB13BB9}"/>
          </ac:spMkLst>
        </pc:spChg>
        <pc:spChg chg="mod">
          <ac:chgData name="Khaled taha" userId="912087602c74ab8a" providerId="LiveId" clId="{58B121E7-63A7-4330-86D4-8A88A1192A57}" dt="2025-07-05T09:04:13.402" v="24287"/>
          <ac:spMkLst>
            <pc:docMk/>
            <pc:sldMk cId="3808154374" sldId="507"/>
            <ac:spMk id="13" creationId="{A9676E1B-E926-D505-8FEC-183F8FA4D527}"/>
          </ac:spMkLst>
        </pc:spChg>
        <pc:spChg chg="mod">
          <ac:chgData name="Khaled taha" userId="912087602c74ab8a" providerId="LiveId" clId="{58B121E7-63A7-4330-86D4-8A88A1192A57}" dt="2025-07-05T16:54:20.715" v="25497" actId="207"/>
          <ac:spMkLst>
            <pc:docMk/>
            <pc:sldMk cId="3808154374" sldId="507"/>
            <ac:spMk id="13" creationId="{E37BB310-64E4-7033-228C-95ABCA4AA07C}"/>
          </ac:spMkLst>
        </pc:spChg>
        <pc:spChg chg="add del mod">
          <ac:chgData name="Khaled taha" userId="912087602c74ab8a" providerId="LiveId" clId="{58B121E7-63A7-4330-86D4-8A88A1192A57}" dt="2025-07-05T09:09:26.927" v="24350" actId="478"/>
          <ac:spMkLst>
            <pc:docMk/>
            <pc:sldMk cId="3808154374" sldId="507"/>
            <ac:spMk id="14" creationId="{8B75747B-E821-6AD4-6602-76912B223EF6}"/>
          </ac:spMkLst>
        </pc:spChg>
        <pc:spChg chg="mod">
          <ac:chgData name="Khaled taha" userId="912087602c74ab8a" providerId="LiveId" clId="{58B121E7-63A7-4330-86D4-8A88A1192A57}" dt="2025-07-05T16:54:20.715" v="25497" actId="207"/>
          <ac:spMkLst>
            <pc:docMk/>
            <pc:sldMk cId="3808154374" sldId="507"/>
            <ac:spMk id="14" creationId="{BF4DD281-5357-CE1F-DEE4-A2F1638BC444}"/>
          </ac:spMkLst>
        </pc:spChg>
        <pc:spChg chg="mod">
          <ac:chgData name="Khaled taha" userId="912087602c74ab8a" providerId="LiveId" clId="{58B121E7-63A7-4330-86D4-8A88A1192A57}" dt="2025-07-05T09:08:58.670" v="24341"/>
          <ac:spMkLst>
            <pc:docMk/>
            <pc:sldMk cId="3808154374" sldId="507"/>
            <ac:spMk id="16" creationId="{7EE10FA3-1DFE-57CA-227B-E7302B5C5A1D}"/>
          </ac:spMkLst>
        </pc:spChg>
        <pc:spChg chg="mod">
          <ac:chgData name="Khaled taha" userId="912087602c74ab8a" providerId="LiveId" clId="{58B121E7-63A7-4330-86D4-8A88A1192A57}" dt="2025-07-05T09:08:58.670" v="24341"/>
          <ac:spMkLst>
            <pc:docMk/>
            <pc:sldMk cId="3808154374" sldId="507"/>
            <ac:spMk id="17" creationId="{830CCDE4-86C5-67D2-FA00-E49D54533DD7}"/>
          </ac:spMkLst>
        </pc:spChg>
        <pc:spChg chg="mod">
          <ac:chgData name="Khaled taha" userId="912087602c74ab8a" providerId="LiveId" clId="{58B121E7-63A7-4330-86D4-8A88A1192A57}" dt="2025-07-05T09:16:30.118" v="24451"/>
          <ac:spMkLst>
            <pc:docMk/>
            <pc:sldMk cId="3808154374" sldId="507"/>
            <ac:spMk id="19" creationId="{949CF153-1AD2-03FE-F521-B76389D290D1}"/>
          </ac:spMkLst>
        </pc:spChg>
        <pc:spChg chg="mod">
          <ac:chgData name="Khaled taha" userId="912087602c74ab8a" providerId="LiveId" clId="{58B121E7-63A7-4330-86D4-8A88A1192A57}" dt="2025-07-05T09:16:30.118" v="24451"/>
          <ac:spMkLst>
            <pc:docMk/>
            <pc:sldMk cId="3808154374" sldId="507"/>
            <ac:spMk id="20" creationId="{4A982613-CF46-2D95-63AB-5E5834E3E021}"/>
          </ac:spMkLst>
        </pc:spChg>
        <pc:spChg chg="mod">
          <ac:chgData name="Khaled taha" userId="912087602c74ab8a" providerId="LiveId" clId="{58B121E7-63A7-4330-86D4-8A88A1192A57}" dt="2025-07-05T09:17:01.126" v="24459"/>
          <ac:spMkLst>
            <pc:docMk/>
            <pc:sldMk cId="3808154374" sldId="507"/>
            <ac:spMk id="22" creationId="{054B8935-99BA-84A4-5E7F-10ED03DDFEDB}"/>
          </ac:spMkLst>
        </pc:spChg>
        <pc:spChg chg="mod">
          <ac:chgData name="Khaled taha" userId="912087602c74ab8a" providerId="LiveId" clId="{58B121E7-63A7-4330-86D4-8A88A1192A57}" dt="2025-07-05T09:17:01.126" v="24459"/>
          <ac:spMkLst>
            <pc:docMk/>
            <pc:sldMk cId="3808154374" sldId="507"/>
            <ac:spMk id="23" creationId="{D67FE448-ADA5-762C-0C02-31D60CDE3BCA}"/>
          </ac:spMkLst>
        </pc:spChg>
        <pc:spChg chg="mod">
          <ac:chgData name="Khaled taha" userId="912087602c74ab8a" providerId="LiveId" clId="{58B121E7-63A7-4330-86D4-8A88A1192A57}" dt="2025-07-05T09:17:18.322" v="24465"/>
          <ac:spMkLst>
            <pc:docMk/>
            <pc:sldMk cId="3808154374" sldId="507"/>
            <ac:spMk id="25" creationId="{C0BFCB91-01D8-552F-10ED-891D24AC8AD9}"/>
          </ac:spMkLst>
        </pc:spChg>
        <pc:spChg chg="mod">
          <ac:chgData name="Khaled taha" userId="912087602c74ab8a" providerId="LiveId" clId="{58B121E7-63A7-4330-86D4-8A88A1192A57}" dt="2025-07-05T09:17:18.322" v="24465"/>
          <ac:spMkLst>
            <pc:docMk/>
            <pc:sldMk cId="3808154374" sldId="507"/>
            <ac:spMk id="26" creationId="{3B13A3FE-D948-4654-9720-8E85AE9B5488}"/>
          </ac:spMkLst>
        </pc:spChg>
        <pc:spChg chg="mod">
          <ac:chgData name="Khaled taha" userId="912087602c74ab8a" providerId="LiveId" clId="{58B121E7-63A7-4330-86D4-8A88A1192A57}" dt="2025-07-05T09:17:30.800" v="24469"/>
          <ac:spMkLst>
            <pc:docMk/>
            <pc:sldMk cId="3808154374" sldId="507"/>
            <ac:spMk id="28" creationId="{CF949800-A41F-0E53-FE52-0F76E345249F}"/>
          </ac:spMkLst>
        </pc:spChg>
        <pc:spChg chg="mod">
          <ac:chgData name="Khaled taha" userId="912087602c74ab8a" providerId="LiveId" clId="{58B121E7-63A7-4330-86D4-8A88A1192A57}" dt="2025-07-05T09:17:30.800" v="24469"/>
          <ac:spMkLst>
            <pc:docMk/>
            <pc:sldMk cId="3808154374" sldId="507"/>
            <ac:spMk id="29" creationId="{A46A0698-F599-F69D-D32A-ACAD12E7F33E}"/>
          </ac:spMkLst>
        </pc:spChg>
        <pc:spChg chg="mod">
          <ac:chgData name="Khaled taha" userId="912087602c74ab8a" providerId="LiveId" clId="{58B121E7-63A7-4330-86D4-8A88A1192A57}" dt="2025-07-05T16:34:29.672" v="25293"/>
          <ac:spMkLst>
            <pc:docMk/>
            <pc:sldMk cId="3808154374" sldId="507"/>
            <ac:spMk id="31" creationId="{115E0F08-21E0-0F05-D04B-06311237F4D3}"/>
          </ac:spMkLst>
        </pc:spChg>
        <pc:spChg chg="mod">
          <ac:chgData name="Khaled taha" userId="912087602c74ab8a" providerId="LiveId" clId="{58B121E7-63A7-4330-86D4-8A88A1192A57}" dt="2025-07-05T16:34:29.672" v="25293"/>
          <ac:spMkLst>
            <pc:docMk/>
            <pc:sldMk cId="3808154374" sldId="507"/>
            <ac:spMk id="32" creationId="{F02A4D09-7E50-09DA-C202-DB93D489E0F4}"/>
          </ac:spMkLst>
        </pc:spChg>
        <pc:spChg chg="mod">
          <ac:chgData name="Khaled taha" userId="912087602c74ab8a" providerId="LiveId" clId="{58B121E7-63A7-4330-86D4-8A88A1192A57}" dt="2025-07-05T16:54:20.715" v="25497" actId="207"/>
          <ac:spMkLst>
            <pc:docMk/>
            <pc:sldMk cId="3808154374" sldId="507"/>
            <ac:spMk id="34" creationId="{AB9E0835-069E-EF4A-B3CF-E2C2BBD3E24D}"/>
          </ac:spMkLst>
        </pc:spChg>
        <pc:spChg chg="mod">
          <ac:chgData name="Khaled taha" userId="912087602c74ab8a" providerId="LiveId" clId="{58B121E7-63A7-4330-86D4-8A88A1192A57}" dt="2025-07-05T16:54:20.715" v="25497" actId="207"/>
          <ac:spMkLst>
            <pc:docMk/>
            <pc:sldMk cId="3808154374" sldId="507"/>
            <ac:spMk id="35" creationId="{F8357404-8A32-BDD4-AD66-31BE9DF15517}"/>
          </ac:spMkLst>
        </pc:spChg>
        <pc:spChg chg="mod">
          <ac:chgData name="Khaled taha" userId="912087602c74ab8a" providerId="LiveId" clId="{58B121E7-63A7-4330-86D4-8A88A1192A57}" dt="2025-07-05T16:54:20.715" v="25497" actId="207"/>
          <ac:spMkLst>
            <pc:docMk/>
            <pc:sldMk cId="3808154374" sldId="507"/>
            <ac:spMk id="37" creationId="{733877BB-91BE-5677-9EBD-8CB170318185}"/>
          </ac:spMkLst>
        </pc:spChg>
        <pc:spChg chg="mod">
          <ac:chgData name="Khaled taha" userId="912087602c74ab8a" providerId="LiveId" clId="{58B121E7-63A7-4330-86D4-8A88A1192A57}" dt="2025-07-05T16:54:20.715" v="25497" actId="207"/>
          <ac:spMkLst>
            <pc:docMk/>
            <pc:sldMk cId="3808154374" sldId="507"/>
            <ac:spMk id="38" creationId="{5C059A95-C02B-9A8E-CF97-E1C4CD45FF88}"/>
          </ac:spMkLst>
        </pc:spChg>
        <pc:spChg chg="mod">
          <ac:chgData name="Khaled taha" userId="912087602c74ab8a" providerId="LiveId" clId="{58B121E7-63A7-4330-86D4-8A88A1192A57}" dt="2025-07-05T16:34:54.737" v="25298"/>
          <ac:spMkLst>
            <pc:docMk/>
            <pc:sldMk cId="3808154374" sldId="507"/>
            <ac:spMk id="40" creationId="{7BC9146B-283C-2A8C-B252-E007456F101F}"/>
          </ac:spMkLst>
        </pc:spChg>
        <pc:spChg chg="mod">
          <ac:chgData name="Khaled taha" userId="912087602c74ab8a" providerId="LiveId" clId="{58B121E7-63A7-4330-86D4-8A88A1192A57}" dt="2025-07-05T16:34:54.737" v="25298"/>
          <ac:spMkLst>
            <pc:docMk/>
            <pc:sldMk cId="3808154374" sldId="507"/>
            <ac:spMk id="41" creationId="{32A70FC3-4B45-7ABD-CF4D-662AFE827D94}"/>
          </ac:spMkLst>
        </pc:spChg>
        <pc:spChg chg="mod">
          <ac:chgData name="Khaled taha" userId="912087602c74ab8a" providerId="LiveId" clId="{58B121E7-63A7-4330-86D4-8A88A1192A57}" dt="2025-07-05T16:34:54.737" v="25298"/>
          <ac:spMkLst>
            <pc:docMk/>
            <pc:sldMk cId="3808154374" sldId="507"/>
            <ac:spMk id="43" creationId="{FA1705E5-916D-A320-75B0-88268AB64C5C}"/>
          </ac:spMkLst>
        </pc:spChg>
        <pc:spChg chg="mod">
          <ac:chgData name="Khaled taha" userId="912087602c74ab8a" providerId="LiveId" clId="{58B121E7-63A7-4330-86D4-8A88A1192A57}" dt="2025-07-05T16:34:54.737" v="25298"/>
          <ac:spMkLst>
            <pc:docMk/>
            <pc:sldMk cId="3808154374" sldId="507"/>
            <ac:spMk id="44" creationId="{24ECBDBB-FE4C-98E4-2993-22A8392CBCF8}"/>
          </ac:spMkLst>
        </pc:spChg>
        <pc:spChg chg="mod">
          <ac:chgData name="Khaled taha" userId="912087602c74ab8a" providerId="LiveId" clId="{58B121E7-63A7-4330-86D4-8A88A1192A57}" dt="2025-07-05T16:34:54.737" v="25298"/>
          <ac:spMkLst>
            <pc:docMk/>
            <pc:sldMk cId="3808154374" sldId="507"/>
            <ac:spMk id="46" creationId="{F46DBAB8-16AE-AA80-9A2F-A5D01CA1C524}"/>
          </ac:spMkLst>
        </pc:spChg>
        <pc:spChg chg="mod">
          <ac:chgData name="Khaled taha" userId="912087602c74ab8a" providerId="LiveId" clId="{58B121E7-63A7-4330-86D4-8A88A1192A57}" dt="2025-07-05T16:34:54.737" v="25298"/>
          <ac:spMkLst>
            <pc:docMk/>
            <pc:sldMk cId="3808154374" sldId="507"/>
            <ac:spMk id="47" creationId="{F95EF356-7EDE-F6E6-BDCF-2DDD6101A8EC}"/>
          </ac:spMkLst>
        </pc:spChg>
        <pc:spChg chg="mod">
          <ac:chgData name="Khaled taha" userId="912087602c74ab8a" providerId="LiveId" clId="{58B121E7-63A7-4330-86D4-8A88A1192A57}" dt="2025-07-05T16:34:54.737" v="25298"/>
          <ac:spMkLst>
            <pc:docMk/>
            <pc:sldMk cId="3808154374" sldId="507"/>
            <ac:spMk id="49" creationId="{43148F4E-EEE9-6F6A-00C0-6F4FAF8C63BA}"/>
          </ac:spMkLst>
        </pc:spChg>
        <pc:spChg chg="mod">
          <ac:chgData name="Khaled taha" userId="912087602c74ab8a" providerId="LiveId" clId="{58B121E7-63A7-4330-86D4-8A88A1192A57}" dt="2025-07-05T16:34:54.737" v="25298"/>
          <ac:spMkLst>
            <pc:docMk/>
            <pc:sldMk cId="3808154374" sldId="507"/>
            <ac:spMk id="50" creationId="{0E3F54FB-3871-FC4F-C7AE-E0DE82A1A976}"/>
          </ac:spMkLst>
        </pc:spChg>
        <pc:spChg chg="mod">
          <ac:chgData name="Khaled taha" userId="912087602c74ab8a" providerId="LiveId" clId="{58B121E7-63A7-4330-86D4-8A88A1192A57}" dt="2025-07-05T16:34:54.737" v="25298"/>
          <ac:spMkLst>
            <pc:docMk/>
            <pc:sldMk cId="3808154374" sldId="507"/>
            <ac:spMk id="52" creationId="{69BB21BF-D527-085F-4A1F-14DD9DC2F0F2}"/>
          </ac:spMkLst>
        </pc:spChg>
        <pc:spChg chg="mod">
          <ac:chgData name="Khaled taha" userId="912087602c74ab8a" providerId="LiveId" clId="{58B121E7-63A7-4330-86D4-8A88A1192A57}" dt="2025-07-05T16:34:54.737" v="25298"/>
          <ac:spMkLst>
            <pc:docMk/>
            <pc:sldMk cId="3808154374" sldId="507"/>
            <ac:spMk id="53" creationId="{F9265561-995F-7796-F0EB-E9F3EEBF2306}"/>
          </ac:spMkLst>
        </pc:spChg>
        <pc:spChg chg="add mod">
          <ac:chgData name="Khaled taha" userId="912087602c74ab8a" providerId="LiveId" clId="{58B121E7-63A7-4330-86D4-8A88A1192A57}" dt="2025-07-06T00:57:21.158" v="29006"/>
          <ac:spMkLst>
            <pc:docMk/>
            <pc:sldMk cId="3808154374" sldId="507"/>
            <ac:spMk id="54" creationId="{03EEB4D5-C164-8959-1B84-86C717D89557}"/>
          </ac:spMkLst>
        </pc:spChg>
        <pc:spChg chg="mod">
          <ac:chgData name="Khaled taha" userId="912087602c74ab8a" providerId="LiveId" clId="{58B121E7-63A7-4330-86D4-8A88A1192A57}" dt="2025-07-05T09:13:51.145" v="24432" actId="242"/>
          <ac:spMkLst>
            <pc:docMk/>
            <pc:sldMk cId="3808154374" sldId="507"/>
            <ac:spMk id="72" creationId="{23ABB1EA-DA17-6D6E-DABB-6C4ACEA1CE94}"/>
          </ac:spMkLst>
        </pc:spChg>
        <pc:spChg chg="mod">
          <ac:chgData name="Khaled taha" userId="912087602c74ab8a" providerId="LiveId" clId="{58B121E7-63A7-4330-86D4-8A88A1192A57}" dt="2025-07-05T09:13:55.627" v="24433" actId="242"/>
          <ac:spMkLst>
            <pc:docMk/>
            <pc:sldMk cId="3808154374" sldId="507"/>
            <ac:spMk id="99" creationId="{DE84D611-566E-BE29-92D0-A3B94944C0A4}"/>
          </ac:spMkLst>
        </pc:spChg>
        <pc:grpChg chg="add del mod">
          <ac:chgData name="Khaled taha" userId="912087602c74ab8a" providerId="LiveId" clId="{58B121E7-63A7-4330-86D4-8A88A1192A57}" dt="2025-07-05T09:17:30.518" v="24468" actId="478"/>
          <ac:grpSpMkLst>
            <pc:docMk/>
            <pc:sldMk cId="3808154374" sldId="507"/>
            <ac:grpSpMk id="4" creationId="{7C6846F7-53DB-78E0-C819-06803DF203F2}"/>
          </ac:grpSpMkLst>
        </pc:grpChg>
        <pc:grpChg chg="del mod">
          <ac:chgData name="Khaled taha" userId="912087602c74ab8a" providerId="LiveId" clId="{58B121E7-63A7-4330-86D4-8A88A1192A57}" dt="2025-07-05T09:06:06.369" v="24300" actId="478"/>
          <ac:grpSpMkLst>
            <pc:docMk/>
            <pc:sldMk cId="3808154374" sldId="507"/>
            <ac:grpSpMk id="6" creationId="{F0DD718D-8F9C-918B-2BEF-6254203DEFB1}"/>
          </ac:grpSpMkLst>
        </pc:grpChg>
        <pc:grpChg chg="del">
          <ac:chgData name="Khaled taha" userId="912087602c74ab8a" providerId="LiveId" clId="{58B121E7-63A7-4330-86D4-8A88A1192A57}" dt="2025-07-05T09:17:18.153" v="24464" actId="478"/>
          <ac:grpSpMkLst>
            <pc:docMk/>
            <pc:sldMk cId="3808154374" sldId="507"/>
            <ac:grpSpMk id="9" creationId="{E4E1BA18-6E3B-E331-59AA-5662D940D8AC}"/>
          </ac:grpSpMkLst>
        </pc:grpChg>
        <pc:grpChg chg="add mod">
          <ac:chgData name="Khaled taha" userId="912087602c74ab8a" providerId="LiveId" clId="{58B121E7-63A7-4330-86D4-8A88A1192A57}" dt="2025-07-05T09:14:51.053" v="24445" actId="1076"/>
          <ac:grpSpMkLst>
            <pc:docMk/>
            <pc:sldMk cId="3808154374" sldId="507"/>
            <ac:grpSpMk id="15" creationId="{59DF69AC-7A3F-4CB7-912B-74A270999E93}"/>
          </ac:grpSpMkLst>
        </pc:grpChg>
        <pc:grpChg chg="add del mod">
          <ac:chgData name="Khaled taha" userId="912087602c74ab8a" providerId="LiveId" clId="{58B121E7-63A7-4330-86D4-8A88A1192A57}" dt="2025-07-05T16:34:29.448" v="25292" actId="478"/>
          <ac:grpSpMkLst>
            <pc:docMk/>
            <pc:sldMk cId="3808154374" sldId="507"/>
            <ac:grpSpMk id="18" creationId="{8FD1092C-0A49-856E-2003-2C0B5CB59EED}"/>
          </ac:grpSpMkLst>
        </pc:grpChg>
        <pc:grpChg chg="add del mod">
          <ac:chgData name="Khaled taha" userId="912087602c74ab8a" providerId="LiveId" clId="{58B121E7-63A7-4330-86D4-8A88A1192A57}" dt="2025-07-05T16:34:29.448" v="25292" actId="478"/>
          <ac:grpSpMkLst>
            <pc:docMk/>
            <pc:sldMk cId="3808154374" sldId="507"/>
            <ac:grpSpMk id="21" creationId="{41E29A0A-4E2C-89F8-DD15-06172CE887F7}"/>
          </ac:grpSpMkLst>
        </pc:grpChg>
        <pc:grpChg chg="add del mod">
          <ac:chgData name="Khaled taha" userId="912087602c74ab8a" providerId="LiveId" clId="{58B121E7-63A7-4330-86D4-8A88A1192A57}" dt="2025-07-05T16:34:29.448" v="25292" actId="478"/>
          <ac:grpSpMkLst>
            <pc:docMk/>
            <pc:sldMk cId="3808154374" sldId="507"/>
            <ac:grpSpMk id="24" creationId="{C74C4C0E-3975-05BB-119E-1DD8F033954A}"/>
          </ac:grpSpMkLst>
        </pc:grpChg>
        <pc:grpChg chg="add del mod">
          <ac:chgData name="Khaled taha" userId="912087602c74ab8a" providerId="LiveId" clId="{58B121E7-63A7-4330-86D4-8A88A1192A57}" dt="2025-07-05T16:34:29.448" v="25292" actId="478"/>
          <ac:grpSpMkLst>
            <pc:docMk/>
            <pc:sldMk cId="3808154374" sldId="507"/>
            <ac:grpSpMk id="27" creationId="{CDA6C87F-2A9E-E0CA-51A0-C4E734897E4A}"/>
          </ac:grpSpMkLst>
        </pc:grpChg>
        <pc:grpChg chg="add del mod">
          <ac:chgData name="Khaled taha" userId="912087602c74ab8a" providerId="LiveId" clId="{58B121E7-63A7-4330-86D4-8A88A1192A57}" dt="2025-07-05T16:35:21.952" v="25360" actId="478"/>
          <ac:grpSpMkLst>
            <pc:docMk/>
            <pc:sldMk cId="3808154374" sldId="507"/>
            <ac:grpSpMk id="30" creationId="{C48D9E54-7553-109C-2C11-BD41DC17A49D}"/>
          </ac:grpSpMkLst>
        </pc:grpChg>
        <pc:grpChg chg="add del mod">
          <ac:chgData name="Khaled taha" userId="912087602c74ab8a" providerId="LiveId" clId="{58B121E7-63A7-4330-86D4-8A88A1192A57}" dt="2025-07-05T16:51:52.025" v="25488" actId="478"/>
          <ac:grpSpMkLst>
            <pc:docMk/>
            <pc:sldMk cId="3808154374" sldId="507"/>
            <ac:grpSpMk id="39" creationId="{E72F7F2F-4A2B-1946-6CDA-EE22411021F2}"/>
          </ac:grpSpMkLst>
        </pc:grpChg>
        <pc:grpChg chg="del mod">
          <ac:chgData name="Khaled taha" userId="912087602c74ab8a" providerId="LiveId" clId="{58B121E7-63A7-4330-86D4-8A88A1192A57}" dt="2025-07-05T16:36:04.877" v="25373" actId="478"/>
          <ac:grpSpMkLst>
            <pc:docMk/>
            <pc:sldMk cId="3808154374" sldId="507"/>
            <ac:grpSpMk id="42" creationId="{7BE0502B-ECBB-C168-38AE-A3089CD1C622}"/>
          </ac:grpSpMkLst>
        </pc:grpChg>
        <pc:grpChg chg="mod">
          <ac:chgData name="Khaled taha" userId="912087602c74ab8a" providerId="LiveId" clId="{58B121E7-63A7-4330-86D4-8A88A1192A57}" dt="2025-07-05T16:35:26.267" v="25362" actId="1076"/>
          <ac:grpSpMkLst>
            <pc:docMk/>
            <pc:sldMk cId="3808154374" sldId="507"/>
            <ac:grpSpMk id="45" creationId="{7D45BE83-40BC-FC6C-816F-649F52851DCC}"/>
          </ac:grpSpMkLst>
        </pc:grpChg>
        <pc:grpChg chg="del mod">
          <ac:chgData name="Khaled taha" userId="912087602c74ab8a" providerId="LiveId" clId="{58B121E7-63A7-4330-86D4-8A88A1192A57}" dt="2025-07-05T16:36:04.877" v="25373" actId="478"/>
          <ac:grpSpMkLst>
            <pc:docMk/>
            <pc:sldMk cId="3808154374" sldId="507"/>
            <ac:grpSpMk id="48" creationId="{773D80D6-6350-A9E7-7C2D-5F89C6766851}"/>
          </ac:grpSpMkLst>
        </pc:grpChg>
        <pc:grpChg chg="del mod">
          <ac:chgData name="Khaled taha" userId="912087602c74ab8a" providerId="LiveId" clId="{58B121E7-63A7-4330-86D4-8A88A1192A57}" dt="2025-07-05T16:36:04.877" v="25373" actId="478"/>
          <ac:grpSpMkLst>
            <pc:docMk/>
            <pc:sldMk cId="3808154374" sldId="507"/>
            <ac:grpSpMk id="51" creationId="{877EF49D-1082-0AA1-E03C-AD3B574C415E}"/>
          </ac:grpSpMkLst>
        </pc:grpChg>
        <pc:grpChg chg="del">
          <ac:chgData name="Khaled taha" userId="912087602c74ab8a" providerId="LiveId" clId="{58B121E7-63A7-4330-86D4-8A88A1192A57}" dt="2025-07-05T09:17:00.946" v="24458" actId="478"/>
          <ac:grpSpMkLst>
            <pc:docMk/>
            <pc:sldMk cId="3808154374" sldId="507"/>
            <ac:grpSpMk id="70" creationId="{92150AA1-956A-8140-BC03-CEDDC7B291CC}"/>
          </ac:grpSpMkLst>
        </pc:grpChg>
        <pc:grpChg chg="del mod">
          <ac:chgData name="Khaled taha" userId="912087602c74ab8a" providerId="LiveId" clId="{58B121E7-63A7-4330-86D4-8A88A1192A57}" dt="2025-07-05T09:16:25.156" v="24450" actId="478"/>
          <ac:grpSpMkLst>
            <pc:docMk/>
            <pc:sldMk cId="3808154374" sldId="507"/>
            <ac:grpSpMk id="73" creationId="{163A28F9-2A56-2063-AAD6-DBC7A52BE6DE}"/>
          </ac:grpSpMkLst>
        </pc:grpChg>
        <pc:grpChg chg="del">
          <ac:chgData name="Khaled taha" userId="912087602c74ab8a" providerId="LiveId" clId="{58B121E7-63A7-4330-86D4-8A88A1192A57}" dt="2025-07-05T09:04:23.148" v="24289" actId="478"/>
          <ac:grpSpMkLst>
            <pc:docMk/>
            <pc:sldMk cId="3808154374" sldId="507"/>
            <ac:grpSpMk id="91" creationId="{BE7C1CFA-160C-EC5C-6E98-D1307FB9A772}"/>
          </ac:grpSpMkLst>
        </pc:grpChg>
        <pc:grpChg chg="del">
          <ac:chgData name="Khaled taha" userId="912087602c74ab8a" providerId="LiveId" clId="{58B121E7-63A7-4330-86D4-8A88A1192A57}" dt="2025-07-05T16:34:45.321" v="25297" actId="478"/>
          <ac:grpSpMkLst>
            <pc:docMk/>
            <pc:sldMk cId="3808154374" sldId="507"/>
            <ac:grpSpMk id="97" creationId="{D67799BC-BDF8-3ACF-1569-5CDB2CDB1B0A}"/>
          </ac:grpSpMkLst>
        </pc:grpChg>
        <pc:picChg chg="del">
          <ac:chgData name="Khaled taha" userId="912087602c74ab8a" providerId="LiveId" clId="{58B121E7-63A7-4330-86D4-8A88A1192A57}" dt="2025-07-05T16:27:34.855" v="25226" actId="478"/>
          <ac:picMkLst>
            <pc:docMk/>
            <pc:sldMk cId="3808154374" sldId="507"/>
            <ac:picMk id="3" creationId="{0B3B87CD-8ED8-4A80-949A-DE0F65562E71}"/>
          </ac:picMkLst>
        </pc:picChg>
        <pc:picChg chg="add mod">
          <ac:chgData name="Khaled taha" userId="912087602c74ab8a" providerId="LiveId" clId="{58B121E7-63A7-4330-86D4-8A88A1192A57}" dt="2025-07-05T16:27:35.122" v="25227"/>
          <ac:picMkLst>
            <pc:docMk/>
            <pc:sldMk cId="3808154374" sldId="507"/>
            <ac:picMk id="7" creationId="{608DC8CD-3F35-C6BC-6BBC-01A826653C75}"/>
          </ac:picMkLst>
        </pc:picChg>
        <pc:cxnChg chg="del">
          <ac:chgData name="Khaled taha" userId="912087602c74ab8a" providerId="LiveId" clId="{58B121E7-63A7-4330-86D4-8A88A1192A57}" dt="2025-07-05T16:27:34.855" v="25226" actId="478"/>
          <ac:cxnSpMkLst>
            <pc:docMk/>
            <pc:sldMk cId="3808154374" sldId="507"/>
            <ac:cxnSpMk id="5" creationId="{3B1FBA66-EBE2-68B7-EE2B-13CA657EE178}"/>
          </ac:cxnSpMkLst>
        </pc:cxnChg>
        <pc:cxnChg chg="add mod">
          <ac:chgData name="Khaled taha" userId="912087602c74ab8a" providerId="LiveId" clId="{58B121E7-63A7-4330-86D4-8A88A1192A57}" dt="2025-07-05T16:27:35.122" v="25227"/>
          <ac:cxnSpMkLst>
            <pc:docMk/>
            <pc:sldMk cId="3808154374" sldId="507"/>
            <ac:cxnSpMk id="8" creationId="{C2073447-941B-B7F3-EF30-425A66856670}"/>
          </ac:cxnSpMkLst>
        </pc:cxnChg>
      </pc:sldChg>
      <pc:sldChg chg="add del">
        <pc:chgData name="Khaled taha" userId="912087602c74ab8a" providerId="LiveId" clId="{58B121E7-63A7-4330-86D4-8A88A1192A57}" dt="2025-07-05T09:04:48.700" v="24293" actId="47"/>
        <pc:sldMkLst>
          <pc:docMk/>
          <pc:sldMk cId="1341778973" sldId="508"/>
        </pc:sldMkLst>
      </pc:sldChg>
      <pc:sldChg chg="add del">
        <pc:chgData name="Khaled taha" userId="912087602c74ab8a" providerId="LiveId" clId="{58B121E7-63A7-4330-86D4-8A88A1192A57}" dt="2025-07-05T09:04:36.373" v="24291" actId="47"/>
        <pc:sldMkLst>
          <pc:docMk/>
          <pc:sldMk cId="2104942786" sldId="508"/>
        </pc:sldMkLst>
      </pc:sldChg>
      <pc:sldChg chg="addSp delSp modSp add mod">
        <pc:chgData name="Khaled taha" userId="912087602c74ab8a" providerId="LiveId" clId="{58B121E7-63A7-4330-86D4-8A88A1192A57}" dt="2025-07-06T00:56:55.396" v="28998"/>
        <pc:sldMkLst>
          <pc:docMk/>
          <pc:sldMk cId="3969271085" sldId="508"/>
        </pc:sldMkLst>
        <pc:spChg chg="del">
          <ac:chgData name="Khaled taha" userId="912087602c74ab8a" providerId="LiveId" clId="{58B121E7-63A7-4330-86D4-8A88A1192A57}" dt="2025-07-05T16:27:44.428" v="25231" actId="478"/>
          <ac:spMkLst>
            <pc:docMk/>
            <pc:sldMk cId="3969271085" sldId="508"/>
            <ac:spMk id="2" creationId="{E8547341-8B6D-3EBE-7916-01773EEF3DCD}"/>
          </ac:spMkLst>
        </pc:spChg>
        <pc:spChg chg="add del mod">
          <ac:chgData name="Khaled taha" userId="912087602c74ab8a" providerId="LiveId" clId="{58B121E7-63A7-4330-86D4-8A88A1192A57}" dt="2025-07-05T15:52:46.667" v="24706" actId="478"/>
          <ac:spMkLst>
            <pc:docMk/>
            <pc:sldMk cId="3969271085" sldId="508"/>
            <ac:spMk id="4" creationId="{371A1516-497A-C51B-55A0-7B334F3CCA62}"/>
          </ac:spMkLst>
        </pc:spChg>
        <pc:spChg chg="add mod">
          <ac:chgData name="Khaled taha" userId="912087602c74ab8a" providerId="LiveId" clId="{58B121E7-63A7-4330-86D4-8A88A1192A57}" dt="2025-07-05T15:49:09.249" v="24655"/>
          <ac:spMkLst>
            <pc:docMk/>
            <pc:sldMk cId="3969271085" sldId="508"/>
            <ac:spMk id="6" creationId="{FBFE09BA-7D1A-87BB-EA0C-5FDEEF66CA0C}"/>
          </ac:spMkLst>
        </pc:spChg>
        <pc:spChg chg="add mod topLvl">
          <ac:chgData name="Khaled taha" userId="912087602c74ab8a" providerId="LiveId" clId="{58B121E7-63A7-4330-86D4-8A88A1192A57}" dt="2025-07-05T17:18:38.550" v="25677" actId="165"/>
          <ac:spMkLst>
            <pc:docMk/>
            <pc:sldMk cId="3969271085" sldId="508"/>
            <ac:spMk id="7" creationId="{06224DC8-A2D8-C524-6E9C-A3249462AD07}"/>
          </ac:spMkLst>
        </pc:spChg>
        <pc:spChg chg="mod">
          <ac:chgData name="Khaled taha" userId="912087602c74ab8a" providerId="LiveId" clId="{58B121E7-63A7-4330-86D4-8A88A1192A57}" dt="2025-07-05T09:19:37.199" v="24473"/>
          <ac:spMkLst>
            <pc:docMk/>
            <pc:sldMk cId="3969271085" sldId="508"/>
            <ac:spMk id="9" creationId="{661D1837-92DD-A728-E92C-127CB9972C3D}"/>
          </ac:spMkLst>
        </pc:spChg>
        <pc:spChg chg="mod">
          <ac:chgData name="Khaled taha" userId="912087602c74ab8a" providerId="LiveId" clId="{58B121E7-63A7-4330-86D4-8A88A1192A57}" dt="2025-07-05T09:19:37.199" v="24473"/>
          <ac:spMkLst>
            <pc:docMk/>
            <pc:sldMk cId="3969271085" sldId="508"/>
            <ac:spMk id="10" creationId="{BC21B1F6-E05F-E7E8-A3AE-D1A93BB1E01B}"/>
          </ac:spMkLst>
        </pc:spChg>
        <pc:spChg chg="add mod">
          <ac:chgData name="Khaled taha" userId="912087602c74ab8a" providerId="LiveId" clId="{58B121E7-63A7-4330-86D4-8A88A1192A57}" dt="2025-07-05T15:49:18.576" v="24659" actId="571"/>
          <ac:spMkLst>
            <pc:docMk/>
            <pc:sldMk cId="3969271085" sldId="508"/>
            <ac:spMk id="11" creationId="{EC2FA015-D00C-C745-9760-7D0D537BDF99}"/>
          </ac:spMkLst>
        </pc:spChg>
        <pc:spChg chg="add mod">
          <ac:chgData name="Khaled taha" userId="912087602c74ab8a" providerId="LiveId" clId="{58B121E7-63A7-4330-86D4-8A88A1192A57}" dt="2025-07-05T15:49:18.576" v="24659" actId="571"/>
          <ac:spMkLst>
            <pc:docMk/>
            <pc:sldMk cId="3969271085" sldId="508"/>
            <ac:spMk id="12" creationId="{008D12E0-05EB-32CD-436E-D863CB98A38C}"/>
          </ac:spMkLst>
        </pc:spChg>
        <pc:spChg chg="add mod">
          <ac:chgData name="Khaled taha" userId="912087602c74ab8a" providerId="LiveId" clId="{58B121E7-63A7-4330-86D4-8A88A1192A57}" dt="2025-07-05T15:49:30.686" v="24665" actId="571"/>
          <ac:spMkLst>
            <pc:docMk/>
            <pc:sldMk cId="3969271085" sldId="508"/>
            <ac:spMk id="13" creationId="{9748177D-35F4-D0AB-85ED-3F8321C30A22}"/>
          </ac:spMkLst>
        </pc:spChg>
        <pc:spChg chg="add mod">
          <ac:chgData name="Khaled taha" userId="912087602c74ab8a" providerId="LiveId" clId="{58B121E7-63A7-4330-86D4-8A88A1192A57}" dt="2025-07-05T15:49:30.314" v="24664" actId="571"/>
          <ac:spMkLst>
            <pc:docMk/>
            <pc:sldMk cId="3969271085" sldId="508"/>
            <ac:spMk id="14" creationId="{F277F1A1-622F-B85C-7DB6-0F3558D881E9}"/>
          </ac:spMkLst>
        </pc:spChg>
        <pc:spChg chg="add mod">
          <ac:chgData name="Khaled taha" userId="912087602c74ab8a" providerId="LiveId" clId="{58B121E7-63A7-4330-86D4-8A88A1192A57}" dt="2025-07-05T15:49:30.314" v="24664" actId="571"/>
          <ac:spMkLst>
            <pc:docMk/>
            <pc:sldMk cId="3969271085" sldId="508"/>
            <ac:spMk id="15" creationId="{435CD420-B2A5-CF86-17BC-9936B622B654}"/>
          </ac:spMkLst>
        </pc:spChg>
        <pc:spChg chg="add del mod">
          <ac:chgData name="Khaled taha" userId="912087602c74ab8a" providerId="LiveId" clId="{58B121E7-63A7-4330-86D4-8A88A1192A57}" dt="2025-07-05T17:13:20.074" v="25576" actId="478"/>
          <ac:spMkLst>
            <pc:docMk/>
            <pc:sldMk cId="3969271085" sldId="508"/>
            <ac:spMk id="16" creationId="{20DA8F88-DC0C-1E25-3B04-AF6E79723E1A}"/>
          </ac:spMkLst>
        </pc:spChg>
        <pc:spChg chg="add mod">
          <ac:chgData name="Khaled taha" userId="912087602c74ab8a" providerId="LiveId" clId="{58B121E7-63A7-4330-86D4-8A88A1192A57}" dt="2025-07-05T15:49:41.070" v="24670" actId="571"/>
          <ac:spMkLst>
            <pc:docMk/>
            <pc:sldMk cId="3969271085" sldId="508"/>
            <ac:spMk id="17" creationId="{18D4C259-7237-D863-A773-06335251395A}"/>
          </ac:spMkLst>
        </pc:spChg>
        <pc:spChg chg="add mod">
          <ac:chgData name="Khaled taha" userId="912087602c74ab8a" providerId="LiveId" clId="{58B121E7-63A7-4330-86D4-8A88A1192A57}" dt="2025-07-05T15:49:39.669" v="24669" actId="571"/>
          <ac:spMkLst>
            <pc:docMk/>
            <pc:sldMk cId="3969271085" sldId="508"/>
            <ac:spMk id="18" creationId="{0CAB8D7D-6063-9340-C454-792ADCC3B36C}"/>
          </ac:spMkLst>
        </pc:spChg>
        <pc:spChg chg="add mod">
          <ac:chgData name="Khaled taha" userId="912087602c74ab8a" providerId="LiveId" clId="{58B121E7-63A7-4330-86D4-8A88A1192A57}" dt="2025-07-05T15:49:39.669" v="24669" actId="571"/>
          <ac:spMkLst>
            <pc:docMk/>
            <pc:sldMk cId="3969271085" sldId="508"/>
            <ac:spMk id="19" creationId="{F3B6F124-337E-E51B-4CA9-DDFC738BA8CC}"/>
          </ac:spMkLst>
        </pc:spChg>
        <pc:spChg chg="add del mod">
          <ac:chgData name="Khaled taha" userId="912087602c74ab8a" providerId="LiveId" clId="{58B121E7-63A7-4330-86D4-8A88A1192A57}" dt="2025-07-05T17:13:23.130" v="25577" actId="478"/>
          <ac:spMkLst>
            <pc:docMk/>
            <pc:sldMk cId="3969271085" sldId="508"/>
            <ac:spMk id="20" creationId="{C42DEB71-D579-8EDB-CEE1-2F5D2DC96CC6}"/>
          </ac:spMkLst>
        </pc:spChg>
        <pc:spChg chg="add del mod">
          <ac:chgData name="Khaled taha" userId="912087602c74ab8a" providerId="LiveId" clId="{58B121E7-63A7-4330-86D4-8A88A1192A57}" dt="2025-07-06T00:56:55.156" v="28997" actId="478"/>
          <ac:spMkLst>
            <pc:docMk/>
            <pc:sldMk cId="3969271085" sldId="508"/>
            <ac:spMk id="21" creationId="{57BCCC0E-38C1-00BB-53F4-B1DB6E1090F1}"/>
          </ac:spMkLst>
        </pc:spChg>
        <pc:spChg chg="add mod topLvl">
          <ac:chgData name="Khaled taha" userId="912087602c74ab8a" providerId="LiveId" clId="{58B121E7-63A7-4330-86D4-8A88A1192A57}" dt="2025-07-05T17:18:38.550" v="25677" actId="165"/>
          <ac:spMkLst>
            <pc:docMk/>
            <pc:sldMk cId="3969271085" sldId="508"/>
            <ac:spMk id="22" creationId="{6E2DD826-3F7D-69F8-0D99-6BFEDEA1699F}"/>
          </ac:spMkLst>
        </pc:spChg>
        <pc:spChg chg="add mod">
          <ac:chgData name="Khaled taha" userId="912087602c74ab8a" providerId="LiveId" clId="{58B121E7-63A7-4330-86D4-8A88A1192A57}" dt="2025-07-05T17:54:22.204" v="25771" actId="1076"/>
          <ac:spMkLst>
            <pc:docMk/>
            <pc:sldMk cId="3969271085" sldId="508"/>
            <ac:spMk id="23" creationId="{2352726B-3510-9BB9-00E8-E8CE0AF7B79A}"/>
          </ac:spMkLst>
        </pc:spChg>
        <pc:spChg chg="add mod">
          <ac:chgData name="Khaled taha" userId="912087602c74ab8a" providerId="LiveId" clId="{58B121E7-63A7-4330-86D4-8A88A1192A57}" dt="2025-07-05T17:54:22.527" v="25772" actId="1076"/>
          <ac:spMkLst>
            <pc:docMk/>
            <pc:sldMk cId="3969271085" sldId="508"/>
            <ac:spMk id="24" creationId="{D2908F9F-AE27-3F14-1881-204875A839C0}"/>
          </ac:spMkLst>
        </pc:spChg>
        <pc:spChg chg="add mod">
          <ac:chgData name="Khaled taha" userId="912087602c74ab8a" providerId="LiveId" clId="{58B121E7-63A7-4330-86D4-8A88A1192A57}" dt="2025-07-05T16:27:44.682" v="25232"/>
          <ac:spMkLst>
            <pc:docMk/>
            <pc:sldMk cId="3969271085" sldId="508"/>
            <ac:spMk id="25" creationId="{6B3A2262-934F-B2BF-8B64-BD92CF371656}"/>
          </ac:spMkLst>
        </pc:spChg>
        <pc:spChg chg="add del mod">
          <ac:chgData name="Khaled taha" userId="912087602c74ab8a" providerId="LiveId" clId="{58B121E7-63A7-4330-86D4-8A88A1192A57}" dt="2025-07-05T17:14:35.750" v="25585" actId="478"/>
          <ac:spMkLst>
            <pc:docMk/>
            <pc:sldMk cId="3969271085" sldId="508"/>
            <ac:spMk id="29" creationId="{D8E062C1-B480-3F3D-BB41-0BAE7CA9DC6A}"/>
          </ac:spMkLst>
        </pc:spChg>
        <pc:spChg chg="add mod ord">
          <ac:chgData name="Khaled taha" userId="912087602c74ab8a" providerId="LiveId" clId="{58B121E7-63A7-4330-86D4-8A88A1192A57}" dt="2025-07-05T17:54:22.204" v="25771" actId="1076"/>
          <ac:spMkLst>
            <pc:docMk/>
            <pc:sldMk cId="3969271085" sldId="508"/>
            <ac:spMk id="34" creationId="{CA818FAB-27EE-5EF5-8234-57218460B641}"/>
          </ac:spMkLst>
        </pc:spChg>
        <pc:spChg chg="add mod ord">
          <ac:chgData name="Khaled taha" userId="912087602c74ab8a" providerId="LiveId" clId="{58B121E7-63A7-4330-86D4-8A88A1192A57}" dt="2025-07-05T17:54:22.527" v="25772" actId="1076"/>
          <ac:spMkLst>
            <pc:docMk/>
            <pc:sldMk cId="3969271085" sldId="508"/>
            <ac:spMk id="35" creationId="{69C2FBD0-1429-A175-C4F9-78DB2C8500C1}"/>
          </ac:spMkLst>
        </pc:spChg>
        <pc:spChg chg="add del mod">
          <ac:chgData name="Khaled taha" userId="912087602c74ab8a" providerId="LiveId" clId="{58B121E7-63A7-4330-86D4-8A88A1192A57}" dt="2025-07-05T17:22:17.941" v="25692" actId="478"/>
          <ac:spMkLst>
            <pc:docMk/>
            <pc:sldMk cId="3969271085" sldId="508"/>
            <ac:spMk id="37" creationId="{040E5852-9333-0E9D-AED4-9A48E168FC1A}"/>
          </ac:spMkLst>
        </pc:spChg>
        <pc:spChg chg="add del mod">
          <ac:chgData name="Khaled taha" userId="912087602c74ab8a" providerId="LiveId" clId="{58B121E7-63A7-4330-86D4-8A88A1192A57}" dt="2025-07-05T17:22:20.709" v="25693" actId="478"/>
          <ac:spMkLst>
            <pc:docMk/>
            <pc:sldMk cId="3969271085" sldId="508"/>
            <ac:spMk id="38" creationId="{2842DCBD-4E83-283F-8F28-A291ADCB3A29}"/>
          </ac:spMkLst>
        </pc:spChg>
        <pc:spChg chg="add mod">
          <ac:chgData name="Khaled taha" userId="912087602c74ab8a" providerId="LiveId" clId="{58B121E7-63A7-4330-86D4-8A88A1192A57}" dt="2025-07-05T17:16:58.253" v="25659" actId="1038"/>
          <ac:spMkLst>
            <pc:docMk/>
            <pc:sldMk cId="3969271085" sldId="508"/>
            <ac:spMk id="40" creationId="{9DE5ECD3-42D8-BB26-5C63-790ED9F135F4}"/>
          </ac:spMkLst>
        </pc:spChg>
        <pc:spChg chg="add mod">
          <ac:chgData name="Khaled taha" userId="912087602c74ab8a" providerId="LiveId" clId="{58B121E7-63A7-4330-86D4-8A88A1192A57}" dt="2025-07-05T17:16:58.253" v="25659" actId="1038"/>
          <ac:spMkLst>
            <pc:docMk/>
            <pc:sldMk cId="3969271085" sldId="508"/>
            <ac:spMk id="41" creationId="{327B7183-40AC-9A2E-9EE7-0D3B7E80B16F}"/>
          </ac:spMkLst>
        </pc:spChg>
        <pc:spChg chg="add mod">
          <ac:chgData name="Khaled taha" userId="912087602c74ab8a" providerId="LiveId" clId="{58B121E7-63A7-4330-86D4-8A88A1192A57}" dt="2025-07-06T00:56:55.396" v="28998"/>
          <ac:spMkLst>
            <pc:docMk/>
            <pc:sldMk cId="3969271085" sldId="508"/>
            <ac:spMk id="42" creationId="{922D26B1-894C-3CA0-78A2-774B6B55F26A}"/>
          </ac:spMkLst>
        </pc:spChg>
        <pc:grpChg chg="del">
          <ac:chgData name="Khaled taha" userId="912087602c74ab8a" providerId="LiveId" clId="{58B121E7-63A7-4330-86D4-8A88A1192A57}" dt="2025-07-05T09:19:32.771" v="24471" actId="478"/>
          <ac:grpSpMkLst>
            <pc:docMk/>
            <pc:sldMk cId="3969271085" sldId="508"/>
            <ac:grpSpMk id="4" creationId="{4BB1BF77-6D3C-17F6-4B6D-6ADF9B74EAD4}"/>
          </ac:grpSpMkLst>
        </pc:grpChg>
        <pc:grpChg chg="add mod">
          <ac:chgData name="Khaled taha" userId="912087602c74ab8a" providerId="LiveId" clId="{58B121E7-63A7-4330-86D4-8A88A1192A57}" dt="2025-07-05T09:19:37.199" v="24473"/>
          <ac:grpSpMkLst>
            <pc:docMk/>
            <pc:sldMk cId="3969271085" sldId="508"/>
            <ac:grpSpMk id="8" creationId="{40E88685-8FB6-15FD-26E7-6E60F44B14EB}"/>
          </ac:grpSpMkLst>
        </pc:grpChg>
        <pc:grpChg chg="del">
          <ac:chgData name="Khaled taha" userId="912087602c74ab8a" providerId="LiveId" clId="{58B121E7-63A7-4330-86D4-8A88A1192A57}" dt="2025-07-05T09:19:32.771" v="24471" actId="478"/>
          <ac:grpSpMkLst>
            <pc:docMk/>
            <pc:sldMk cId="3969271085" sldId="508"/>
            <ac:grpSpMk id="11" creationId="{9A0457BF-3CFB-CB34-0FFE-3380897633EC}"/>
          </ac:grpSpMkLst>
        </pc:grpChg>
        <pc:grpChg chg="del">
          <ac:chgData name="Khaled taha" userId="912087602c74ab8a" providerId="LiveId" clId="{58B121E7-63A7-4330-86D4-8A88A1192A57}" dt="2025-07-05T09:19:32.771" v="24471" actId="478"/>
          <ac:grpSpMkLst>
            <pc:docMk/>
            <pc:sldMk cId="3969271085" sldId="508"/>
            <ac:grpSpMk id="14" creationId="{06482B73-2A1C-09B7-8CB7-A49FB0FE7BBF}"/>
          </ac:grpSpMkLst>
        </pc:grpChg>
        <pc:grpChg chg="del">
          <ac:chgData name="Khaled taha" userId="912087602c74ab8a" providerId="LiveId" clId="{58B121E7-63A7-4330-86D4-8A88A1192A57}" dt="2025-07-05T09:19:32.771" v="24471" actId="478"/>
          <ac:grpSpMkLst>
            <pc:docMk/>
            <pc:sldMk cId="3969271085" sldId="508"/>
            <ac:grpSpMk id="20" creationId="{9E3839C9-D94E-83EF-B852-58239BC0CD30}"/>
          </ac:grpSpMkLst>
        </pc:grpChg>
        <pc:grpChg chg="del">
          <ac:chgData name="Khaled taha" userId="912087602c74ab8a" providerId="LiveId" clId="{58B121E7-63A7-4330-86D4-8A88A1192A57}" dt="2025-07-05T09:19:32.771" v="24471" actId="478"/>
          <ac:grpSpMkLst>
            <pc:docMk/>
            <pc:sldMk cId="3969271085" sldId="508"/>
            <ac:grpSpMk id="23" creationId="{7A56D1E0-5A9A-97F0-B9DF-7E293C760F7A}"/>
          </ac:grpSpMkLst>
        </pc:grpChg>
        <pc:grpChg chg="add mod">
          <ac:chgData name="Khaled taha" userId="912087602c74ab8a" providerId="LiveId" clId="{58B121E7-63A7-4330-86D4-8A88A1192A57}" dt="2025-07-05T17:03:06.925" v="25563" actId="164"/>
          <ac:grpSpMkLst>
            <pc:docMk/>
            <pc:sldMk cId="3969271085" sldId="508"/>
            <ac:grpSpMk id="33" creationId="{B36BBA8C-CAC3-4B59-1291-D2F615511769}"/>
          </ac:grpSpMkLst>
        </pc:grpChg>
        <pc:grpChg chg="add del mod">
          <ac:chgData name="Khaled taha" userId="912087602c74ab8a" providerId="LiveId" clId="{58B121E7-63A7-4330-86D4-8A88A1192A57}" dt="2025-07-05T17:14:43.351" v="25586" actId="165"/>
          <ac:grpSpMkLst>
            <pc:docMk/>
            <pc:sldMk cId="3969271085" sldId="508"/>
            <ac:grpSpMk id="36" creationId="{EF57AA3D-9D9C-698B-F1A7-1F2C398208B7}"/>
          </ac:grpSpMkLst>
        </pc:grpChg>
        <pc:grpChg chg="add del mod">
          <ac:chgData name="Khaled taha" userId="912087602c74ab8a" providerId="LiveId" clId="{58B121E7-63A7-4330-86D4-8A88A1192A57}" dt="2025-07-05T17:18:38.550" v="25677" actId="165"/>
          <ac:grpSpMkLst>
            <pc:docMk/>
            <pc:sldMk cId="3969271085" sldId="508"/>
            <ac:grpSpMk id="39" creationId="{96018C5D-E4F2-C8EF-E5A7-77382383577F}"/>
          </ac:grpSpMkLst>
        </pc:grpChg>
        <pc:grpChg chg="del">
          <ac:chgData name="Khaled taha" userId="912087602c74ab8a" providerId="LiveId" clId="{58B121E7-63A7-4330-86D4-8A88A1192A57}" dt="2025-07-05T09:19:39.117" v="24474" actId="478"/>
          <ac:grpSpMkLst>
            <pc:docMk/>
            <pc:sldMk cId="3969271085" sldId="508"/>
            <ac:grpSpMk id="42" creationId="{E3A5735D-5180-966F-C74F-E0B7293515C4}"/>
          </ac:grpSpMkLst>
        </pc:grpChg>
        <pc:picChg chg="del">
          <ac:chgData name="Khaled taha" userId="912087602c74ab8a" providerId="LiveId" clId="{58B121E7-63A7-4330-86D4-8A88A1192A57}" dt="2025-07-05T16:27:44.428" v="25231" actId="478"/>
          <ac:picMkLst>
            <pc:docMk/>
            <pc:sldMk cId="3969271085" sldId="508"/>
            <ac:picMk id="3" creationId="{C75824B0-4EA5-EE6C-EA04-BDA697F769CA}"/>
          </ac:picMkLst>
        </pc:picChg>
        <pc:picChg chg="add mod">
          <ac:chgData name="Khaled taha" userId="912087602c74ab8a" providerId="LiveId" clId="{58B121E7-63A7-4330-86D4-8A88A1192A57}" dt="2025-07-05T16:27:44.682" v="25232"/>
          <ac:picMkLst>
            <pc:docMk/>
            <pc:sldMk cId="3969271085" sldId="508"/>
            <ac:picMk id="26" creationId="{3CBDD18E-9AED-FE0D-0809-8CCE6FF757FB}"/>
          </ac:picMkLst>
        </pc:picChg>
        <pc:cxnChg chg="del">
          <ac:chgData name="Khaled taha" userId="912087602c74ab8a" providerId="LiveId" clId="{58B121E7-63A7-4330-86D4-8A88A1192A57}" dt="2025-07-05T16:27:44.428" v="25231" actId="478"/>
          <ac:cxnSpMkLst>
            <pc:docMk/>
            <pc:sldMk cId="3969271085" sldId="508"/>
            <ac:cxnSpMk id="5" creationId="{1C4D2A84-2891-8773-3B42-698FB0FBC8C3}"/>
          </ac:cxnSpMkLst>
        </pc:cxnChg>
        <pc:cxnChg chg="add mod">
          <ac:chgData name="Khaled taha" userId="912087602c74ab8a" providerId="LiveId" clId="{58B121E7-63A7-4330-86D4-8A88A1192A57}" dt="2025-07-05T16:27:44.682" v="25232"/>
          <ac:cxnSpMkLst>
            <pc:docMk/>
            <pc:sldMk cId="3969271085" sldId="508"/>
            <ac:cxnSpMk id="27" creationId="{E1238382-E38C-E51C-A958-0D723ABC7373}"/>
          </ac:cxnSpMkLst>
        </pc:cxnChg>
        <pc:cxnChg chg="add del mod">
          <ac:chgData name="Khaled taha" userId="912087602c74ab8a" providerId="LiveId" clId="{58B121E7-63A7-4330-86D4-8A88A1192A57}" dt="2025-07-05T17:03:09.545" v="25568" actId="11529"/>
          <ac:cxnSpMkLst>
            <pc:docMk/>
            <pc:sldMk cId="3969271085" sldId="508"/>
            <ac:cxnSpMk id="31" creationId="{6C30E969-A8B9-C413-522D-5C77E380687E}"/>
          </ac:cxnSpMkLst>
        </pc:cxnChg>
      </pc:sldChg>
      <pc:sldChg chg="addSp delSp modSp add del mod modTransition">
        <pc:chgData name="Khaled taha" userId="912087602c74ab8a" providerId="LiveId" clId="{58B121E7-63A7-4330-86D4-8A88A1192A57}" dt="2025-07-06T01:24:33.117" v="29545" actId="47"/>
        <pc:sldMkLst>
          <pc:docMk/>
          <pc:sldMk cId="3888405924" sldId="509"/>
        </pc:sldMkLst>
        <pc:spChg chg="del">
          <ac:chgData name="Khaled taha" userId="912087602c74ab8a" providerId="LiveId" clId="{58B121E7-63A7-4330-86D4-8A88A1192A57}" dt="2025-07-05T16:27:48.600" v="25233" actId="478"/>
          <ac:spMkLst>
            <pc:docMk/>
            <pc:sldMk cId="3888405924" sldId="509"/>
            <ac:spMk id="2" creationId="{3AF3587B-4F6A-0ED9-96F9-000AC510D412}"/>
          </ac:spMkLst>
        </pc:spChg>
        <pc:spChg chg="add del mod">
          <ac:chgData name="Khaled taha" userId="912087602c74ab8a" providerId="LiveId" clId="{58B121E7-63A7-4330-86D4-8A88A1192A57}" dt="2025-07-05T15:57:56.825" v="24823" actId="478"/>
          <ac:spMkLst>
            <pc:docMk/>
            <pc:sldMk cId="3888405924" sldId="509"/>
            <ac:spMk id="4" creationId="{DE82832B-A472-B6E8-797D-D68471A01966}"/>
          </ac:spMkLst>
        </pc:spChg>
        <pc:spChg chg="add del mod">
          <ac:chgData name="Khaled taha" userId="912087602c74ab8a" providerId="LiveId" clId="{58B121E7-63A7-4330-86D4-8A88A1192A57}" dt="2025-07-05T15:57:54.802" v="24822" actId="478"/>
          <ac:spMkLst>
            <pc:docMk/>
            <pc:sldMk cId="3888405924" sldId="509"/>
            <ac:spMk id="6" creationId="{9309236A-672A-780C-8F83-C6FE8AE0D0D7}"/>
          </ac:spMkLst>
        </pc:spChg>
        <pc:spChg chg="del">
          <ac:chgData name="Khaled taha" userId="912087602c74ab8a" providerId="LiveId" clId="{58B121E7-63A7-4330-86D4-8A88A1192A57}" dt="2025-07-05T15:57:25.727" v="24813" actId="478"/>
          <ac:spMkLst>
            <pc:docMk/>
            <pc:sldMk cId="3888405924" sldId="509"/>
            <ac:spMk id="7" creationId="{FD19C4A0-6437-A9DC-42EA-D85AC604A5C3}"/>
          </ac:spMkLst>
        </pc:spChg>
        <pc:spChg chg="add del mod">
          <ac:chgData name="Khaled taha" userId="912087602c74ab8a" providerId="LiveId" clId="{58B121E7-63A7-4330-86D4-8A88A1192A57}" dt="2025-07-05T15:57:53.408" v="24821" actId="478"/>
          <ac:spMkLst>
            <pc:docMk/>
            <pc:sldMk cId="3888405924" sldId="509"/>
            <ac:spMk id="11" creationId="{60443177-4E28-4984-1221-9290B4667DA3}"/>
          </ac:spMkLst>
        </pc:spChg>
        <pc:spChg chg="add mod">
          <ac:chgData name="Khaled taha" userId="912087602c74ab8a" providerId="LiveId" clId="{58B121E7-63A7-4330-86D4-8A88A1192A57}" dt="2025-07-05T16:27:48.885" v="25234"/>
          <ac:spMkLst>
            <pc:docMk/>
            <pc:sldMk cId="3888405924" sldId="509"/>
            <ac:spMk id="12" creationId="{286108B4-62E8-6F6F-526A-6CD5A186B11F}"/>
          </ac:spMkLst>
        </pc:spChg>
        <pc:spChg chg="add del mod">
          <ac:chgData name="Khaled taha" userId="912087602c74ab8a" providerId="LiveId" clId="{58B121E7-63A7-4330-86D4-8A88A1192A57}" dt="2025-07-05T23:55:43.533" v="27857" actId="478"/>
          <ac:spMkLst>
            <pc:docMk/>
            <pc:sldMk cId="3888405924" sldId="509"/>
            <ac:spMk id="15" creationId="{8FFE6A54-EF41-DFFC-89F7-F8D6FFF866EA}"/>
          </ac:spMkLst>
        </pc:spChg>
        <pc:spChg chg="del">
          <ac:chgData name="Khaled taha" userId="912087602c74ab8a" providerId="LiveId" clId="{58B121E7-63A7-4330-86D4-8A88A1192A57}" dt="2025-07-05T15:57:25.727" v="24813" actId="478"/>
          <ac:spMkLst>
            <pc:docMk/>
            <pc:sldMk cId="3888405924" sldId="509"/>
            <ac:spMk id="16" creationId="{409173C0-2ABF-9BA9-AAF4-5ED3EE30C873}"/>
          </ac:spMkLst>
        </pc:spChg>
        <pc:spChg chg="add del mod">
          <ac:chgData name="Khaled taha" userId="912087602c74ab8a" providerId="LiveId" clId="{58B121E7-63A7-4330-86D4-8A88A1192A57}" dt="2025-07-05T23:55:43.533" v="27857" actId="478"/>
          <ac:spMkLst>
            <pc:docMk/>
            <pc:sldMk cId="3888405924" sldId="509"/>
            <ac:spMk id="17" creationId="{0973E534-8C23-9F00-5290-E86C7B35E4FE}"/>
          </ac:spMkLst>
        </pc:spChg>
        <pc:spChg chg="add del mod">
          <ac:chgData name="Khaled taha" userId="912087602c74ab8a" providerId="LiveId" clId="{58B121E7-63A7-4330-86D4-8A88A1192A57}" dt="2025-07-05T23:55:43.533" v="27857" actId="478"/>
          <ac:spMkLst>
            <pc:docMk/>
            <pc:sldMk cId="3888405924" sldId="509"/>
            <ac:spMk id="18" creationId="{B7501F94-7EE7-D873-D08C-27CD43CAF50A}"/>
          </ac:spMkLst>
        </pc:spChg>
        <pc:spChg chg="add del mod">
          <ac:chgData name="Khaled taha" userId="912087602c74ab8a" providerId="LiveId" clId="{58B121E7-63A7-4330-86D4-8A88A1192A57}" dt="2025-07-05T23:55:43.533" v="27857" actId="478"/>
          <ac:spMkLst>
            <pc:docMk/>
            <pc:sldMk cId="3888405924" sldId="509"/>
            <ac:spMk id="19" creationId="{512F1383-8F15-887B-0347-2A8208582EDA}"/>
          </ac:spMkLst>
        </pc:spChg>
        <pc:spChg chg="del">
          <ac:chgData name="Khaled taha" userId="912087602c74ab8a" providerId="LiveId" clId="{58B121E7-63A7-4330-86D4-8A88A1192A57}" dt="2025-07-05T15:57:25.727" v="24813" actId="478"/>
          <ac:spMkLst>
            <pc:docMk/>
            <pc:sldMk cId="3888405924" sldId="509"/>
            <ac:spMk id="20" creationId="{510CC199-93CB-C671-F82A-196593488A00}"/>
          </ac:spMkLst>
        </pc:spChg>
        <pc:spChg chg="del">
          <ac:chgData name="Khaled taha" userId="912087602c74ab8a" providerId="LiveId" clId="{58B121E7-63A7-4330-86D4-8A88A1192A57}" dt="2025-07-05T15:57:42.518" v="24820" actId="478"/>
          <ac:spMkLst>
            <pc:docMk/>
            <pc:sldMk cId="3888405924" sldId="509"/>
            <ac:spMk id="21" creationId="{4CAADBDE-4194-7FDD-DADD-AAFD729A9023}"/>
          </ac:spMkLst>
        </pc:spChg>
        <pc:spChg chg="add del mod">
          <ac:chgData name="Khaled taha" userId="912087602c74ab8a" providerId="LiveId" clId="{58B121E7-63A7-4330-86D4-8A88A1192A57}" dt="2025-07-05T23:55:43.533" v="27857" actId="478"/>
          <ac:spMkLst>
            <pc:docMk/>
            <pc:sldMk cId="3888405924" sldId="509"/>
            <ac:spMk id="22" creationId="{76B34F0A-B7DC-3685-5DD3-D599243D9CD7}"/>
          </ac:spMkLst>
        </pc:spChg>
        <pc:spChg chg="add del mod">
          <ac:chgData name="Khaled taha" userId="912087602c74ab8a" providerId="LiveId" clId="{58B121E7-63A7-4330-86D4-8A88A1192A57}" dt="2025-07-05T23:55:43.533" v="27857" actId="478"/>
          <ac:spMkLst>
            <pc:docMk/>
            <pc:sldMk cId="3888405924" sldId="509"/>
            <ac:spMk id="23" creationId="{9E6C155E-D1C4-1DFC-EE2D-484F4B2E3F48}"/>
          </ac:spMkLst>
        </pc:spChg>
        <pc:spChg chg="add del mod">
          <ac:chgData name="Khaled taha" userId="912087602c74ab8a" providerId="LiveId" clId="{58B121E7-63A7-4330-86D4-8A88A1192A57}" dt="2025-07-06T00:56:25.876" v="28987" actId="478"/>
          <ac:spMkLst>
            <pc:docMk/>
            <pc:sldMk cId="3888405924" sldId="509"/>
            <ac:spMk id="24" creationId="{0116BE64-CBE9-27A8-9B71-AA2BD30794E4}"/>
          </ac:spMkLst>
        </pc:spChg>
        <pc:spChg chg="add mod">
          <ac:chgData name="Khaled taha" userId="912087602c74ab8a" providerId="LiveId" clId="{58B121E7-63A7-4330-86D4-8A88A1192A57}" dt="2025-07-05T23:51:22.506" v="27844"/>
          <ac:spMkLst>
            <pc:docMk/>
            <pc:sldMk cId="3888405924" sldId="509"/>
            <ac:spMk id="25" creationId="{A7C70211-DD78-5CC2-E3EA-7E5BBD30649F}"/>
          </ac:spMkLst>
        </pc:spChg>
        <pc:spChg chg="add mod">
          <ac:chgData name="Khaled taha" userId="912087602c74ab8a" providerId="LiveId" clId="{58B121E7-63A7-4330-86D4-8A88A1192A57}" dt="2025-07-05T23:51:40.484" v="27848"/>
          <ac:spMkLst>
            <pc:docMk/>
            <pc:sldMk cId="3888405924" sldId="509"/>
            <ac:spMk id="26" creationId="{B329DDD0-592F-761C-DF62-327A481605B7}"/>
          </ac:spMkLst>
        </pc:spChg>
        <pc:spChg chg="add mod">
          <ac:chgData name="Khaled taha" userId="912087602c74ab8a" providerId="LiveId" clId="{58B121E7-63A7-4330-86D4-8A88A1192A57}" dt="2025-07-05T23:55:43.831" v="27858"/>
          <ac:spMkLst>
            <pc:docMk/>
            <pc:sldMk cId="3888405924" sldId="509"/>
            <ac:spMk id="27" creationId="{680E6407-FC23-D027-3AB7-F5E1CE2A7B00}"/>
          </ac:spMkLst>
        </pc:spChg>
        <pc:spChg chg="add mod">
          <ac:chgData name="Khaled taha" userId="912087602c74ab8a" providerId="LiveId" clId="{58B121E7-63A7-4330-86D4-8A88A1192A57}" dt="2025-07-05T23:55:43.831" v="27858"/>
          <ac:spMkLst>
            <pc:docMk/>
            <pc:sldMk cId="3888405924" sldId="509"/>
            <ac:spMk id="28" creationId="{CDDB4645-1DC5-3573-9C9D-1A0EF24917FC}"/>
          </ac:spMkLst>
        </pc:spChg>
        <pc:spChg chg="add mod">
          <ac:chgData name="Khaled taha" userId="912087602c74ab8a" providerId="LiveId" clId="{58B121E7-63A7-4330-86D4-8A88A1192A57}" dt="2025-07-05T23:55:43.831" v="27858"/>
          <ac:spMkLst>
            <pc:docMk/>
            <pc:sldMk cId="3888405924" sldId="509"/>
            <ac:spMk id="29" creationId="{A945C937-B622-7496-9009-71A7F92C1738}"/>
          </ac:spMkLst>
        </pc:spChg>
        <pc:spChg chg="add mod">
          <ac:chgData name="Khaled taha" userId="912087602c74ab8a" providerId="LiveId" clId="{58B121E7-63A7-4330-86D4-8A88A1192A57}" dt="2025-07-05T23:55:43.831" v="27858"/>
          <ac:spMkLst>
            <pc:docMk/>
            <pc:sldMk cId="3888405924" sldId="509"/>
            <ac:spMk id="30" creationId="{0876BAB4-C561-E482-0CE9-E7A5D5256FC1}"/>
          </ac:spMkLst>
        </pc:spChg>
        <pc:spChg chg="add del mod">
          <ac:chgData name="Khaled taha" userId="912087602c74ab8a" providerId="LiveId" clId="{58B121E7-63A7-4330-86D4-8A88A1192A57}" dt="2025-07-06T00:28:49.957" v="28614" actId="21"/>
          <ac:spMkLst>
            <pc:docMk/>
            <pc:sldMk cId="3888405924" sldId="509"/>
            <ac:spMk id="31" creationId="{FE2579D1-3A07-94AE-3D41-9ADF4CFCA2D0}"/>
          </ac:spMkLst>
        </pc:spChg>
        <pc:spChg chg="add del mod">
          <ac:chgData name="Khaled taha" userId="912087602c74ab8a" providerId="LiveId" clId="{58B121E7-63A7-4330-86D4-8A88A1192A57}" dt="2025-07-06T00:28:49.957" v="28614" actId="21"/>
          <ac:spMkLst>
            <pc:docMk/>
            <pc:sldMk cId="3888405924" sldId="509"/>
            <ac:spMk id="32" creationId="{9E196300-595E-A41C-F4E7-D29FACEA6535}"/>
          </ac:spMkLst>
        </pc:spChg>
        <pc:spChg chg="add mod">
          <ac:chgData name="Khaled taha" userId="912087602c74ab8a" providerId="LiveId" clId="{58B121E7-63A7-4330-86D4-8A88A1192A57}" dt="2025-07-06T01:12:14.729" v="29375" actId="20577"/>
          <ac:spMkLst>
            <pc:docMk/>
            <pc:sldMk cId="3888405924" sldId="509"/>
            <ac:spMk id="33" creationId="{54752ED9-BC4A-1FCF-755B-54E92FA83431}"/>
          </ac:spMkLst>
        </pc:spChg>
        <pc:grpChg chg="del">
          <ac:chgData name="Khaled taha" userId="912087602c74ab8a" providerId="LiveId" clId="{58B121E7-63A7-4330-86D4-8A88A1192A57}" dt="2025-07-05T23:48:55.873" v="27841" actId="478"/>
          <ac:grpSpMkLst>
            <pc:docMk/>
            <pc:sldMk cId="3888405924" sldId="509"/>
            <ac:grpSpMk id="8" creationId="{76507B2F-67CD-B112-FE0D-47768996071C}"/>
          </ac:grpSpMkLst>
        </pc:grpChg>
        <pc:picChg chg="del">
          <ac:chgData name="Khaled taha" userId="912087602c74ab8a" providerId="LiveId" clId="{58B121E7-63A7-4330-86D4-8A88A1192A57}" dt="2025-07-05T16:27:48.600" v="25233" actId="478"/>
          <ac:picMkLst>
            <pc:docMk/>
            <pc:sldMk cId="3888405924" sldId="509"/>
            <ac:picMk id="3" creationId="{CB0DCADE-0789-C9C0-5230-FE54B1209D3F}"/>
          </ac:picMkLst>
        </pc:picChg>
        <pc:picChg chg="add mod">
          <ac:chgData name="Khaled taha" userId="912087602c74ab8a" providerId="LiveId" clId="{58B121E7-63A7-4330-86D4-8A88A1192A57}" dt="2025-07-05T16:27:48.885" v="25234"/>
          <ac:picMkLst>
            <pc:docMk/>
            <pc:sldMk cId="3888405924" sldId="509"/>
            <ac:picMk id="13" creationId="{5B3196A2-0DFD-E023-198F-44BB79A203F0}"/>
          </ac:picMkLst>
        </pc:picChg>
        <pc:cxnChg chg="del">
          <ac:chgData name="Khaled taha" userId="912087602c74ab8a" providerId="LiveId" clId="{58B121E7-63A7-4330-86D4-8A88A1192A57}" dt="2025-07-05T16:27:48.600" v="25233" actId="478"/>
          <ac:cxnSpMkLst>
            <pc:docMk/>
            <pc:sldMk cId="3888405924" sldId="509"/>
            <ac:cxnSpMk id="5" creationId="{B6441570-F0E4-03F9-B20E-1413D2D1FD62}"/>
          </ac:cxnSpMkLst>
        </pc:cxnChg>
        <pc:cxnChg chg="add mod">
          <ac:chgData name="Khaled taha" userId="912087602c74ab8a" providerId="LiveId" clId="{58B121E7-63A7-4330-86D4-8A88A1192A57}" dt="2025-07-05T16:27:48.885" v="25234"/>
          <ac:cxnSpMkLst>
            <pc:docMk/>
            <pc:sldMk cId="3888405924" sldId="509"/>
            <ac:cxnSpMk id="14" creationId="{EAAA685C-99BF-F2A5-115C-24F26167AB4C}"/>
          </ac:cxnSpMkLst>
        </pc:cxnChg>
      </pc:sldChg>
      <pc:sldChg chg="add del">
        <pc:chgData name="Khaled taha" userId="912087602c74ab8a" providerId="LiveId" clId="{58B121E7-63A7-4330-86D4-8A88A1192A57}" dt="2025-07-05T15:57:27.425" v="24815"/>
        <pc:sldMkLst>
          <pc:docMk/>
          <pc:sldMk cId="65111080" sldId="510"/>
        </pc:sldMkLst>
      </pc:sldChg>
      <pc:sldChg chg="addSp delSp modSp add mod">
        <pc:chgData name="Khaled taha" userId="912087602c74ab8a" providerId="LiveId" clId="{58B121E7-63A7-4330-86D4-8A88A1192A57}" dt="2025-07-06T01:57:10.720" v="30342" actId="478"/>
        <pc:sldMkLst>
          <pc:docMk/>
          <pc:sldMk cId="2273727017" sldId="510"/>
        </pc:sldMkLst>
        <pc:spChg chg="mod topLvl">
          <ac:chgData name="Khaled taha" userId="912087602c74ab8a" providerId="LiveId" clId="{58B121E7-63A7-4330-86D4-8A88A1192A57}" dt="2025-07-05T17:16:11.429" v="25597" actId="478"/>
          <ac:spMkLst>
            <pc:docMk/>
            <pc:sldMk cId="2273727017" sldId="510"/>
            <ac:spMk id="4" creationId="{59A0872D-E855-72CF-4915-15CB2AE5973D}"/>
          </ac:spMkLst>
        </pc:spChg>
        <pc:spChg chg="add del mod topLvl">
          <ac:chgData name="Khaled taha" userId="912087602c74ab8a" providerId="LiveId" clId="{58B121E7-63A7-4330-86D4-8A88A1192A57}" dt="2025-07-05T17:16:13.562" v="25599" actId="478"/>
          <ac:spMkLst>
            <pc:docMk/>
            <pc:sldMk cId="2273727017" sldId="510"/>
            <ac:spMk id="5" creationId="{49FE128D-F52F-F49C-ED49-4816EC414159}"/>
          </ac:spMkLst>
        </pc:spChg>
        <pc:spChg chg="del mod topLvl">
          <ac:chgData name="Khaled taha" userId="912087602c74ab8a" providerId="LiveId" clId="{58B121E7-63A7-4330-86D4-8A88A1192A57}" dt="2025-07-05T17:17:17.893" v="25662" actId="478"/>
          <ac:spMkLst>
            <pc:docMk/>
            <pc:sldMk cId="2273727017" sldId="510"/>
            <ac:spMk id="7" creationId="{5D112A28-218E-4F04-A6CA-97F2E719EF6E}"/>
          </ac:spMkLst>
        </pc:spChg>
        <pc:spChg chg="mod">
          <ac:chgData name="Khaled taha" userId="912087602c74ab8a" providerId="LiveId" clId="{58B121E7-63A7-4330-86D4-8A88A1192A57}" dt="2025-07-05T17:16:11.657" v="25598"/>
          <ac:spMkLst>
            <pc:docMk/>
            <pc:sldMk cId="2273727017" sldId="510"/>
            <ac:spMk id="11" creationId="{F3F108DB-8A6B-68CB-D96B-7271B568D70E}"/>
          </ac:spMkLst>
        </pc:spChg>
        <pc:spChg chg="mod">
          <ac:chgData name="Khaled taha" userId="912087602c74ab8a" providerId="LiveId" clId="{58B121E7-63A7-4330-86D4-8A88A1192A57}" dt="2025-07-05T17:16:11.657" v="25598"/>
          <ac:spMkLst>
            <pc:docMk/>
            <pc:sldMk cId="2273727017" sldId="510"/>
            <ac:spMk id="12" creationId="{FD1A63DE-A027-5668-FA06-67327AA2AA11}"/>
          </ac:spMkLst>
        </pc:spChg>
        <pc:spChg chg="add del mod">
          <ac:chgData name="Khaled taha" userId="912087602c74ab8a" providerId="LiveId" clId="{58B121E7-63A7-4330-86D4-8A88A1192A57}" dt="2025-07-05T17:17:22.363" v="25664" actId="478"/>
          <ac:spMkLst>
            <pc:docMk/>
            <pc:sldMk cId="2273727017" sldId="510"/>
            <ac:spMk id="13" creationId="{4A1DCA6C-463E-1AC8-DC88-67D86C6B9835}"/>
          </ac:spMkLst>
        </pc:spChg>
        <pc:spChg chg="mod topLvl">
          <ac:chgData name="Khaled taha" userId="912087602c74ab8a" providerId="LiveId" clId="{58B121E7-63A7-4330-86D4-8A88A1192A57}" dt="2025-07-05T17:18:42.746" v="25678" actId="165"/>
          <ac:spMkLst>
            <pc:docMk/>
            <pc:sldMk cId="2273727017" sldId="510"/>
            <ac:spMk id="15" creationId="{619B3A07-7EE8-7B24-DFAD-54499D13DAFC}"/>
          </ac:spMkLst>
        </pc:spChg>
        <pc:spChg chg="mod topLvl">
          <ac:chgData name="Khaled taha" userId="912087602c74ab8a" providerId="LiveId" clId="{58B121E7-63A7-4330-86D4-8A88A1192A57}" dt="2025-07-05T17:18:42.746" v="25678" actId="165"/>
          <ac:spMkLst>
            <pc:docMk/>
            <pc:sldMk cId="2273727017" sldId="510"/>
            <ac:spMk id="16" creationId="{38995CC1-6FE1-071F-1E6A-B79D68B2DED4}"/>
          </ac:spMkLst>
        </pc:spChg>
        <pc:spChg chg="mod">
          <ac:chgData name="Khaled taha" userId="912087602c74ab8a" providerId="LiveId" clId="{58B121E7-63A7-4330-86D4-8A88A1192A57}" dt="2025-07-05T17:18:13.582" v="25676"/>
          <ac:spMkLst>
            <pc:docMk/>
            <pc:sldMk cId="2273727017" sldId="510"/>
            <ac:spMk id="18" creationId="{9A0E3928-49EB-83CA-24EE-88995A8285B3}"/>
          </ac:spMkLst>
        </pc:spChg>
        <pc:spChg chg="mod">
          <ac:chgData name="Khaled taha" userId="912087602c74ab8a" providerId="LiveId" clId="{58B121E7-63A7-4330-86D4-8A88A1192A57}" dt="2025-07-05T17:18:13.582" v="25676"/>
          <ac:spMkLst>
            <pc:docMk/>
            <pc:sldMk cId="2273727017" sldId="510"/>
            <ac:spMk id="19" creationId="{85DCC18F-B1CA-69E3-F533-1DED18A80B1F}"/>
          </ac:spMkLst>
        </pc:spChg>
        <pc:spChg chg="del">
          <ac:chgData name="Khaled taha" userId="912087602c74ab8a" providerId="LiveId" clId="{58B121E7-63A7-4330-86D4-8A88A1192A57}" dt="2025-07-06T00:56:50.952" v="28995" actId="478"/>
          <ac:spMkLst>
            <pc:docMk/>
            <pc:sldMk cId="2273727017" sldId="510"/>
            <ac:spMk id="21" creationId="{355D77F8-65E0-A1A9-6C00-DD1DBE2E80D6}"/>
          </ac:spMkLst>
        </pc:spChg>
        <pc:spChg chg="del mod topLvl">
          <ac:chgData name="Khaled taha" userId="912087602c74ab8a" providerId="LiveId" clId="{58B121E7-63A7-4330-86D4-8A88A1192A57}" dt="2025-07-05T17:17:07.078" v="25660" actId="478"/>
          <ac:spMkLst>
            <pc:docMk/>
            <pc:sldMk cId="2273727017" sldId="510"/>
            <ac:spMk id="22" creationId="{FC9FC4D7-53D6-8636-537C-CCD75C9B5090}"/>
          </ac:spMkLst>
        </pc:spChg>
        <pc:spChg chg="del">
          <ac:chgData name="Khaled taha" userId="912087602c74ab8a" providerId="LiveId" clId="{58B121E7-63A7-4330-86D4-8A88A1192A57}" dt="2025-07-05T17:24:48.592" v="25700" actId="478"/>
          <ac:spMkLst>
            <pc:docMk/>
            <pc:sldMk cId="2273727017" sldId="510"/>
            <ac:spMk id="23" creationId="{35721293-9C97-DCD1-5F34-E3F5DF0828F7}"/>
          </ac:spMkLst>
        </pc:spChg>
        <pc:spChg chg="del">
          <ac:chgData name="Khaled taha" userId="912087602c74ab8a" providerId="LiveId" clId="{58B121E7-63A7-4330-86D4-8A88A1192A57}" dt="2025-07-05T17:24:48.592" v="25700" actId="478"/>
          <ac:spMkLst>
            <pc:docMk/>
            <pc:sldMk cId="2273727017" sldId="510"/>
            <ac:spMk id="24" creationId="{12FFC940-8158-0AD7-7617-379BF078A8C2}"/>
          </ac:spMkLst>
        </pc:spChg>
        <pc:spChg chg="add del mod">
          <ac:chgData name="Khaled taha" userId="912087602c74ab8a" providerId="LiveId" clId="{58B121E7-63A7-4330-86D4-8A88A1192A57}" dt="2025-07-05T23:56:03.997" v="27861" actId="478"/>
          <ac:spMkLst>
            <pc:docMk/>
            <pc:sldMk cId="2273727017" sldId="510"/>
            <ac:spMk id="28" creationId="{8DEDCD62-294C-3C95-2EC1-087CA2B9B506}"/>
          </ac:spMkLst>
        </pc:spChg>
        <pc:spChg chg="del mod topLvl">
          <ac:chgData name="Khaled taha" userId="912087602c74ab8a" providerId="LiveId" clId="{58B121E7-63A7-4330-86D4-8A88A1192A57}" dt="2025-07-05T17:17:07.078" v="25660" actId="478"/>
          <ac:spMkLst>
            <pc:docMk/>
            <pc:sldMk cId="2273727017" sldId="510"/>
            <ac:spMk id="29" creationId="{804870B6-2AED-0FFF-AE95-2F9F4A5B9728}"/>
          </ac:spMkLst>
        </pc:spChg>
        <pc:spChg chg="add mod">
          <ac:chgData name="Khaled taha" userId="912087602c74ab8a" providerId="LiveId" clId="{58B121E7-63A7-4330-86D4-8A88A1192A57}" dt="2025-07-05T17:24:48.798" v="25701"/>
          <ac:spMkLst>
            <pc:docMk/>
            <pc:sldMk cId="2273727017" sldId="510"/>
            <ac:spMk id="30" creationId="{8BA58774-CAEA-76E2-48E1-8FE4092B0C66}"/>
          </ac:spMkLst>
        </pc:spChg>
        <pc:spChg chg="add mod">
          <ac:chgData name="Khaled taha" userId="912087602c74ab8a" providerId="LiveId" clId="{58B121E7-63A7-4330-86D4-8A88A1192A57}" dt="2025-07-05T17:24:48.798" v="25701"/>
          <ac:spMkLst>
            <pc:docMk/>
            <pc:sldMk cId="2273727017" sldId="510"/>
            <ac:spMk id="31" creationId="{620A0BF5-2C11-3EBF-7F82-1F13EEEA6DEF}"/>
          </ac:spMkLst>
        </pc:spChg>
        <pc:spChg chg="add mod">
          <ac:chgData name="Khaled taha" userId="912087602c74ab8a" providerId="LiveId" clId="{58B121E7-63A7-4330-86D4-8A88A1192A57}" dt="2025-07-05T17:24:48.798" v="25701"/>
          <ac:spMkLst>
            <pc:docMk/>
            <pc:sldMk cId="2273727017" sldId="510"/>
            <ac:spMk id="32" creationId="{8B04989C-4262-B22C-97BB-D474B5F54449}"/>
          </ac:spMkLst>
        </pc:spChg>
        <pc:spChg chg="add mod">
          <ac:chgData name="Khaled taha" userId="912087602c74ab8a" providerId="LiveId" clId="{58B121E7-63A7-4330-86D4-8A88A1192A57}" dt="2025-07-05T17:24:48.798" v="25701"/>
          <ac:spMkLst>
            <pc:docMk/>
            <pc:sldMk cId="2273727017" sldId="510"/>
            <ac:spMk id="33" creationId="{D254A6A7-DFAF-FBC2-726F-51F72CCDC115}"/>
          </ac:spMkLst>
        </pc:spChg>
        <pc:spChg chg="del">
          <ac:chgData name="Khaled taha" userId="912087602c74ab8a" providerId="LiveId" clId="{58B121E7-63A7-4330-86D4-8A88A1192A57}" dt="2025-07-05T17:24:48.592" v="25700" actId="478"/>
          <ac:spMkLst>
            <pc:docMk/>
            <pc:sldMk cId="2273727017" sldId="510"/>
            <ac:spMk id="34" creationId="{671C13D9-C6AF-D45E-D3E2-F7392F06EFC1}"/>
          </ac:spMkLst>
        </pc:spChg>
        <pc:spChg chg="del">
          <ac:chgData name="Khaled taha" userId="912087602c74ab8a" providerId="LiveId" clId="{58B121E7-63A7-4330-86D4-8A88A1192A57}" dt="2025-07-05T17:24:48.592" v="25700" actId="478"/>
          <ac:spMkLst>
            <pc:docMk/>
            <pc:sldMk cId="2273727017" sldId="510"/>
            <ac:spMk id="35" creationId="{C3B59F99-BE06-2EA9-E3E1-C9B4A943AC47}"/>
          </ac:spMkLst>
        </pc:spChg>
        <pc:spChg chg="del">
          <ac:chgData name="Khaled taha" userId="912087602c74ab8a" providerId="LiveId" clId="{58B121E7-63A7-4330-86D4-8A88A1192A57}" dt="2025-07-05T17:18:03.835" v="25673" actId="478"/>
          <ac:spMkLst>
            <pc:docMk/>
            <pc:sldMk cId="2273727017" sldId="510"/>
            <ac:spMk id="37" creationId="{535427A2-B366-5A29-8A71-8CC817E83D98}"/>
          </ac:spMkLst>
        </pc:spChg>
        <pc:spChg chg="del mod">
          <ac:chgData name="Khaled taha" userId="912087602c74ab8a" providerId="LiveId" clId="{58B121E7-63A7-4330-86D4-8A88A1192A57}" dt="2025-07-05T17:18:09.229" v="25675" actId="478"/>
          <ac:spMkLst>
            <pc:docMk/>
            <pc:sldMk cId="2273727017" sldId="510"/>
            <ac:spMk id="38" creationId="{2EFFE5ED-C978-7EAF-7CE3-9D58FCBACF7C}"/>
          </ac:spMkLst>
        </pc:spChg>
        <pc:spChg chg="add mod">
          <ac:chgData name="Khaled taha" userId="912087602c74ab8a" providerId="LiveId" clId="{58B121E7-63A7-4330-86D4-8A88A1192A57}" dt="2025-07-05T23:56:04.157" v="27862"/>
          <ac:spMkLst>
            <pc:docMk/>
            <pc:sldMk cId="2273727017" sldId="510"/>
            <ac:spMk id="39" creationId="{6B83000A-74FA-9059-1A34-555D67931996}"/>
          </ac:spMkLst>
        </pc:spChg>
        <pc:spChg chg="add mod">
          <ac:chgData name="Khaled taha" userId="912087602c74ab8a" providerId="LiveId" clId="{58B121E7-63A7-4330-86D4-8A88A1192A57}" dt="2025-07-06T00:56:51.209" v="28996"/>
          <ac:spMkLst>
            <pc:docMk/>
            <pc:sldMk cId="2273727017" sldId="510"/>
            <ac:spMk id="40" creationId="{56423B0B-7F2F-1258-5DA5-2945CA110CF6}"/>
          </ac:spMkLst>
        </pc:spChg>
        <pc:grpChg chg="add del mod">
          <ac:chgData name="Khaled taha" userId="912087602c74ab8a" providerId="LiveId" clId="{58B121E7-63A7-4330-86D4-8A88A1192A57}" dt="2025-07-05T17:17:07.078" v="25660" actId="478"/>
          <ac:grpSpMkLst>
            <pc:docMk/>
            <pc:sldMk cId="2273727017" sldId="510"/>
            <ac:grpSpMk id="2" creationId="{BBE42A8B-BF39-F709-4003-10AF0F55B4AF}"/>
          </ac:grpSpMkLst>
        </pc:grpChg>
        <pc:grpChg chg="add del mod">
          <ac:chgData name="Khaled taha" userId="912087602c74ab8a" providerId="LiveId" clId="{58B121E7-63A7-4330-86D4-8A88A1192A57}" dt="2025-07-05T17:16:13.562" v="25599" actId="478"/>
          <ac:grpSpMkLst>
            <pc:docMk/>
            <pc:sldMk cId="2273727017" sldId="510"/>
            <ac:grpSpMk id="3" creationId="{E3CE4498-05ED-772B-B439-58E911477D36}"/>
          </ac:grpSpMkLst>
        </pc:grpChg>
        <pc:grpChg chg="add mod">
          <ac:chgData name="Khaled taha" userId="912087602c74ab8a" providerId="LiveId" clId="{58B121E7-63A7-4330-86D4-8A88A1192A57}" dt="2025-07-05T17:16:11.657" v="25598"/>
          <ac:grpSpMkLst>
            <pc:docMk/>
            <pc:sldMk cId="2273727017" sldId="510"/>
            <ac:grpSpMk id="6" creationId="{2EFCFEEB-713A-6741-86B1-B2F3C2220264}"/>
          </ac:grpSpMkLst>
        </pc:grpChg>
        <pc:grpChg chg="del">
          <ac:chgData name="Khaled taha" userId="912087602c74ab8a" providerId="LiveId" clId="{58B121E7-63A7-4330-86D4-8A88A1192A57}" dt="2025-07-06T01:57:10.720" v="30342" actId="478"/>
          <ac:grpSpMkLst>
            <pc:docMk/>
            <pc:sldMk cId="2273727017" sldId="510"/>
            <ac:grpSpMk id="8" creationId="{793DB160-91A6-9E13-0035-4B9A97AD0D29}"/>
          </ac:grpSpMkLst>
        </pc:grpChg>
        <pc:grpChg chg="add del mod">
          <ac:chgData name="Khaled taha" userId="912087602c74ab8a" providerId="LiveId" clId="{58B121E7-63A7-4330-86D4-8A88A1192A57}" dt="2025-07-05T17:18:42.746" v="25678" actId="165"/>
          <ac:grpSpMkLst>
            <pc:docMk/>
            <pc:sldMk cId="2273727017" sldId="510"/>
            <ac:grpSpMk id="14" creationId="{0B456816-2346-BF01-29DC-A09D7A256AAE}"/>
          </ac:grpSpMkLst>
        </pc:grpChg>
        <pc:grpChg chg="add mod">
          <ac:chgData name="Khaled taha" userId="912087602c74ab8a" providerId="LiveId" clId="{58B121E7-63A7-4330-86D4-8A88A1192A57}" dt="2025-07-05T17:18:13.582" v="25676"/>
          <ac:grpSpMkLst>
            <pc:docMk/>
            <pc:sldMk cId="2273727017" sldId="510"/>
            <ac:grpSpMk id="17" creationId="{5BEDB781-BA28-775F-22D1-0BFD76064749}"/>
          </ac:grpSpMkLst>
        </pc:grpChg>
        <pc:grpChg chg="del">
          <ac:chgData name="Khaled taha" userId="912087602c74ab8a" providerId="LiveId" clId="{58B121E7-63A7-4330-86D4-8A88A1192A57}" dt="2025-07-05T17:15:24.012" v="25591" actId="165"/>
          <ac:grpSpMkLst>
            <pc:docMk/>
            <pc:sldMk cId="2273727017" sldId="510"/>
            <ac:grpSpMk id="36" creationId="{42F780DA-6E4D-15F2-64CD-B398674B1128}"/>
          </ac:grpSpMkLst>
        </pc:grpChg>
      </pc:sldChg>
      <pc:sldChg chg="add del">
        <pc:chgData name="Khaled taha" userId="912087602c74ab8a" providerId="LiveId" clId="{58B121E7-63A7-4330-86D4-8A88A1192A57}" dt="2025-07-05T16:39:40.182" v="25405"/>
        <pc:sldMkLst>
          <pc:docMk/>
          <pc:sldMk cId="2648812438" sldId="510"/>
        </pc:sldMkLst>
      </pc:sldChg>
      <pc:sldChg chg="addSp delSp modSp add mod">
        <pc:chgData name="Khaled taha" userId="912087602c74ab8a" providerId="LiveId" clId="{58B121E7-63A7-4330-86D4-8A88A1192A57}" dt="2025-07-06T01:57:12.613" v="30343" actId="478"/>
        <pc:sldMkLst>
          <pc:docMk/>
          <pc:sldMk cId="355125559" sldId="511"/>
        </pc:sldMkLst>
        <pc:spChg chg="add del mod">
          <ac:chgData name="Khaled taha" userId="912087602c74ab8a" providerId="LiveId" clId="{58B121E7-63A7-4330-86D4-8A88A1192A57}" dt="2025-07-05T23:55:55.330" v="27859" actId="478"/>
          <ac:spMkLst>
            <pc:docMk/>
            <pc:sldMk cId="355125559" sldId="511"/>
            <ac:spMk id="2" creationId="{5F69AE68-B4CF-7AF8-B55E-6AB35A4B17F9}"/>
          </ac:spMkLst>
        </pc:spChg>
        <pc:spChg chg="add mod">
          <ac:chgData name="Khaled taha" userId="912087602c74ab8a" providerId="LiveId" clId="{58B121E7-63A7-4330-86D4-8A88A1192A57}" dt="2025-07-05T17:28:52.653" v="25720"/>
          <ac:spMkLst>
            <pc:docMk/>
            <pc:sldMk cId="355125559" sldId="511"/>
            <ac:spMk id="3" creationId="{2B2E34C1-588D-B1D9-8F71-3F0DB722B419}"/>
          </ac:spMkLst>
        </pc:spChg>
        <pc:spChg chg="add mod">
          <ac:chgData name="Khaled taha" userId="912087602c74ab8a" providerId="LiveId" clId="{58B121E7-63A7-4330-86D4-8A88A1192A57}" dt="2025-07-05T23:55:55.549" v="27860"/>
          <ac:spMkLst>
            <pc:docMk/>
            <pc:sldMk cId="355125559" sldId="511"/>
            <ac:spMk id="4" creationId="{F6CA55FF-0599-2340-C31A-DA2E414FE2EA}"/>
          </ac:spMkLst>
        </pc:spChg>
        <pc:spChg chg="add mod">
          <ac:chgData name="Khaled taha" userId="912087602c74ab8a" providerId="LiveId" clId="{58B121E7-63A7-4330-86D4-8A88A1192A57}" dt="2025-07-05T23:55:55.549" v="27860"/>
          <ac:spMkLst>
            <pc:docMk/>
            <pc:sldMk cId="355125559" sldId="511"/>
            <ac:spMk id="5" creationId="{C032F1E4-8778-1F6E-F01F-387B639C196E}"/>
          </ac:spMkLst>
        </pc:spChg>
        <pc:spChg chg="add mod">
          <ac:chgData name="Khaled taha" userId="912087602c74ab8a" providerId="LiveId" clId="{58B121E7-63A7-4330-86D4-8A88A1192A57}" dt="2025-07-06T00:56:46.514" v="28994"/>
          <ac:spMkLst>
            <pc:docMk/>
            <pc:sldMk cId="355125559" sldId="511"/>
            <ac:spMk id="6" creationId="{29FBB622-31BC-88A1-72F2-09580CAFEA97}"/>
          </ac:spMkLst>
        </pc:spChg>
        <pc:spChg chg="del">
          <ac:chgData name="Khaled taha" userId="912087602c74ab8a" providerId="LiveId" clId="{58B121E7-63A7-4330-86D4-8A88A1192A57}" dt="2025-07-06T00:56:46.324" v="28993" actId="478"/>
          <ac:spMkLst>
            <pc:docMk/>
            <pc:sldMk cId="355125559" sldId="511"/>
            <ac:spMk id="21" creationId="{CDAA72F0-2392-DA96-2D97-EAB9D2904AA2}"/>
          </ac:spMkLst>
        </pc:spChg>
        <pc:spChg chg="del">
          <ac:chgData name="Khaled taha" userId="912087602c74ab8a" providerId="LiveId" clId="{58B121E7-63A7-4330-86D4-8A88A1192A57}" dt="2025-07-05T23:55:55.330" v="27859" actId="478"/>
          <ac:spMkLst>
            <pc:docMk/>
            <pc:sldMk cId="355125559" sldId="511"/>
            <ac:spMk id="28" creationId="{6876D255-36E9-B2B3-8AC6-09FF1D265AF2}"/>
          </ac:spMkLst>
        </pc:spChg>
        <pc:spChg chg="del">
          <ac:chgData name="Khaled taha" userId="912087602c74ab8a" providerId="LiveId" clId="{58B121E7-63A7-4330-86D4-8A88A1192A57}" dt="2025-07-05T17:28:44.902" v="25718" actId="478"/>
          <ac:spMkLst>
            <pc:docMk/>
            <pc:sldMk cId="355125559" sldId="511"/>
            <ac:spMk id="32" creationId="{377C9320-EE8E-6926-021B-B43265E8A263}"/>
          </ac:spMkLst>
        </pc:spChg>
        <pc:grpChg chg="del">
          <ac:chgData name="Khaled taha" userId="912087602c74ab8a" providerId="LiveId" clId="{58B121E7-63A7-4330-86D4-8A88A1192A57}" dt="2025-07-06T01:57:12.613" v="30343" actId="478"/>
          <ac:grpSpMkLst>
            <pc:docMk/>
            <pc:sldMk cId="355125559" sldId="511"/>
            <ac:grpSpMk id="8" creationId="{B224B7CF-00AC-9F46-EF2F-7DEF82C558E0}"/>
          </ac:grpSpMkLst>
        </pc:grpChg>
      </pc:sldChg>
      <pc:sldChg chg="addSp delSp modSp add mod">
        <pc:chgData name="Khaled taha" userId="912087602c74ab8a" providerId="LiveId" clId="{58B121E7-63A7-4330-86D4-8A88A1192A57}" dt="2025-07-06T01:57:14.147" v="30344" actId="478"/>
        <pc:sldMkLst>
          <pc:docMk/>
          <pc:sldMk cId="47356369" sldId="512"/>
        </pc:sldMkLst>
        <pc:spChg chg="add mod">
          <ac:chgData name="Khaled taha" userId="912087602c74ab8a" providerId="LiveId" clId="{58B121E7-63A7-4330-86D4-8A88A1192A57}" dt="2025-07-05T17:47:51.120" v="25749" actId="1076"/>
          <ac:spMkLst>
            <pc:docMk/>
            <pc:sldMk cId="47356369" sldId="512"/>
            <ac:spMk id="3" creationId="{F153D034-CAEC-FC1B-2A27-5DBCE66CC469}"/>
          </ac:spMkLst>
        </pc:spChg>
        <pc:spChg chg="add mod">
          <ac:chgData name="Khaled taha" userId="912087602c74ab8a" providerId="LiveId" clId="{58B121E7-63A7-4330-86D4-8A88A1192A57}" dt="2025-07-05T17:53:38.878" v="25767" actId="122"/>
          <ac:spMkLst>
            <pc:docMk/>
            <pc:sldMk cId="47356369" sldId="512"/>
            <ac:spMk id="5" creationId="{4650D942-2200-A46C-7B6F-1D5640D2ADC3}"/>
          </ac:spMkLst>
        </pc:spChg>
        <pc:spChg chg="add del mod">
          <ac:chgData name="Khaled taha" userId="912087602c74ab8a" providerId="LiveId" clId="{58B121E7-63A7-4330-86D4-8A88A1192A57}" dt="2025-07-06T00:56:38.859" v="28992" actId="478"/>
          <ac:spMkLst>
            <pc:docMk/>
            <pc:sldMk cId="47356369" sldId="512"/>
            <ac:spMk id="6" creationId="{7678CE66-FF34-D8A9-7094-A4312F2B0632}"/>
          </ac:spMkLst>
        </pc:spChg>
        <pc:spChg chg="add mod">
          <ac:chgData name="Khaled taha" userId="912087602c74ab8a" providerId="LiveId" clId="{58B121E7-63A7-4330-86D4-8A88A1192A57}" dt="2025-07-06T00:56:34.491" v="28990"/>
          <ac:spMkLst>
            <pc:docMk/>
            <pc:sldMk cId="47356369" sldId="512"/>
            <ac:spMk id="7" creationId="{FB98088E-B41D-5FE7-0E12-8B51654AE3EE}"/>
          </ac:spMkLst>
        </pc:spChg>
        <pc:spChg chg="mod">
          <ac:chgData name="Khaled taha" userId="912087602c74ab8a" providerId="LiveId" clId="{58B121E7-63A7-4330-86D4-8A88A1192A57}" dt="2025-07-05T17:48:03.764" v="25752" actId="1076"/>
          <ac:spMkLst>
            <pc:docMk/>
            <pc:sldMk cId="47356369" sldId="512"/>
            <ac:spMk id="15" creationId="{036B86D1-F9CB-9B4E-C7E7-40F8437156F1}"/>
          </ac:spMkLst>
        </pc:spChg>
        <pc:spChg chg="del mod">
          <ac:chgData name="Khaled taha" userId="912087602c74ab8a" providerId="LiveId" clId="{58B121E7-63A7-4330-86D4-8A88A1192A57}" dt="2025-07-05T23:51:18.331" v="27842" actId="478"/>
          <ac:spMkLst>
            <pc:docMk/>
            <pc:sldMk cId="47356369" sldId="512"/>
            <ac:spMk id="21" creationId="{D0B33C7F-4050-9315-F16F-AA986B8DAB9D}"/>
          </ac:spMkLst>
        </pc:spChg>
        <pc:spChg chg="mod">
          <ac:chgData name="Khaled taha" userId="912087602c74ab8a" providerId="LiveId" clId="{58B121E7-63A7-4330-86D4-8A88A1192A57}" dt="2025-07-05T17:49:28.315" v="25762" actId="1076"/>
          <ac:spMkLst>
            <pc:docMk/>
            <pc:sldMk cId="47356369" sldId="512"/>
            <ac:spMk id="28" creationId="{9FE10688-8F8D-9DDA-8F23-F552AF4CC2CE}"/>
          </ac:spMkLst>
        </pc:spChg>
        <pc:spChg chg="mod">
          <ac:chgData name="Khaled taha" userId="912087602c74ab8a" providerId="LiveId" clId="{58B121E7-63A7-4330-86D4-8A88A1192A57}" dt="2025-07-05T17:49:07.495" v="25759" actId="1076"/>
          <ac:spMkLst>
            <pc:docMk/>
            <pc:sldMk cId="47356369" sldId="512"/>
            <ac:spMk id="31" creationId="{FC0E0060-5C40-63F8-6C32-08480E3CFE9A}"/>
          </ac:spMkLst>
        </pc:spChg>
        <pc:spChg chg="mod">
          <ac:chgData name="Khaled taha" userId="912087602c74ab8a" providerId="LiveId" clId="{58B121E7-63A7-4330-86D4-8A88A1192A57}" dt="2025-07-05T17:25:22.425" v="25706" actId="1076"/>
          <ac:spMkLst>
            <pc:docMk/>
            <pc:sldMk cId="47356369" sldId="512"/>
            <ac:spMk id="32" creationId="{CA4EEC9D-4F21-5DAC-E6BC-3BF80050B3F7}"/>
          </ac:spMkLst>
        </pc:spChg>
        <pc:spChg chg="mod">
          <ac:chgData name="Khaled taha" userId="912087602c74ab8a" providerId="LiveId" clId="{58B121E7-63A7-4330-86D4-8A88A1192A57}" dt="2025-07-05T17:31:07.462" v="25722" actId="1076"/>
          <ac:spMkLst>
            <pc:docMk/>
            <pc:sldMk cId="47356369" sldId="512"/>
            <ac:spMk id="33" creationId="{201A9C80-8303-C539-5CA0-1C7A4FFBB2AE}"/>
          </ac:spMkLst>
        </pc:spChg>
        <pc:grpChg chg="del">
          <ac:chgData name="Khaled taha" userId="912087602c74ab8a" providerId="LiveId" clId="{58B121E7-63A7-4330-86D4-8A88A1192A57}" dt="2025-07-06T01:57:14.147" v="30344" actId="478"/>
          <ac:grpSpMkLst>
            <pc:docMk/>
            <pc:sldMk cId="47356369" sldId="512"/>
            <ac:grpSpMk id="8" creationId="{98FCBE4F-7595-B746-098F-D361009F4362}"/>
          </ac:grpSpMkLst>
        </pc:grpChg>
      </pc:sldChg>
      <pc:sldChg chg="addSp modSp add del mod">
        <pc:chgData name="Khaled taha" userId="912087602c74ab8a" providerId="LiveId" clId="{58B121E7-63A7-4330-86D4-8A88A1192A57}" dt="2025-07-05T21:09:02.592" v="26294" actId="47"/>
        <pc:sldMkLst>
          <pc:docMk/>
          <pc:sldMk cId="1922153391" sldId="513"/>
        </pc:sldMkLst>
        <pc:spChg chg="mod">
          <ac:chgData name="Khaled taha" userId="912087602c74ab8a" providerId="LiveId" clId="{58B121E7-63A7-4330-86D4-8A88A1192A57}" dt="2025-07-05T18:03:42.132" v="25853" actId="20577"/>
          <ac:spMkLst>
            <pc:docMk/>
            <pc:sldMk cId="1922153391" sldId="513"/>
            <ac:spMk id="23" creationId="{C18489E1-D984-1059-99AA-F2EE51FA23D8}"/>
          </ac:spMkLst>
        </pc:spChg>
        <pc:picChg chg="add mod">
          <ac:chgData name="Khaled taha" userId="912087602c74ab8a" providerId="LiveId" clId="{58B121E7-63A7-4330-86D4-8A88A1192A57}" dt="2025-07-05T20:56:48.014" v="26290"/>
          <ac:picMkLst>
            <pc:docMk/>
            <pc:sldMk cId="1922153391" sldId="513"/>
            <ac:picMk id="2" creationId="{51863FFD-9075-9322-F6A2-F580C1D4B5DC}"/>
          </ac:picMkLst>
        </pc:picChg>
      </pc:sldChg>
      <pc:sldChg chg="addSp delSp modSp new del mod ord modTransition">
        <pc:chgData name="Khaled taha" userId="912087602c74ab8a" providerId="LiveId" clId="{58B121E7-63A7-4330-86D4-8A88A1192A57}" dt="2025-07-06T04:30:25.933" v="32703" actId="47"/>
        <pc:sldMkLst>
          <pc:docMk/>
          <pc:sldMk cId="1348098004" sldId="514"/>
        </pc:sldMkLst>
        <pc:spChg chg="del">
          <ac:chgData name="Khaled taha" userId="912087602c74ab8a" providerId="LiveId" clId="{58B121E7-63A7-4330-86D4-8A88A1192A57}" dt="2025-07-05T18:31:54.132" v="26104" actId="478"/>
          <ac:spMkLst>
            <pc:docMk/>
            <pc:sldMk cId="1348098004" sldId="514"/>
            <ac:spMk id="2" creationId="{C04C2E7C-E61E-026E-031E-DB2F255B239C}"/>
          </ac:spMkLst>
        </pc:spChg>
        <pc:spChg chg="del">
          <ac:chgData name="Khaled taha" userId="912087602c74ab8a" providerId="LiveId" clId="{58B121E7-63A7-4330-86D4-8A88A1192A57}" dt="2025-07-05T18:31:54.132" v="26104" actId="478"/>
          <ac:spMkLst>
            <pc:docMk/>
            <pc:sldMk cId="1348098004" sldId="514"/>
            <ac:spMk id="3" creationId="{9A578771-BB9C-BF5C-D80A-638612341349}"/>
          </ac:spMkLst>
        </pc:spChg>
        <pc:spChg chg="add del mod">
          <ac:chgData name="Khaled taha" userId="912087602c74ab8a" providerId="LiveId" clId="{58B121E7-63A7-4330-86D4-8A88A1192A57}" dt="2025-07-05T23:35:39.806" v="27736" actId="478"/>
          <ac:spMkLst>
            <pc:docMk/>
            <pc:sldMk cId="1348098004" sldId="514"/>
            <ac:spMk id="4" creationId="{A1895CF9-E086-7D6A-1CF2-E8636E38830B}"/>
          </ac:spMkLst>
        </pc:spChg>
        <pc:spChg chg="add del mod">
          <ac:chgData name="Khaled taha" userId="912087602c74ab8a" providerId="LiveId" clId="{58B121E7-63A7-4330-86D4-8A88A1192A57}" dt="2025-07-05T18:45:04.054" v="26231" actId="21"/>
          <ac:spMkLst>
            <pc:docMk/>
            <pc:sldMk cId="1348098004" sldId="514"/>
            <ac:spMk id="5" creationId="{D8A4090A-9712-C53F-0E33-2CE2CCC17341}"/>
          </ac:spMkLst>
        </pc:spChg>
        <pc:spChg chg="add del">
          <ac:chgData name="Khaled taha" userId="912087602c74ab8a" providerId="LiveId" clId="{58B121E7-63A7-4330-86D4-8A88A1192A57}" dt="2025-07-05T18:46:52.654" v="26261" actId="478"/>
          <ac:spMkLst>
            <pc:docMk/>
            <pc:sldMk cId="1348098004" sldId="514"/>
            <ac:spMk id="6" creationId="{0C1124BE-4FC4-9E89-2E1F-DE5CCC47BD00}"/>
          </ac:spMkLst>
        </pc:spChg>
        <pc:spChg chg="add del mod">
          <ac:chgData name="Khaled taha" userId="912087602c74ab8a" providerId="LiveId" clId="{58B121E7-63A7-4330-86D4-8A88A1192A57}" dt="2025-07-05T23:35:39.806" v="27736" actId="478"/>
          <ac:spMkLst>
            <pc:docMk/>
            <pc:sldMk cId="1348098004" sldId="514"/>
            <ac:spMk id="7" creationId="{5F190384-0624-E5E5-960D-D2B3A2F76178}"/>
          </ac:spMkLst>
        </pc:spChg>
        <pc:spChg chg="add del mod">
          <ac:chgData name="Khaled taha" userId="912087602c74ab8a" providerId="LiveId" clId="{58B121E7-63A7-4330-86D4-8A88A1192A57}" dt="2025-07-05T23:35:39.806" v="27736" actId="478"/>
          <ac:spMkLst>
            <pc:docMk/>
            <pc:sldMk cId="1348098004" sldId="514"/>
            <ac:spMk id="8" creationId="{8E18F5C0-FB48-803A-AE8F-778DFBA8C758}"/>
          </ac:spMkLst>
        </pc:spChg>
        <pc:spChg chg="add mod">
          <ac:chgData name="Khaled taha" userId="912087602c74ab8a" providerId="LiveId" clId="{58B121E7-63A7-4330-86D4-8A88A1192A57}" dt="2025-07-05T18:31:49.616" v="26103"/>
          <ac:spMkLst>
            <pc:docMk/>
            <pc:sldMk cId="1348098004" sldId="514"/>
            <ac:spMk id="32" creationId="{A4357C47-BDE1-64A5-3F1E-34C480600368}"/>
          </ac:spMkLst>
        </pc:spChg>
        <pc:spChg chg="add del mod">
          <ac:chgData name="Khaled taha" userId="912087602c74ab8a" providerId="LiveId" clId="{58B121E7-63A7-4330-86D4-8A88A1192A57}" dt="2025-07-06T02:15:59.078" v="30753"/>
          <ac:spMkLst>
            <pc:docMk/>
            <pc:sldMk cId="1348098004" sldId="514"/>
            <ac:spMk id="71" creationId="{CC854FBF-07E8-376C-9577-C731B3D2AB39}"/>
          </ac:spMkLst>
        </pc:spChg>
        <pc:spChg chg="add del mod">
          <ac:chgData name="Khaled taha" userId="912087602c74ab8a" providerId="LiveId" clId="{58B121E7-63A7-4330-86D4-8A88A1192A57}" dt="2025-07-06T02:15:59.078" v="30753"/>
          <ac:spMkLst>
            <pc:docMk/>
            <pc:sldMk cId="1348098004" sldId="514"/>
            <ac:spMk id="72" creationId="{A16ACC07-CA25-FEDD-2020-CCF672EAF588}"/>
          </ac:spMkLst>
        </pc:spChg>
        <pc:spChg chg="add mod">
          <ac:chgData name="Khaled taha" userId="912087602c74ab8a" providerId="LiveId" clId="{58B121E7-63A7-4330-86D4-8A88A1192A57}" dt="2025-07-06T02:15:07.529" v="30740" actId="688"/>
          <ac:spMkLst>
            <pc:docMk/>
            <pc:sldMk cId="1348098004" sldId="514"/>
            <ac:spMk id="73" creationId="{B74625B5-A5BA-83DA-E4AE-B8B1C1299BAD}"/>
          </ac:spMkLst>
        </pc:spChg>
        <pc:spChg chg="add mod">
          <ac:chgData name="Khaled taha" userId="912087602c74ab8a" providerId="LiveId" clId="{58B121E7-63A7-4330-86D4-8A88A1192A57}" dt="2025-07-06T02:15:54.104" v="30752" actId="1076"/>
          <ac:spMkLst>
            <pc:docMk/>
            <pc:sldMk cId="1348098004" sldId="514"/>
            <ac:spMk id="74" creationId="{C3B4E3B3-872A-E0DF-1D19-BB0C86672B5F}"/>
          </ac:spMkLst>
        </pc:spChg>
        <pc:spChg chg="del">
          <ac:chgData name="Khaled taha" userId="912087602c74ab8a" providerId="LiveId" clId="{58B121E7-63A7-4330-86D4-8A88A1192A57}" dt="2025-07-06T02:16:16.842" v="30757" actId="478"/>
          <ac:spMkLst>
            <pc:docMk/>
            <pc:sldMk cId="1348098004" sldId="514"/>
            <ac:spMk id="75" creationId="{20926BE6-B1E2-9AE1-CA12-64ACA235C326}"/>
          </ac:spMkLst>
        </pc:spChg>
        <pc:spChg chg="del mod">
          <ac:chgData name="Khaled taha" userId="912087602c74ab8a" providerId="LiveId" clId="{58B121E7-63A7-4330-86D4-8A88A1192A57}" dt="2025-07-06T02:57:29.398" v="31470" actId="478"/>
          <ac:spMkLst>
            <pc:docMk/>
            <pc:sldMk cId="1348098004" sldId="514"/>
            <ac:spMk id="76" creationId="{7386E1B7-4CFC-53E5-A174-19E2C386B3B9}"/>
          </ac:spMkLst>
        </pc:spChg>
        <pc:spChg chg="del mod">
          <ac:chgData name="Khaled taha" userId="912087602c74ab8a" providerId="LiveId" clId="{58B121E7-63A7-4330-86D4-8A88A1192A57}" dt="2025-07-06T02:16:04.521" v="30754" actId="478"/>
          <ac:spMkLst>
            <pc:docMk/>
            <pc:sldMk cId="1348098004" sldId="514"/>
            <ac:spMk id="77" creationId="{55C72360-C476-83A4-9813-D9D5340D9E8B}"/>
          </ac:spMkLst>
        </pc:spChg>
        <pc:spChg chg="del mod">
          <ac:chgData name="Khaled taha" userId="912087602c74ab8a" providerId="LiveId" clId="{58B121E7-63A7-4330-86D4-8A88A1192A57}" dt="2025-07-06T02:57:29.398" v="31470" actId="478"/>
          <ac:spMkLst>
            <pc:docMk/>
            <pc:sldMk cId="1348098004" sldId="514"/>
            <ac:spMk id="78" creationId="{F9901081-DF5F-90FE-4B92-F13B7FA9E2F6}"/>
          </ac:spMkLst>
        </pc:spChg>
        <pc:spChg chg="del">
          <ac:chgData name="Khaled taha" userId="912087602c74ab8a" providerId="LiveId" clId="{58B121E7-63A7-4330-86D4-8A88A1192A57}" dt="2025-07-06T02:16:04.521" v="30754" actId="478"/>
          <ac:spMkLst>
            <pc:docMk/>
            <pc:sldMk cId="1348098004" sldId="514"/>
            <ac:spMk id="79" creationId="{DE4A5D28-697A-291B-3980-80730BA29838}"/>
          </ac:spMkLst>
        </pc:spChg>
        <pc:spChg chg="del mod">
          <ac:chgData name="Khaled taha" userId="912087602c74ab8a" providerId="LiveId" clId="{58B121E7-63A7-4330-86D4-8A88A1192A57}" dt="2025-07-06T02:16:04.521" v="30754" actId="478"/>
          <ac:spMkLst>
            <pc:docMk/>
            <pc:sldMk cId="1348098004" sldId="514"/>
            <ac:spMk id="80" creationId="{8FE0D486-600F-16EF-3A3B-1F548C9B4223}"/>
          </ac:spMkLst>
        </pc:spChg>
        <pc:spChg chg="del">
          <ac:chgData name="Khaled taha" userId="912087602c74ab8a" providerId="LiveId" clId="{58B121E7-63A7-4330-86D4-8A88A1192A57}" dt="2025-07-06T02:16:04.521" v="30754" actId="478"/>
          <ac:spMkLst>
            <pc:docMk/>
            <pc:sldMk cId="1348098004" sldId="514"/>
            <ac:spMk id="81" creationId="{B2490148-499A-2CAB-AFEA-C39AF9C22027}"/>
          </ac:spMkLst>
        </pc:spChg>
        <pc:spChg chg="del">
          <ac:chgData name="Khaled taha" userId="912087602c74ab8a" providerId="LiveId" clId="{58B121E7-63A7-4330-86D4-8A88A1192A57}" dt="2025-07-06T02:16:08.394" v="30755" actId="478"/>
          <ac:spMkLst>
            <pc:docMk/>
            <pc:sldMk cId="1348098004" sldId="514"/>
            <ac:spMk id="82" creationId="{2E59F7A0-66F6-3547-7DB5-8B303829E548}"/>
          </ac:spMkLst>
        </pc:spChg>
        <pc:spChg chg="del">
          <ac:chgData name="Khaled taha" userId="912087602c74ab8a" providerId="LiveId" clId="{58B121E7-63A7-4330-86D4-8A88A1192A57}" dt="2025-07-06T02:16:04.521" v="30754" actId="478"/>
          <ac:spMkLst>
            <pc:docMk/>
            <pc:sldMk cId="1348098004" sldId="514"/>
            <ac:spMk id="83" creationId="{EFF013A6-58D0-83AC-4545-2636D5BD89A9}"/>
          </ac:spMkLst>
        </pc:spChg>
        <pc:spChg chg="del mod">
          <ac:chgData name="Khaled taha" userId="912087602c74ab8a" providerId="LiveId" clId="{58B121E7-63A7-4330-86D4-8A88A1192A57}" dt="2025-07-06T02:57:29.398" v="31470" actId="478"/>
          <ac:spMkLst>
            <pc:docMk/>
            <pc:sldMk cId="1348098004" sldId="514"/>
            <ac:spMk id="84" creationId="{88C157BE-FBBB-1E92-7E42-DAB9672212B0}"/>
          </ac:spMkLst>
        </pc:spChg>
        <pc:spChg chg="del mod">
          <ac:chgData name="Khaled taha" userId="912087602c74ab8a" providerId="LiveId" clId="{58B121E7-63A7-4330-86D4-8A88A1192A57}" dt="2025-07-06T02:57:29.398" v="31470" actId="478"/>
          <ac:spMkLst>
            <pc:docMk/>
            <pc:sldMk cId="1348098004" sldId="514"/>
            <ac:spMk id="85" creationId="{2AAE66FB-7C2F-B61C-742D-A2FA0624D1A4}"/>
          </ac:spMkLst>
        </pc:spChg>
        <pc:spChg chg="del">
          <ac:chgData name="Khaled taha" userId="912087602c74ab8a" providerId="LiveId" clId="{58B121E7-63A7-4330-86D4-8A88A1192A57}" dt="2025-07-06T02:16:19.512" v="30758" actId="478"/>
          <ac:spMkLst>
            <pc:docMk/>
            <pc:sldMk cId="1348098004" sldId="514"/>
            <ac:spMk id="86" creationId="{7DF3013E-149E-0B80-D0BD-12D71079C28A}"/>
          </ac:spMkLst>
        </pc:spChg>
        <pc:spChg chg="del mod">
          <ac:chgData name="Khaled taha" userId="912087602c74ab8a" providerId="LiveId" clId="{58B121E7-63A7-4330-86D4-8A88A1192A57}" dt="2025-07-06T02:16:16.842" v="30757" actId="478"/>
          <ac:spMkLst>
            <pc:docMk/>
            <pc:sldMk cId="1348098004" sldId="514"/>
            <ac:spMk id="87" creationId="{F13DE791-6BCC-81A0-FB44-B3A5F04DBC95}"/>
          </ac:spMkLst>
        </pc:spChg>
        <pc:spChg chg="del">
          <ac:chgData name="Khaled taha" userId="912087602c74ab8a" providerId="LiveId" clId="{58B121E7-63A7-4330-86D4-8A88A1192A57}" dt="2025-07-06T02:16:13.251" v="30756" actId="478"/>
          <ac:spMkLst>
            <pc:docMk/>
            <pc:sldMk cId="1348098004" sldId="514"/>
            <ac:spMk id="88" creationId="{B446D547-9360-B502-78FC-BCEF27542C27}"/>
          </ac:spMkLst>
        </pc:spChg>
        <pc:spChg chg="del">
          <ac:chgData name="Khaled taha" userId="912087602c74ab8a" providerId="LiveId" clId="{58B121E7-63A7-4330-86D4-8A88A1192A57}" dt="2025-07-06T02:16:13.251" v="30756" actId="478"/>
          <ac:spMkLst>
            <pc:docMk/>
            <pc:sldMk cId="1348098004" sldId="514"/>
            <ac:spMk id="89" creationId="{884E735F-B621-307B-EE1D-B4ADE22FFABB}"/>
          </ac:spMkLst>
        </pc:spChg>
        <pc:spChg chg="del mod">
          <ac:chgData name="Khaled taha" userId="912087602c74ab8a" providerId="LiveId" clId="{58B121E7-63A7-4330-86D4-8A88A1192A57}" dt="2025-07-06T02:16:08.394" v="30755" actId="478"/>
          <ac:spMkLst>
            <pc:docMk/>
            <pc:sldMk cId="1348098004" sldId="514"/>
            <ac:spMk id="90" creationId="{5B810761-F498-6C4F-4C17-6A4A0F94CDDD}"/>
          </ac:spMkLst>
        </pc:spChg>
        <pc:spChg chg="del mod">
          <ac:chgData name="Khaled taha" userId="912087602c74ab8a" providerId="LiveId" clId="{58B121E7-63A7-4330-86D4-8A88A1192A57}" dt="2025-07-06T02:16:13.251" v="30756" actId="478"/>
          <ac:spMkLst>
            <pc:docMk/>
            <pc:sldMk cId="1348098004" sldId="514"/>
            <ac:spMk id="91" creationId="{8FA305D6-0948-5D8F-AF45-0FFAA6FFB7BB}"/>
          </ac:spMkLst>
        </pc:spChg>
        <pc:spChg chg="del">
          <ac:chgData name="Khaled taha" userId="912087602c74ab8a" providerId="LiveId" clId="{58B121E7-63A7-4330-86D4-8A88A1192A57}" dt="2025-07-06T02:16:08.394" v="30755" actId="478"/>
          <ac:spMkLst>
            <pc:docMk/>
            <pc:sldMk cId="1348098004" sldId="514"/>
            <ac:spMk id="92" creationId="{7E2B0CB0-8659-ECD2-F49E-7FB1755016CE}"/>
          </ac:spMkLst>
        </pc:spChg>
        <pc:spChg chg="del">
          <ac:chgData name="Khaled taha" userId="912087602c74ab8a" providerId="LiveId" clId="{58B121E7-63A7-4330-86D4-8A88A1192A57}" dt="2025-07-06T02:16:13.251" v="30756" actId="478"/>
          <ac:spMkLst>
            <pc:docMk/>
            <pc:sldMk cId="1348098004" sldId="514"/>
            <ac:spMk id="93" creationId="{1305BBAA-ED95-E657-7DC0-11E5D404616A}"/>
          </ac:spMkLst>
        </pc:spChg>
        <pc:spChg chg="del mod">
          <ac:chgData name="Khaled taha" userId="912087602c74ab8a" providerId="LiveId" clId="{58B121E7-63A7-4330-86D4-8A88A1192A57}" dt="2025-07-06T02:16:13.251" v="30756" actId="478"/>
          <ac:spMkLst>
            <pc:docMk/>
            <pc:sldMk cId="1348098004" sldId="514"/>
            <ac:spMk id="94" creationId="{AB5EDCEB-59F3-3306-CEDE-D9C112AB0A86}"/>
          </ac:spMkLst>
        </pc:spChg>
        <pc:spChg chg="del mod">
          <ac:chgData name="Khaled taha" userId="912087602c74ab8a" providerId="LiveId" clId="{58B121E7-63A7-4330-86D4-8A88A1192A57}" dt="2025-07-06T02:16:19.512" v="30758" actId="478"/>
          <ac:spMkLst>
            <pc:docMk/>
            <pc:sldMk cId="1348098004" sldId="514"/>
            <ac:spMk id="95" creationId="{C0240275-1EBD-F648-07A9-C40F30759FC5}"/>
          </ac:spMkLst>
        </pc:spChg>
        <pc:spChg chg="mod">
          <ac:chgData name="Khaled taha" userId="912087602c74ab8a" providerId="LiveId" clId="{58B121E7-63A7-4330-86D4-8A88A1192A57}" dt="2025-07-06T03:02:31.571" v="31557" actId="207"/>
          <ac:spMkLst>
            <pc:docMk/>
            <pc:sldMk cId="1348098004" sldId="514"/>
            <ac:spMk id="97" creationId="{7D4A5A41-DBB9-3D24-98D7-617D469B3864}"/>
          </ac:spMkLst>
        </pc:spChg>
        <pc:spChg chg="mod">
          <ac:chgData name="Khaled taha" userId="912087602c74ab8a" providerId="LiveId" clId="{58B121E7-63A7-4330-86D4-8A88A1192A57}" dt="2025-07-06T03:02:44.932" v="31560" actId="207"/>
          <ac:spMkLst>
            <pc:docMk/>
            <pc:sldMk cId="1348098004" sldId="514"/>
            <ac:spMk id="99" creationId="{2101C499-5774-0E91-A061-8003D0B96C6E}"/>
          </ac:spMkLst>
        </pc:spChg>
        <pc:spChg chg="mod">
          <ac:chgData name="Khaled taha" userId="912087602c74ab8a" providerId="LiveId" clId="{58B121E7-63A7-4330-86D4-8A88A1192A57}" dt="2025-07-06T03:02:31.571" v="31557" actId="207"/>
          <ac:spMkLst>
            <pc:docMk/>
            <pc:sldMk cId="1348098004" sldId="514"/>
            <ac:spMk id="100" creationId="{30E526EB-5257-5393-8068-D7D15E0C087D}"/>
          </ac:spMkLst>
        </pc:spChg>
        <pc:spChg chg="mod">
          <ac:chgData name="Khaled taha" userId="912087602c74ab8a" providerId="LiveId" clId="{58B121E7-63A7-4330-86D4-8A88A1192A57}" dt="2025-07-06T03:02:31.571" v="31557" actId="207"/>
          <ac:spMkLst>
            <pc:docMk/>
            <pc:sldMk cId="1348098004" sldId="514"/>
            <ac:spMk id="102" creationId="{1449943D-04D6-2C25-0672-E4DCBA8A0401}"/>
          </ac:spMkLst>
        </pc:spChg>
        <pc:spChg chg="mod">
          <ac:chgData name="Khaled taha" userId="912087602c74ab8a" providerId="LiveId" clId="{58B121E7-63A7-4330-86D4-8A88A1192A57}" dt="2025-07-06T03:02:48.771" v="31561" actId="207"/>
          <ac:spMkLst>
            <pc:docMk/>
            <pc:sldMk cId="1348098004" sldId="514"/>
            <ac:spMk id="104" creationId="{2A15FE19-FBDB-5221-030A-10E44EA2A0EA}"/>
          </ac:spMkLst>
        </pc:spChg>
        <pc:spChg chg="mod">
          <ac:chgData name="Khaled taha" userId="912087602c74ab8a" providerId="LiveId" clId="{58B121E7-63A7-4330-86D4-8A88A1192A57}" dt="2025-07-06T03:02:31.571" v="31557" actId="207"/>
          <ac:spMkLst>
            <pc:docMk/>
            <pc:sldMk cId="1348098004" sldId="514"/>
            <ac:spMk id="105" creationId="{F13F2C06-31EF-A3D2-B55B-B9763C2F1CB2}"/>
          </ac:spMkLst>
        </pc:spChg>
        <pc:spChg chg="mod">
          <ac:chgData name="Khaled taha" userId="912087602c74ab8a" providerId="LiveId" clId="{58B121E7-63A7-4330-86D4-8A88A1192A57}" dt="2025-07-06T03:02:31.571" v="31557" actId="207"/>
          <ac:spMkLst>
            <pc:docMk/>
            <pc:sldMk cId="1348098004" sldId="514"/>
            <ac:spMk id="107" creationId="{A55FB3CF-54AE-C4A4-1A10-2869DFC69F1A}"/>
          </ac:spMkLst>
        </pc:spChg>
        <pc:spChg chg="mod">
          <ac:chgData name="Khaled taha" userId="912087602c74ab8a" providerId="LiveId" clId="{58B121E7-63A7-4330-86D4-8A88A1192A57}" dt="2025-07-06T03:02:40.629" v="31559" actId="207"/>
          <ac:spMkLst>
            <pc:docMk/>
            <pc:sldMk cId="1348098004" sldId="514"/>
            <ac:spMk id="109" creationId="{DDCCFD29-471E-7C64-E8FC-F9EF854915DE}"/>
          </ac:spMkLst>
        </pc:spChg>
        <pc:spChg chg="mod">
          <ac:chgData name="Khaled taha" userId="912087602c74ab8a" providerId="LiveId" clId="{58B121E7-63A7-4330-86D4-8A88A1192A57}" dt="2025-07-06T03:02:31.571" v="31557" actId="207"/>
          <ac:spMkLst>
            <pc:docMk/>
            <pc:sldMk cId="1348098004" sldId="514"/>
            <ac:spMk id="110" creationId="{60EC7A01-587C-FF65-5D03-19E3822EC11E}"/>
          </ac:spMkLst>
        </pc:spChg>
        <pc:spChg chg="mod">
          <ac:chgData name="Khaled taha" userId="912087602c74ab8a" providerId="LiveId" clId="{58B121E7-63A7-4330-86D4-8A88A1192A57}" dt="2025-07-06T03:02:31.571" v="31557" actId="207"/>
          <ac:spMkLst>
            <pc:docMk/>
            <pc:sldMk cId="1348098004" sldId="514"/>
            <ac:spMk id="112" creationId="{DB0E55C7-51CE-CAF6-E5E9-CF3BD1962A74}"/>
          </ac:spMkLst>
        </pc:spChg>
        <pc:spChg chg="mod">
          <ac:chgData name="Khaled taha" userId="912087602c74ab8a" providerId="LiveId" clId="{58B121E7-63A7-4330-86D4-8A88A1192A57}" dt="2025-07-06T03:02:37.452" v="31558" actId="207"/>
          <ac:spMkLst>
            <pc:docMk/>
            <pc:sldMk cId="1348098004" sldId="514"/>
            <ac:spMk id="114" creationId="{4BB610D8-954A-9165-5CAC-E25EB90D4F9D}"/>
          </ac:spMkLst>
        </pc:spChg>
        <pc:spChg chg="mod">
          <ac:chgData name="Khaled taha" userId="912087602c74ab8a" providerId="LiveId" clId="{58B121E7-63A7-4330-86D4-8A88A1192A57}" dt="2025-07-06T03:02:31.571" v="31557" actId="207"/>
          <ac:spMkLst>
            <pc:docMk/>
            <pc:sldMk cId="1348098004" sldId="514"/>
            <ac:spMk id="115" creationId="{490BEADE-5A78-4A9F-BE2F-BCE93427E708}"/>
          </ac:spMkLst>
        </pc:spChg>
        <pc:spChg chg="add del mod">
          <ac:chgData name="Khaled taha" userId="912087602c74ab8a" providerId="LiveId" clId="{58B121E7-63A7-4330-86D4-8A88A1192A57}" dt="2025-07-06T03:31:00.571" v="31821" actId="478"/>
          <ac:spMkLst>
            <pc:docMk/>
            <pc:sldMk cId="1348098004" sldId="514"/>
            <ac:spMk id="116" creationId="{CD25FD50-2236-E0FC-0919-26DCF5BA549A}"/>
          </ac:spMkLst>
        </pc:spChg>
        <pc:spChg chg="add del mod">
          <ac:chgData name="Khaled taha" userId="912087602c74ab8a" providerId="LiveId" clId="{58B121E7-63A7-4330-86D4-8A88A1192A57}" dt="2025-07-06T03:44:25.390" v="31959" actId="478"/>
          <ac:spMkLst>
            <pc:docMk/>
            <pc:sldMk cId="1348098004" sldId="514"/>
            <ac:spMk id="117" creationId="{101C8510-0847-0C39-F416-A697A078B70B}"/>
          </ac:spMkLst>
        </pc:spChg>
        <pc:spChg chg="mod">
          <ac:chgData name="Khaled taha" userId="912087602c74ab8a" providerId="LiveId" clId="{58B121E7-63A7-4330-86D4-8A88A1192A57}" dt="2025-07-06T03:35:31.173" v="31861" actId="571"/>
          <ac:spMkLst>
            <pc:docMk/>
            <pc:sldMk cId="1348098004" sldId="514"/>
            <ac:spMk id="129" creationId="{B2C869F9-F5BF-F900-BF86-6C67D350ECB6}"/>
          </ac:spMkLst>
        </pc:spChg>
        <pc:spChg chg="add del mod">
          <ac:chgData name="Khaled taha" userId="912087602c74ab8a" providerId="LiveId" clId="{58B121E7-63A7-4330-86D4-8A88A1192A57}" dt="2025-07-06T03:44:20.710" v="31956" actId="478"/>
          <ac:spMkLst>
            <pc:docMk/>
            <pc:sldMk cId="1348098004" sldId="514"/>
            <ac:spMk id="133" creationId="{F4573871-D7CC-3176-361B-D3FD503ACADB}"/>
          </ac:spMkLst>
        </pc:spChg>
        <pc:spChg chg="add del mod">
          <ac:chgData name="Khaled taha" userId="912087602c74ab8a" providerId="LiveId" clId="{58B121E7-63A7-4330-86D4-8A88A1192A57}" dt="2025-07-06T03:44:25.390" v="31959" actId="478"/>
          <ac:spMkLst>
            <pc:docMk/>
            <pc:sldMk cId="1348098004" sldId="514"/>
            <ac:spMk id="140" creationId="{0348454B-7C8C-B392-294A-D0963FEE19F8}"/>
          </ac:spMkLst>
        </pc:spChg>
        <pc:spChg chg="add del mod">
          <ac:chgData name="Khaled taha" userId="912087602c74ab8a" providerId="LiveId" clId="{58B121E7-63A7-4330-86D4-8A88A1192A57}" dt="2025-07-06T03:44:20.710" v="31956" actId="478"/>
          <ac:spMkLst>
            <pc:docMk/>
            <pc:sldMk cId="1348098004" sldId="514"/>
            <ac:spMk id="144" creationId="{33F17BAF-05FB-7747-59E5-62466ABD1657}"/>
          </ac:spMkLst>
        </pc:spChg>
        <pc:spChg chg="add del mod">
          <ac:chgData name="Khaled taha" userId="912087602c74ab8a" providerId="LiveId" clId="{58B121E7-63A7-4330-86D4-8A88A1192A57}" dt="2025-07-06T03:39:40.575" v="31894" actId="478"/>
          <ac:spMkLst>
            <pc:docMk/>
            <pc:sldMk cId="1348098004" sldId="514"/>
            <ac:spMk id="157" creationId="{39687EEE-DC0A-113A-F07F-21FA70E4AA93}"/>
          </ac:spMkLst>
        </pc:spChg>
        <pc:spChg chg="add del mod">
          <ac:chgData name="Khaled taha" userId="912087602c74ab8a" providerId="LiveId" clId="{58B121E7-63A7-4330-86D4-8A88A1192A57}" dt="2025-07-06T03:44:25.390" v="31959" actId="478"/>
          <ac:spMkLst>
            <pc:docMk/>
            <pc:sldMk cId="1348098004" sldId="514"/>
            <ac:spMk id="159" creationId="{86831D06-781F-0B63-6F3E-24C92B8EDE03}"/>
          </ac:spMkLst>
        </pc:spChg>
        <pc:spChg chg="add del mod">
          <ac:chgData name="Khaled taha" userId="912087602c74ab8a" providerId="LiveId" clId="{58B121E7-63A7-4330-86D4-8A88A1192A57}" dt="2025-07-06T03:44:25.390" v="31959" actId="478"/>
          <ac:spMkLst>
            <pc:docMk/>
            <pc:sldMk cId="1348098004" sldId="514"/>
            <ac:spMk id="165" creationId="{473117DC-CD77-6EF6-6DF4-E6026529626F}"/>
          </ac:spMkLst>
        </pc:spChg>
        <pc:spChg chg="add mod">
          <ac:chgData name="Khaled taha" userId="912087602c74ab8a" providerId="LiveId" clId="{58B121E7-63A7-4330-86D4-8A88A1192A57}" dt="2025-07-06T03:57:17.902" v="32155" actId="1076"/>
          <ac:spMkLst>
            <pc:docMk/>
            <pc:sldMk cId="1348098004" sldId="514"/>
            <ac:spMk id="166" creationId="{42B167A4-B68F-FC48-8A47-F72AF4E03CFB}"/>
          </ac:spMkLst>
        </pc:spChg>
        <pc:spChg chg="add mod">
          <ac:chgData name="Khaled taha" userId="912087602c74ab8a" providerId="LiveId" clId="{58B121E7-63A7-4330-86D4-8A88A1192A57}" dt="2025-07-06T03:57:17.902" v="32155" actId="1076"/>
          <ac:spMkLst>
            <pc:docMk/>
            <pc:sldMk cId="1348098004" sldId="514"/>
            <ac:spMk id="168" creationId="{9952093B-92C6-2E88-5F42-B99E692C2A34}"/>
          </ac:spMkLst>
        </pc:spChg>
        <pc:spChg chg="add mod">
          <ac:chgData name="Khaled taha" userId="912087602c74ab8a" providerId="LiveId" clId="{58B121E7-63A7-4330-86D4-8A88A1192A57}" dt="2025-07-06T03:57:17.902" v="32155" actId="1076"/>
          <ac:spMkLst>
            <pc:docMk/>
            <pc:sldMk cId="1348098004" sldId="514"/>
            <ac:spMk id="170" creationId="{75B03EE3-B0A6-13AB-F563-A5FCB5C99FDB}"/>
          </ac:spMkLst>
        </pc:spChg>
        <pc:spChg chg="add mod">
          <ac:chgData name="Khaled taha" userId="912087602c74ab8a" providerId="LiveId" clId="{58B121E7-63A7-4330-86D4-8A88A1192A57}" dt="2025-07-06T03:57:17.902" v="32155" actId="1076"/>
          <ac:spMkLst>
            <pc:docMk/>
            <pc:sldMk cId="1348098004" sldId="514"/>
            <ac:spMk id="185" creationId="{A85E86F5-E033-A96D-4D67-FD0F2A22A41D}"/>
          </ac:spMkLst>
        </pc:spChg>
        <pc:spChg chg="add mod">
          <ac:chgData name="Khaled taha" userId="912087602c74ab8a" providerId="LiveId" clId="{58B121E7-63A7-4330-86D4-8A88A1192A57}" dt="2025-07-06T03:57:17.902" v="32155" actId="1076"/>
          <ac:spMkLst>
            <pc:docMk/>
            <pc:sldMk cId="1348098004" sldId="514"/>
            <ac:spMk id="187" creationId="{D78B43D1-FE46-E02C-38D1-AAA4A4EED231}"/>
          </ac:spMkLst>
        </pc:spChg>
        <pc:spChg chg="add mod">
          <ac:chgData name="Khaled taha" userId="912087602c74ab8a" providerId="LiveId" clId="{58B121E7-63A7-4330-86D4-8A88A1192A57}" dt="2025-07-06T03:54:48.754" v="32128" actId="14100"/>
          <ac:spMkLst>
            <pc:docMk/>
            <pc:sldMk cId="1348098004" sldId="514"/>
            <ac:spMk id="189" creationId="{86944DA2-2E50-9641-3FB7-C79CE1D89943}"/>
          </ac:spMkLst>
        </pc:spChg>
        <pc:spChg chg="add mod">
          <ac:chgData name="Khaled taha" userId="912087602c74ab8a" providerId="LiveId" clId="{58B121E7-63A7-4330-86D4-8A88A1192A57}" dt="2025-07-06T03:57:01.005" v="32153" actId="571"/>
          <ac:spMkLst>
            <pc:docMk/>
            <pc:sldMk cId="1348098004" sldId="514"/>
            <ac:spMk id="198" creationId="{F39647BB-908F-A65C-5F76-F2E9D4027446}"/>
          </ac:spMkLst>
        </pc:spChg>
        <pc:spChg chg="add mod">
          <ac:chgData name="Khaled taha" userId="912087602c74ab8a" providerId="LiveId" clId="{58B121E7-63A7-4330-86D4-8A88A1192A57}" dt="2025-07-06T03:57:01.005" v="32153" actId="571"/>
          <ac:spMkLst>
            <pc:docMk/>
            <pc:sldMk cId="1348098004" sldId="514"/>
            <ac:spMk id="199" creationId="{3AE92F79-B083-A4BD-8C9E-A78FB855D1BC}"/>
          </ac:spMkLst>
        </pc:spChg>
        <pc:spChg chg="add mod">
          <ac:chgData name="Khaled taha" userId="912087602c74ab8a" providerId="LiveId" clId="{58B121E7-63A7-4330-86D4-8A88A1192A57}" dt="2025-07-06T03:57:01.005" v="32153" actId="571"/>
          <ac:spMkLst>
            <pc:docMk/>
            <pc:sldMk cId="1348098004" sldId="514"/>
            <ac:spMk id="200" creationId="{0B0CFAD2-4263-5D2B-FE80-CB108A092A53}"/>
          </ac:spMkLst>
        </pc:spChg>
        <pc:spChg chg="add mod">
          <ac:chgData name="Khaled taha" userId="912087602c74ab8a" providerId="LiveId" clId="{58B121E7-63A7-4330-86D4-8A88A1192A57}" dt="2025-07-06T04:06:09.398" v="32237" actId="1076"/>
          <ac:spMkLst>
            <pc:docMk/>
            <pc:sldMk cId="1348098004" sldId="514"/>
            <ac:spMk id="201" creationId="{BE5F5099-BE04-AA96-8135-8540F3973BBD}"/>
          </ac:spMkLst>
        </pc:spChg>
        <pc:spChg chg="add del mod">
          <ac:chgData name="Khaled taha" userId="912087602c74ab8a" providerId="LiveId" clId="{58B121E7-63A7-4330-86D4-8A88A1192A57}" dt="2025-07-06T03:57:25.594" v="32157" actId="478"/>
          <ac:spMkLst>
            <pc:docMk/>
            <pc:sldMk cId="1348098004" sldId="514"/>
            <ac:spMk id="202" creationId="{BE86AF80-82CB-63FF-237D-7599428B9EBF}"/>
          </ac:spMkLst>
        </pc:spChg>
        <pc:spChg chg="add mod">
          <ac:chgData name="Khaled taha" userId="912087602c74ab8a" providerId="LiveId" clId="{58B121E7-63A7-4330-86D4-8A88A1192A57}" dt="2025-07-06T04:06:09.398" v="32237" actId="1076"/>
          <ac:spMkLst>
            <pc:docMk/>
            <pc:sldMk cId="1348098004" sldId="514"/>
            <ac:spMk id="203" creationId="{7469CBD6-1C88-B4AE-7BF1-15AB17BC99FE}"/>
          </ac:spMkLst>
        </pc:spChg>
        <pc:spChg chg="add mod">
          <ac:chgData name="Khaled taha" userId="912087602c74ab8a" providerId="LiveId" clId="{58B121E7-63A7-4330-86D4-8A88A1192A57}" dt="2025-07-06T04:06:09.398" v="32237" actId="1076"/>
          <ac:spMkLst>
            <pc:docMk/>
            <pc:sldMk cId="1348098004" sldId="514"/>
            <ac:spMk id="207" creationId="{725E26AD-8EE3-3D9B-9E51-7917D6EDF7AE}"/>
          </ac:spMkLst>
        </pc:spChg>
        <pc:spChg chg="add mod">
          <ac:chgData name="Khaled taha" userId="912087602c74ab8a" providerId="LiveId" clId="{58B121E7-63A7-4330-86D4-8A88A1192A57}" dt="2025-07-06T04:06:09.398" v="32237" actId="1076"/>
          <ac:spMkLst>
            <pc:docMk/>
            <pc:sldMk cId="1348098004" sldId="514"/>
            <ac:spMk id="208" creationId="{8747F576-3770-A2B1-85E6-AFD966675E20}"/>
          </ac:spMkLst>
        </pc:spChg>
        <pc:spChg chg="add mod">
          <ac:chgData name="Khaled taha" userId="912087602c74ab8a" providerId="LiveId" clId="{58B121E7-63A7-4330-86D4-8A88A1192A57}" dt="2025-07-06T03:57:03.302" v="32154" actId="571"/>
          <ac:spMkLst>
            <pc:docMk/>
            <pc:sldMk cId="1348098004" sldId="514"/>
            <ac:spMk id="209" creationId="{EB507AC8-0E20-95C1-2FA5-938C31714F5B}"/>
          </ac:spMkLst>
        </pc:spChg>
        <pc:spChg chg="add mod">
          <ac:chgData name="Khaled taha" userId="912087602c74ab8a" providerId="LiveId" clId="{58B121E7-63A7-4330-86D4-8A88A1192A57}" dt="2025-07-06T04:06:09.398" v="32237" actId="1076"/>
          <ac:spMkLst>
            <pc:docMk/>
            <pc:sldMk cId="1348098004" sldId="514"/>
            <ac:spMk id="217" creationId="{9B87C6B7-3606-FE07-1089-98BAE668D042}"/>
          </ac:spMkLst>
        </pc:spChg>
        <pc:spChg chg="add mod ord">
          <ac:chgData name="Khaled taha" userId="912087602c74ab8a" providerId="LiveId" clId="{58B121E7-63A7-4330-86D4-8A88A1192A57}" dt="2025-07-06T04:06:16.149" v="32238" actId="1076"/>
          <ac:spMkLst>
            <pc:docMk/>
            <pc:sldMk cId="1348098004" sldId="514"/>
            <ac:spMk id="221" creationId="{F62F419B-76FB-E11B-C7B9-B9CA13431FD1}"/>
          </ac:spMkLst>
        </pc:spChg>
        <pc:spChg chg="add mod">
          <ac:chgData name="Khaled taha" userId="912087602c74ab8a" providerId="LiveId" clId="{58B121E7-63A7-4330-86D4-8A88A1192A57}" dt="2025-07-06T04:06:16.149" v="32238" actId="1076"/>
          <ac:spMkLst>
            <pc:docMk/>
            <pc:sldMk cId="1348098004" sldId="514"/>
            <ac:spMk id="223" creationId="{FE97F8C5-B07F-6F64-D5FD-04CC934C4652}"/>
          </ac:spMkLst>
        </pc:spChg>
        <pc:spChg chg="add mod">
          <ac:chgData name="Khaled taha" userId="912087602c74ab8a" providerId="LiveId" clId="{58B121E7-63A7-4330-86D4-8A88A1192A57}" dt="2025-07-06T04:06:16.149" v="32238" actId="1076"/>
          <ac:spMkLst>
            <pc:docMk/>
            <pc:sldMk cId="1348098004" sldId="514"/>
            <ac:spMk id="224" creationId="{52ECE249-23A4-8FF3-0A47-92B76C950CF5}"/>
          </ac:spMkLst>
        </pc:spChg>
        <pc:spChg chg="add mod">
          <ac:chgData name="Khaled taha" userId="912087602c74ab8a" providerId="LiveId" clId="{58B121E7-63A7-4330-86D4-8A88A1192A57}" dt="2025-07-06T04:06:16.149" v="32238" actId="1076"/>
          <ac:spMkLst>
            <pc:docMk/>
            <pc:sldMk cId="1348098004" sldId="514"/>
            <ac:spMk id="227" creationId="{30B62500-3D3D-6DF5-FB49-C19F95CA9143}"/>
          </ac:spMkLst>
        </pc:spChg>
        <pc:spChg chg="add mod">
          <ac:chgData name="Khaled taha" userId="912087602c74ab8a" providerId="LiveId" clId="{58B121E7-63A7-4330-86D4-8A88A1192A57}" dt="2025-07-06T04:06:16.149" v="32238" actId="1076"/>
          <ac:spMkLst>
            <pc:docMk/>
            <pc:sldMk cId="1348098004" sldId="514"/>
            <ac:spMk id="228" creationId="{AF63F0EB-6A26-0A06-07EB-9946F0857E0D}"/>
          </ac:spMkLst>
        </pc:spChg>
        <pc:spChg chg="add del mod">
          <ac:chgData name="Khaled taha" userId="912087602c74ab8a" providerId="LiveId" clId="{58B121E7-63A7-4330-86D4-8A88A1192A57}" dt="2025-07-06T04:03:42.943" v="32211" actId="478"/>
          <ac:spMkLst>
            <pc:docMk/>
            <pc:sldMk cId="1348098004" sldId="514"/>
            <ac:spMk id="229" creationId="{90B90B78-A282-DAA9-41A3-5AE3F9F9D5DF}"/>
          </ac:spMkLst>
        </pc:spChg>
        <pc:grpChg chg="del mod">
          <ac:chgData name="Khaled taha" userId="912087602c74ab8a" providerId="LiveId" clId="{58B121E7-63A7-4330-86D4-8A88A1192A57}" dt="2025-07-06T03:31:00.571" v="31821" actId="478"/>
          <ac:grpSpMkLst>
            <pc:docMk/>
            <pc:sldMk cId="1348098004" sldId="514"/>
            <ac:grpSpMk id="96" creationId="{F441F870-B09E-5B86-A9F1-8ABCA50EDB7F}"/>
          </ac:grpSpMkLst>
        </pc:grpChg>
        <pc:grpChg chg="del mod">
          <ac:chgData name="Khaled taha" userId="912087602c74ab8a" providerId="LiveId" clId="{58B121E7-63A7-4330-86D4-8A88A1192A57}" dt="2025-07-06T03:31:00.571" v="31821" actId="478"/>
          <ac:grpSpMkLst>
            <pc:docMk/>
            <pc:sldMk cId="1348098004" sldId="514"/>
            <ac:grpSpMk id="101" creationId="{F2F9D668-30CA-90C2-7C7F-1B9EDEBE6B72}"/>
          </ac:grpSpMkLst>
        </pc:grpChg>
        <pc:grpChg chg="del mod">
          <ac:chgData name="Khaled taha" userId="912087602c74ab8a" providerId="LiveId" clId="{58B121E7-63A7-4330-86D4-8A88A1192A57}" dt="2025-07-06T03:31:00.571" v="31821" actId="478"/>
          <ac:grpSpMkLst>
            <pc:docMk/>
            <pc:sldMk cId="1348098004" sldId="514"/>
            <ac:grpSpMk id="106" creationId="{AA41CC18-02D6-FC92-72AB-4C732CBBF8DB}"/>
          </ac:grpSpMkLst>
        </pc:grpChg>
        <pc:grpChg chg="del mod">
          <ac:chgData name="Khaled taha" userId="912087602c74ab8a" providerId="LiveId" clId="{58B121E7-63A7-4330-86D4-8A88A1192A57}" dt="2025-07-06T03:31:00.571" v="31821" actId="478"/>
          <ac:grpSpMkLst>
            <pc:docMk/>
            <pc:sldMk cId="1348098004" sldId="514"/>
            <ac:grpSpMk id="111" creationId="{9CBCF758-B5F2-50F0-6A47-8229DE2CB400}"/>
          </ac:grpSpMkLst>
        </pc:grpChg>
        <pc:grpChg chg="add mod">
          <ac:chgData name="Khaled taha" userId="912087602c74ab8a" providerId="LiveId" clId="{58B121E7-63A7-4330-86D4-8A88A1192A57}" dt="2025-07-06T03:35:34.478" v="31864" actId="164"/>
          <ac:grpSpMkLst>
            <pc:docMk/>
            <pc:sldMk cId="1348098004" sldId="514"/>
            <ac:grpSpMk id="127" creationId="{E0C1A845-7778-7C59-CD43-D35546680623}"/>
          </ac:grpSpMkLst>
        </pc:grpChg>
        <pc:grpChg chg="add mod">
          <ac:chgData name="Khaled taha" userId="912087602c74ab8a" providerId="LiveId" clId="{58B121E7-63A7-4330-86D4-8A88A1192A57}" dt="2025-07-06T03:35:31.173" v="31861" actId="571"/>
          <ac:grpSpMkLst>
            <pc:docMk/>
            <pc:sldMk cId="1348098004" sldId="514"/>
            <ac:grpSpMk id="128" creationId="{5EDA16AD-A1F1-222C-3FD9-07B51553BF70}"/>
          </ac:grpSpMkLst>
        </pc:grpChg>
        <pc:picChg chg="add del mod">
          <ac:chgData name="Khaled taha" userId="912087602c74ab8a" providerId="LiveId" clId="{58B121E7-63A7-4330-86D4-8A88A1192A57}" dt="2025-07-05T21:26:05.387" v="26458" actId="478"/>
          <ac:picMkLst>
            <pc:docMk/>
            <pc:sldMk cId="1348098004" sldId="514"/>
            <ac:picMk id="10" creationId="{99DFFBE1-FB11-FB11-C6E5-33006DC70309}"/>
          </ac:picMkLst>
        </pc:picChg>
        <pc:picChg chg="add del mod">
          <ac:chgData name="Khaled taha" userId="912087602c74ab8a" providerId="LiveId" clId="{58B121E7-63A7-4330-86D4-8A88A1192A57}" dt="2025-07-05T18:46:46.288" v="26259" actId="478"/>
          <ac:picMkLst>
            <pc:docMk/>
            <pc:sldMk cId="1348098004" sldId="514"/>
            <ac:picMk id="11" creationId="{95B0E64D-6784-84C5-2063-4FC727EE9FD2}"/>
          </ac:picMkLst>
        </pc:picChg>
        <pc:picChg chg="add del mod">
          <ac:chgData name="Khaled taha" userId="912087602c74ab8a" providerId="LiveId" clId="{58B121E7-63A7-4330-86D4-8A88A1192A57}" dt="2025-07-05T21:26:05.387" v="26458" actId="478"/>
          <ac:picMkLst>
            <pc:docMk/>
            <pc:sldMk cId="1348098004" sldId="514"/>
            <ac:picMk id="13" creationId="{F7958A18-D34A-FB3A-7D76-37F4A41E6ED5}"/>
          </ac:picMkLst>
        </pc:picChg>
        <pc:picChg chg="add del mod">
          <ac:chgData name="Khaled taha" userId="912087602c74ab8a" providerId="LiveId" clId="{58B121E7-63A7-4330-86D4-8A88A1192A57}" dt="2025-07-05T21:26:05.387" v="26458" actId="478"/>
          <ac:picMkLst>
            <pc:docMk/>
            <pc:sldMk cId="1348098004" sldId="514"/>
            <ac:picMk id="15" creationId="{C28104D3-F7FF-DD50-66A6-1461EDFA9718}"/>
          </ac:picMkLst>
        </pc:picChg>
        <pc:picChg chg="add del mod">
          <ac:chgData name="Khaled taha" userId="912087602c74ab8a" providerId="LiveId" clId="{58B121E7-63A7-4330-86D4-8A88A1192A57}" dt="2025-07-05T21:26:05.387" v="26458" actId="478"/>
          <ac:picMkLst>
            <pc:docMk/>
            <pc:sldMk cId="1348098004" sldId="514"/>
            <ac:picMk id="17" creationId="{9A83FFB7-EB84-FBD5-AF7B-B7BB3E8BA170}"/>
          </ac:picMkLst>
        </pc:picChg>
        <pc:picChg chg="add mod">
          <ac:chgData name="Khaled taha" userId="912087602c74ab8a" providerId="LiveId" clId="{58B121E7-63A7-4330-86D4-8A88A1192A57}" dt="2025-07-05T22:09:44.293" v="26846" actId="1076"/>
          <ac:picMkLst>
            <pc:docMk/>
            <pc:sldMk cId="1348098004" sldId="514"/>
            <ac:picMk id="19" creationId="{DE060AD7-03CA-A9A1-BED0-306A65B3BF36}"/>
          </ac:picMkLst>
        </pc:picChg>
        <pc:picChg chg="add mod">
          <ac:chgData name="Khaled taha" userId="912087602c74ab8a" providerId="LiveId" clId="{58B121E7-63A7-4330-86D4-8A88A1192A57}" dt="2025-07-05T22:09:44.293" v="26846" actId="1076"/>
          <ac:picMkLst>
            <pc:docMk/>
            <pc:sldMk cId="1348098004" sldId="514"/>
            <ac:picMk id="21" creationId="{0EF1F2B1-6CF4-0B39-AF40-AF3D3C37B74C}"/>
          </ac:picMkLst>
        </pc:picChg>
        <pc:picChg chg="add del mod">
          <ac:chgData name="Khaled taha" userId="912087602c74ab8a" providerId="LiveId" clId="{58B121E7-63A7-4330-86D4-8A88A1192A57}" dt="2025-07-05T23:35:39.806" v="27736" actId="478"/>
          <ac:picMkLst>
            <pc:docMk/>
            <pc:sldMk cId="1348098004" sldId="514"/>
            <ac:picMk id="23" creationId="{85E765F0-3F96-5151-79A6-ED5970C8BB7D}"/>
          </ac:picMkLst>
        </pc:picChg>
        <pc:picChg chg="add del mod">
          <ac:chgData name="Khaled taha" userId="912087602c74ab8a" providerId="LiveId" clId="{58B121E7-63A7-4330-86D4-8A88A1192A57}" dt="2025-07-05T23:35:39.806" v="27736" actId="478"/>
          <ac:picMkLst>
            <pc:docMk/>
            <pc:sldMk cId="1348098004" sldId="514"/>
            <ac:picMk id="25" creationId="{A0E94B7E-0E02-81CF-BDD6-3F59027FF863}"/>
          </ac:picMkLst>
        </pc:picChg>
        <pc:picChg chg="add mod">
          <ac:chgData name="Khaled taha" userId="912087602c74ab8a" providerId="LiveId" clId="{58B121E7-63A7-4330-86D4-8A88A1192A57}" dt="2025-07-05T22:09:44.293" v="26846" actId="1076"/>
          <ac:picMkLst>
            <pc:docMk/>
            <pc:sldMk cId="1348098004" sldId="514"/>
            <ac:picMk id="27" creationId="{9BBD15EE-475F-3949-1507-1A748D91BF21}"/>
          </ac:picMkLst>
        </pc:picChg>
        <pc:picChg chg="add del mod">
          <ac:chgData name="Khaled taha" userId="912087602c74ab8a" providerId="LiveId" clId="{58B121E7-63A7-4330-86D4-8A88A1192A57}" dt="2025-07-05T23:35:39.806" v="27736" actId="478"/>
          <ac:picMkLst>
            <pc:docMk/>
            <pc:sldMk cId="1348098004" sldId="514"/>
            <ac:picMk id="29" creationId="{C5D04666-277D-5F99-E54C-3A0BE8403C19}"/>
          </ac:picMkLst>
        </pc:picChg>
        <pc:picChg chg="add del mod">
          <ac:chgData name="Khaled taha" userId="912087602c74ab8a" providerId="LiveId" clId="{58B121E7-63A7-4330-86D4-8A88A1192A57}" dt="2025-07-05T23:35:39.806" v="27736" actId="478"/>
          <ac:picMkLst>
            <pc:docMk/>
            <pc:sldMk cId="1348098004" sldId="514"/>
            <ac:picMk id="31" creationId="{BE5B73AD-5595-7DF2-1753-B643B8703354}"/>
          </ac:picMkLst>
        </pc:picChg>
        <pc:picChg chg="add mod">
          <ac:chgData name="Khaled taha" userId="912087602c74ab8a" providerId="LiveId" clId="{58B121E7-63A7-4330-86D4-8A88A1192A57}" dt="2025-07-05T22:09:50.100" v="26848" actId="1076"/>
          <ac:picMkLst>
            <pc:docMk/>
            <pc:sldMk cId="1348098004" sldId="514"/>
            <ac:picMk id="34" creationId="{3FB407AA-A042-51C6-7FA0-C1B679119B46}"/>
          </ac:picMkLst>
        </pc:picChg>
        <pc:picChg chg="add mod">
          <ac:chgData name="Khaled taha" userId="912087602c74ab8a" providerId="LiveId" clId="{58B121E7-63A7-4330-86D4-8A88A1192A57}" dt="2025-07-05T21:35:45.757" v="26567" actId="1076"/>
          <ac:picMkLst>
            <pc:docMk/>
            <pc:sldMk cId="1348098004" sldId="514"/>
            <ac:picMk id="36" creationId="{F617C768-334B-9463-310B-4A82E66B050B}"/>
          </ac:picMkLst>
        </pc:picChg>
        <pc:picChg chg="add mod">
          <ac:chgData name="Khaled taha" userId="912087602c74ab8a" providerId="LiveId" clId="{58B121E7-63A7-4330-86D4-8A88A1192A57}" dt="2025-07-05T21:35:11.655" v="26562" actId="1076"/>
          <ac:picMkLst>
            <pc:docMk/>
            <pc:sldMk cId="1348098004" sldId="514"/>
            <ac:picMk id="38" creationId="{CC9B38C8-EF89-7099-78D4-D61A8D3DD8ED}"/>
          </ac:picMkLst>
        </pc:picChg>
        <pc:picChg chg="add del mod">
          <ac:chgData name="Khaled taha" userId="912087602c74ab8a" providerId="LiveId" clId="{58B121E7-63A7-4330-86D4-8A88A1192A57}" dt="2025-07-05T22:38:02.605" v="27021" actId="21"/>
          <ac:picMkLst>
            <pc:docMk/>
            <pc:sldMk cId="1348098004" sldId="514"/>
            <ac:picMk id="40" creationId="{DAC6C5A1-35FF-D724-0BD0-00AEE86CBB49}"/>
          </ac:picMkLst>
        </pc:picChg>
        <pc:picChg chg="add mod">
          <ac:chgData name="Khaled taha" userId="912087602c74ab8a" providerId="LiveId" clId="{58B121E7-63A7-4330-86D4-8A88A1192A57}" dt="2025-07-05T21:35:11.655" v="26562" actId="1076"/>
          <ac:picMkLst>
            <pc:docMk/>
            <pc:sldMk cId="1348098004" sldId="514"/>
            <ac:picMk id="42" creationId="{8B97CCA0-B92A-BCE8-2097-78D85B2B1881}"/>
          </ac:picMkLst>
        </pc:picChg>
        <pc:picChg chg="add mod">
          <ac:chgData name="Khaled taha" userId="912087602c74ab8a" providerId="LiveId" clId="{58B121E7-63A7-4330-86D4-8A88A1192A57}" dt="2025-07-05T21:34:49.695" v="26561" actId="1076"/>
          <ac:picMkLst>
            <pc:docMk/>
            <pc:sldMk cId="1348098004" sldId="514"/>
            <ac:picMk id="44" creationId="{5C64B0D9-84FF-2893-9A98-C3D91A1B67D4}"/>
          </ac:picMkLst>
        </pc:picChg>
        <pc:picChg chg="add del mod">
          <ac:chgData name="Khaled taha" userId="912087602c74ab8a" providerId="LiveId" clId="{58B121E7-63A7-4330-86D4-8A88A1192A57}" dt="2025-07-05T23:35:39.806" v="27736" actId="478"/>
          <ac:picMkLst>
            <pc:docMk/>
            <pc:sldMk cId="1348098004" sldId="514"/>
            <ac:picMk id="46" creationId="{08025D20-77BA-3D42-6D3C-9C3C614E9A32}"/>
          </ac:picMkLst>
        </pc:picChg>
        <pc:picChg chg="add mod">
          <ac:chgData name="Khaled taha" userId="912087602c74ab8a" providerId="LiveId" clId="{58B121E7-63A7-4330-86D4-8A88A1192A57}" dt="2025-07-05T21:34:49.695" v="26561" actId="1076"/>
          <ac:picMkLst>
            <pc:docMk/>
            <pc:sldMk cId="1348098004" sldId="514"/>
            <ac:picMk id="48" creationId="{5317290C-2D3F-5D08-8E8F-737CBAB50D47}"/>
          </ac:picMkLst>
        </pc:picChg>
        <pc:picChg chg="add del mod">
          <ac:chgData name="Khaled taha" userId="912087602c74ab8a" providerId="LiveId" clId="{58B121E7-63A7-4330-86D4-8A88A1192A57}" dt="2025-07-05T23:35:39.806" v="27736" actId="478"/>
          <ac:picMkLst>
            <pc:docMk/>
            <pc:sldMk cId="1348098004" sldId="514"/>
            <ac:picMk id="50" creationId="{EAB49DCF-B1C5-CD35-D5EA-EB8013D6CE86}"/>
          </ac:picMkLst>
        </pc:picChg>
        <pc:picChg chg="add mod">
          <ac:chgData name="Khaled taha" userId="912087602c74ab8a" providerId="LiveId" clId="{58B121E7-63A7-4330-86D4-8A88A1192A57}" dt="2025-07-05T21:34:35.472" v="26560" actId="1076"/>
          <ac:picMkLst>
            <pc:docMk/>
            <pc:sldMk cId="1348098004" sldId="514"/>
            <ac:picMk id="52" creationId="{B3D62AB7-DA50-1526-31EC-819728EACCB9}"/>
          </ac:picMkLst>
        </pc:picChg>
        <pc:picChg chg="add mod">
          <ac:chgData name="Khaled taha" userId="912087602c74ab8a" providerId="LiveId" clId="{58B121E7-63A7-4330-86D4-8A88A1192A57}" dt="2025-07-05T21:34:35.472" v="26560" actId="1076"/>
          <ac:picMkLst>
            <pc:docMk/>
            <pc:sldMk cId="1348098004" sldId="514"/>
            <ac:picMk id="54" creationId="{D471A920-BD76-B55A-8DB4-03720A6A8B82}"/>
          </ac:picMkLst>
        </pc:picChg>
        <pc:picChg chg="add mod">
          <ac:chgData name="Khaled taha" userId="912087602c74ab8a" providerId="LiveId" clId="{58B121E7-63A7-4330-86D4-8A88A1192A57}" dt="2025-07-05T21:34:09.055" v="26558" actId="1076"/>
          <ac:picMkLst>
            <pc:docMk/>
            <pc:sldMk cId="1348098004" sldId="514"/>
            <ac:picMk id="56" creationId="{32F9757C-CC48-1D13-00F8-7E11B9E79481}"/>
          </ac:picMkLst>
        </pc:picChg>
        <pc:picChg chg="add mod">
          <ac:chgData name="Khaled taha" userId="912087602c74ab8a" providerId="LiveId" clId="{58B121E7-63A7-4330-86D4-8A88A1192A57}" dt="2025-07-05T21:34:09.055" v="26558" actId="1076"/>
          <ac:picMkLst>
            <pc:docMk/>
            <pc:sldMk cId="1348098004" sldId="514"/>
            <ac:picMk id="58" creationId="{0E3F4A03-EA91-BD6E-4ABD-EA959D5EBFC1}"/>
          </ac:picMkLst>
        </pc:picChg>
        <pc:picChg chg="add mod">
          <ac:chgData name="Khaled taha" userId="912087602c74ab8a" providerId="LiveId" clId="{58B121E7-63A7-4330-86D4-8A88A1192A57}" dt="2025-07-05T21:34:09.055" v="26558" actId="1076"/>
          <ac:picMkLst>
            <pc:docMk/>
            <pc:sldMk cId="1348098004" sldId="514"/>
            <ac:picMk id="60" creationId="{7219D5BC-4583-0176-733D-264393F23E3A}"/>
          </ac:picMkLst>
        </pc:picChg>
        <pc:picChg chg="add mod">
          <ac:chgData name="Khaled taha" userId="912087602c74ab8a" providerId="LiveId" clId="{58B121E7-63A7-4330-86D4-8A88A1192A57}" dt="2025-07-05T21:34:09.055" v="26558" actId="1076"/>
          <ac:picMkLst>
            <pc:docMk/>
            <pc:sldMk cId="1348098004" sldId="514"/>
            <ac:picMk id="62" creationId="{04170E0A-10BA-D5E7-0B95-57B0E876C64C}"/>
          </ac:picMkLst>
        </pc:picChg>
        <pc:picChg chg="add mod">
          <ac:chgData name="Khaled taha" userId="912087602c74ab8a" providerId="LiveId" clId="{58B121E7-63A7-4330-86D4-8A88A1192A57}" dt="2025-07-05T21:26:59.411" v="26511"/>
          <ac:picMkLst>
            <pc:docMk/>
            <pc:sldMk cId="1348098004" sldId="514"/>
            <ac:picMk id="64" creationId="{B1525C41-C364-5BEA-5125-38CEDB1B24DC}"/>
          </ac:picMkLst>
        </pc:picChg>
        <pc:picChg chg="add mod">
          <ac:chgData name="Khaled taha" userId="912087602c74ab8a" providerId="LiveId" clId="{58B121E7-63A7-4330-86D4-8A88A1192A57}" dt="2025-07-05T21:26:59.411" v="26511"/>
          <ac:picMkLst>
            <pc:docMk/>
            <pc:sldMk cId="1348098004" sldId="514"/>
            <ac:picMk id="66" creationId="{3B6B3C64-AE15-36F2-D82F-A913B40375E4}"/>
          </ac:picMkLst>
        </pc:picChg>
        <pc:picChg chg="add del mod">
          <ac:chgData name="Khaled taha" userId="912087602c74ab8a" providerId="LiveId" clId="{58B121E7-63A7-4330-86D4-8A88A1192A57}" dt="2025-07-05T21:28:29.997" v="26521" actId="478"/>
          <ac:picMkLst>
            <pc:docMk/>
            <pc:sldMk cId="1348098004" sldId="514"/>
            <ac:picMk id="67" creationId="{6FD17E2D-EEBA-129B-39E8-E8C4701ABCD5}"/>
          </ac:picMkLst>
        </pc:picChg>
        <pc:picChg chg="add del mod">
          <ac:chgData name="Khaled taha" userId="912087602c74ab8a" providerId="LiveId" clId="{58B121E7-63A7-4330-86D4-8A88A1192A57}" dt="2025-07-05T22:32:24.056" v="27006" actId="21"/>
          <ac:picMkLst>
            <pc:docMk/>
            <pc:sldMk cId="1348098004" sldId="514"/>
            <ac:picMk id="69" creationId="{9C56CCA4-065A-6A88-07DE-E5D4A7C41595}"/>
          </ac:picMkLst>
        </pc:picChg>
        <pc:picChg chg="add del mod">
          <ac:chgData name="Khaled taha" userId="912087602c74ab8a" providerId="LiveId" clId="{58B121E7-63A7-4330-86D4-8A88A1192A57}" dt="2025-07-05T23:35:39.806" v="27736" actId="478"/>
          <ac:picMkLst>
            <pc:docMk/>
            <pc:sldMk cId="1348098004" sldId="514"/>
            <ac:picMk id="70" creationId="{9C56CCA4-065A-6A88-07DE-E5D4A7C41595}"/>
          </ac:picMkLst>
        </pc:picChg>
        <pc:cxnChg chg="add mod">
          <ac:chgData name="Khaled taha" userId="912087602c74ab8a" providerId="LiveId" clId="{58B121E7-63A7-4330-86D4-8A88A1192A57}" dt="2025-07-06T03:42:30.717" v="31932" actId="14100"/>
          <ac:cxnSpMkLst>
            <pc:docMk/>
            <pc:sldMk cId="1348098004" sldId="514"/>
            <ac:cxnSpMk id="119" creationId="{856C6B9F-EC59-1292-5F21-43DA4150B31C}"/>
          </ac:cxnSpMkLst>
        </pc:cxnChg>
        <pc:cxnChg chg="add del mod">
          <ac:chgData name="Khaled taha" userId="912087602c74ab8a" providerId="LiveId" clId="{58B121E7-63A7-4330-86D4-8A88A1192A57}" dt="2025-07-06T03:44:25.390" v="31959" actId="478"/>
          <ac:cxnSpMkLst>
            <pc:docMk/>
            <pc:sldMk cId="1348098004" sldId="514"/>
            <ac:cxnSpMk id="120" creationId="{2D80F374-CBB3-E16C-1FBD-6ECF9ACA4A24}"/>
          </ac:cxnSpMkLst>
        </pc:cxnChg>
        <pc:cxnChg chg="add del mod">
          <ac:chgData name="Khaled taha" userId="912087602c74ab8a" providerId="LiveId" clId="{58B121E7-63A7-4330-86D4-8A88A1192A57}" dt="2025-07-06T03:44:25.390" v="31959" actId="478"/>
          <ac:cxnSpMkLst>
            <pc:docMk/>
            <pc:sldMk cId="1348098004" sldId="514"/>
            <ac:cxnSpMk id="121" creationId="{C48CF712-B504-94AB-81FF-F6486831C519}"/>
          </ac:cxnSpMkLst>
        </pc:cxnChg>
        <pc:cxnChg chg="mod">
          <ac:chgData name="Khaled taha" userId="912087602c74ab8a" providerId="LiveId" clId="{58B121E7-63A7-4330-86D4-8A88A1192A57}" dt="2025-07-06T03:35:31.173" v="31861" actId="571"/>
          <ac:cxnSpMkLst>
            <pc:docMk/>
            <pc:sldMk cId="1348098004" sldId="514"/>
            <ac:cxnSpMk id="130" creationId="{4B6D74BC-5B92-1DA0-EC4E-6C3B654B90B0}"/>
          </ac:cxnSpMkLst>
        </pc:cxnChg>
        <pc:cxnChg chg="mod">
          <ac:chgData name="Khaled taha" userId="912087602c74ab8a" providerId="LiveId" clId="{58B121E7-63A7-4330-86D4-8A88A1192A57}" dt="2025-07-06T03:35:31.173" v="31861" actId="571"/>
          <ac:cxnSpMkLst>
            <pc:docMk/>
            <pc:sldMk cId="1348098004" sldId="514"/>
            <ac:cxnSpMk id="131" creationId="{F29D930A-D4AC-8A5F-404F-FBA3503E0C9A}"/>
          </ac:cxnSpMkLst>
        </pc:cxnChg>
        <pc:cxnChg chg="mod">
          <ac:chgData name="Khaled taha" userId="912087602c74ab8a" providerId="LiveId" clId="{58B121E7-63A7-4330-86D4-8A88A1192A57}" dt="2025-07-06T03:35:31.173" v="31861" actId="571"/>
          <ac:cxnSpMkLst>
            <pc:docMk/>
            <pc:sldMk cId="1348098004" sldId="514"/>
            <ac:cxnSpMk id="132" creationId="{3330D50A-CCE7-3E95-F26E-535819C1A184}"/>
          </ac:cxnSpMkLst>
        </pc:cxnChg>
        <pc:cxnChg chg="add del mod">
          <ac:chgData name="Khaled taha" userId="912087602c74ab8a" providerId="LiveId" clId="{58B121E7-63A7-4330-86D4-8A88A1192A57}" dt="2025-07-06T03:44:25.390" v="31959" actId="478"/>
          <ac:cxnSpMkLst>
            <pc:docMk/>
            <pc:sldMk cId="1348098004" sldId="514"/>
            <ac:cxnSpMk id="134" creationId="{24AB39EB-0721-9AAB-4637-19DA56199821}"/>
          </ac:cxnSpMkLst>
        </pc:cxnChg>
        <pc:cxnChg chg="add mod">
          <ac:chgData name="Khaled taha" userId="912087602c74ab8a" providerId="LiveId" clId="{58B121E7-63A7-4330-86D4-8A88A1192A57}" dt="2025-07-06T03:35:40.672" v="31866" actId="14100"/>
          <ac:cxnSpMkLst>
            <pc:docMk/>
            <pc:sldMk cId="1348098004" sldId="514"/>
            <ac:cxnSpMk id="135" creationId="{A746C666-4712-D6D6-9904-FCE3A3C58F80}"/>
          </ac:cxnSpMkLst>
        </pc:cxnChg>
        <pc:cxnChg chg="add del mod">
          <ac:chgData name="Khaled taha" userId="912087602c74ab8a" providerId="LiveId" clId="{58B121E7-63A7-4330-86D4-8A88A1192A57}" dt="2025-07-06T03:44:25.390" v="31959" actId="478"/>
          <ac:cxnSpMkLst>
            <pc:docMk/>
            <pc:sldMk cId="1348098004" sldId="514"/>
            <ac:cxnSpMk id="136" creationId="{6C6FD15B-37E5-092B-AF3E-E444188987F0}"/>
          </ac:cxnSpMkLst>
        </pc:cxnChg>
        <pc:cxnChg chg="add mod">
          <ac:chgData name="Khaled taha" userId="912087602c74ab8a" providerId="LiveId" clId="{58B121E7-63A7-4330-86D4-8A88A1192A57}" dt="2025-07-06T03:42:16.598" v="31927" actId="1076"/>
          <ac:cxnSpMkLst>
            <pc:docMk/>
            <pc:sldMk cId="1348098004" sldId="514"/>
            <ac:cxnSpMk id="142" creationId="{EF07C388-5C1C-001D-50F1-AAD05D581F83}"/>
          </ac:cxnSpMkLst>
        </pc:cxnChg>
        <pc:cxnChg chg="add del mod">
          <ac:chgData name="Khaled taha" userId="912087602c74ab8a" providerId="LiveId" clId="{58B121E7-63A7-4330-86D4-8A88A1192A57}" dt="2025-07-06T03:44:25.390" v="31959" actId="478"/>
          <ac:cxnSpMkLst>
            <pc:docMk/>
            <pc:sldMk cId="1348098004" sldId="514"/>
            <ac:cxnSpMk id="145" creationId="{56FFEFD9-9435-9EE2-CA44-97B6BA66B22F}"/>
          </ac:cxnSpMkLst>
        </pc:cxnChg>
        <pc:cxnChg chg="add mod">
          <ac:chgData name="Khaled taha" userId="912087602c74ab8a" providerId="LiveId" clId="{58B121E7-63A7-4330-86D4-8A88A1192A57}" dt="2025-07-06T03:38:25.191" v="31881" actId="571"/>
          <ac:cxnSpMkLst>
            <pc:docMk/>
            <pc:sldMk cId="1348098004" sldId="514"/>
            <ac:cxnSpMk id="146" creationId="{AAC0A199-58D4-21F9-0C3D-14131CD22E72}"/>
          </ac:cxnSpMkLst>
        </pc:cxnChg>
        <pc:cxnChg chg="add del mod">
          <ac:chgData name="Khaled taha" userId="912087602c74ab8a" providerId="LiveId" clId="{58B121E7-63A7-4330-86D4-8A88A1192A57}" dt="2025-07-06T03:44:25.390" v="31959" actId="478"/>
          <ac:cxnSpMkLst>
            <pc:docMk/>
            <pc:sldMk cId="1348098004" sldId="514"/>
            <ac:cxnSpMk id="147" creationId="{B679DE7E-AC6C-FCE3-AD70-C82FD2E2147D}"/>
          </ac:cxnSpMkLst>
        </pc:cxnChg>
        <pc:cxnChg chg="add mod">
          <ac:chgData name="Khaled taha" userId="912087602c74ab8a" providerId="LiveId" clId="{58B121E7-63A7-4330-86D4-8A88A1192A57}" dt="2025-07-06T03:42:16.598" v="31927" actId="1076"/>
          <ac:cxnSpMkLst>
            <pc:docMk/>
            <pc:sldMk cId="1348098004" sldId="514"/>
            <ac:cxnSpMk id="148" creationId="{ECB60FF4-26AB-3C06-C37D-B3122A4CC6BE}"/>
          </ac:cxnSpMkLst>
        </pc:cxnChg>
        <pc:cxnChg chg="add mod">
          <ac:chgData name="Khaled taha" userId="912087602c74ab8a" providerId="LiveId" clId="{58B121E7-63A7-4330-86D4-8A88A1192A57}" dt="2025-07-06T03:57:17.902" v="32155" actId="1076"/>
          <ac:cxnSpMkLst>
            <pc:docMk/>
            <pc:sldMk cId="1348098004" sldId="514"/>
            <ac:cxnSpMk id="172" creationId="{4EECD454-42B0-AF45-D9F1-E99CB63976D0}"/>
          </ac:cxnSpMkLst>
        </pc:cxnChg>
        <pc:cxnChg chg="add mod">
          <ac:chgData name="Khaled taha" userId="912087602c74ab8a" providerId="LiveId" clId="{58B121E7-63A7-4330-86D4-8A88A1192A57}" dt="2025-07-06T03:57:17.902" v="32155" actId="1076"/>
          <ac:cxnSpMkLst>
            <pc:docMk/>
            <pc:sldMk cId="1348098004" sldId="514"/>
            <ac:cxnSpMk id="179" creationId="{F55CF0A0-EAFF-3655-8BA3-CBBFCB6C910F}"/>
          </ac:cxnSpMkLst>
        </pc:cxnChg>
        <pc:cxnChg chg="add mod">
          <ac:chgData name="Khaled taha" userId="912087602c74ab8a" providerId="LiveId" clId="{58B121E7-63A7-4330-86D4-8A88A1192A57}" dt="2025-07-06T03:57:17.902" v="32155" actId="1076"/>
          <ac:cxnSpMkLst>
            <pc:docMk/>
            <pc:sldMk cId="1348098004" sldId="514"/>
            <ac:cxnSpMk id="183" creationId="{4ABA1B79-87CA-2799-F7D1-38C3A9A624F4}"/>
          </ac:cxnSpMkLst>
        </pc:cxnChg>
        <pc:cxnChg chg="add mod">
          <ac:chgData name="Khaled taha" userId="912087602c74ab8a" providerId="LiveId" clId="{58B121E7-63A7-4330-86D4-8A88A1192A57}" dt="2025-07-06T04:06:09.398" v="32237" actId="1076"/>
          <ac:cxnSpMkLst>
            <pc:docMk/>
            <pc:sldMk cId="1348098004" sldId="514"/>
            <ac:cxnSpMk id="204" creationId="{BD3612E7-DD2F-1D94-71CB-E0833B48002E}"/>
          </ac:cxnSpMkLst>
        </pc:cxnChg>
        <pc:cxnChg chg="add mod">
          <ac:chgData name="Khaled taha" userId="912087602c74ab8a" providerId="LiveId" clId="{58B121E7-63A7-4330-86D4-8A88A1192A57}" dt="2025-07-06T04:06:09.398" v="32237" actId="1076"/>
          <ac:cxnSpMkLst>
            <pc:docMk/>
            <pc:sldMk cId="1348098004" sldId="514"/>
            <ac:cxnSpMk id="205" creationId="{D6F686FE-9057-F1A4-BCB2-0EDA502C0E8E}"/>
          </ac:cxnSpMkLst>
        </pc:cxnChg>
        <pc:cxnChg chg="add mod">
          <ac:chgData name="Khaled taha" userId="912087602c74ab8a" providerId="LiveId" clId="{58B121E7-63A7-4330-86D4-8A88A1192A57}" dt="2025-07-06T04:06:09.398" v="32237" actId="1076"/>
          <ac:cxnSpMkLst>
            <pc:docMk/>
            <pc:sldMk cId="1348098004" sldId="514"/>
            <ac:cxnSpMk id="206" creationId="{7B936D65-E4CC-97E1-53EA-B46D6D05FE59}"/>
          </ac:cxnSpMkLst>
        </pc:cxnChg>
        <pc:cxnChg chg="add mod">
          <ac:chgData name="Khaled taha" userId="912087602c74ab8a" providerId="LiveId" clId="{58B121E7-63A7-4330-86D4-8A88A1192A57}" dt="2025-07-06T04:01:24.078" v="32190" actId="14100"/>
          <ac:cxnSpMkLst>
            <pc:docMk/>
            <pc:sldMk cId="1348098004" sldId="514"/>
            <ac:cxnSpMk id="214" creationId="{5E5D574B-D80A-A63D-5E56-52AB1CD42B94}"/>
          </ac:cxnSpMkLst>
        </pc:cxnChg>
        <pc:cxnChg chg="add mod">
          <ac:chgData name="Khaled taha" userId="912087602c74ab8a" providerId="LiveId" clId="{58B121E7-63A7-4330-86D4-8A88A1192A57}" dt="2025-07-06T04:06:16.149" v="32238" actId="1076"/>
          <ac:cxnSpMkLst>
            <pc:docMk/>
            <pc:sldMk cId="1348098004" sldId="514"/>
            <ac:cxnSpMk id="225" creationId="{12304C85-F8CF-ADAA-3372-45589D2DCD3D}"/>
          </ac:cxnSpMkLst>
        </pc:cxnChg>
        <pc:cxnChg chg="add mod">
          <ac:chgData name="Khaled taha" userId="912087602c74ab8a" providerId="LiveId" clId="{58B121E7-63A7-4330-86D4-8A88A1192A57}" dt="2025-07-06T04:06:16.149" v="32238" actId="1076"/>
          <ac:cxnSpMkLst>
            <pc:docMk/>
            <pc:sldMk cId="1348098004" sldId="514"/>
            <ac:cxnSpMk id="226" creationId="{E146055D-9668-99FD-14E7-4D79F342BC65}"/>
          </ac:cxnSpMkLst>
        </pc:cxnChg>
        <pc:cxnChg chg="add mod">
          <ac:chgData name="Khaled taha" userId="912087602c74ab8a" providerId="LiveId" clId="{58B121E7-63A7-4330-86D4-8A88A1192A57}" dt="2025-07-06T04:06:16.149" v="32238" actId="1076"/>
          <ac:cxnSpMkLst>
            <pc:docMk/>
            <pc:sldMk cId="1348098004" sldId="514"/>
            <ac:cxnSpMk id="230" creationId="{EDF279D5-17AB-3793-C0FF-F0793258C995}"/>
          </ac:cxnSpMkLst>
        </pc:cxnChg>
        <pc:cxnChg chg="add del mod">
          <ac:chgData name="Khaled taha" userId="912087602c74ab8a" providerId="LiveId" clId="{58B121E7-63A7-4330-86D4-8A88A1192A57}" dt="2025-07-06T04:06:43.358" v="32244" actId="478"/>
          <ac:cxnSpMkLst>
            <pc:docMk/>
            <pc:sldMk cId="1348098004" sldId="514"/>
            <ac:cxnSpMk id="232" creationId="{E99F4521-20B2-013C-ED6E-5898BC350393}"/>
          </ac:cxnSpMkLst>
        </pc:cxnChg>
      </pc:sldChg>
      <pc:sldChg chg="addSp delSp modSp add mod modAnim">
        <pc:chgData name="Khaled taha" userId="912087602c74ab8a" providerId="LiveId" clId="{58B121E7-63A7-4330-86D4-8A88A1192A57}" dt="2025-07-05T23:14:30.644" v="27363"/>
        <pc:sldMkLst>
          <pc:docMk/>
          <pc:sldMk cId="2113300764" sldId="515"/>
        </pc:sldMkLst>
        <pc:spChg chg="add del mod ord">
          <ac:chgData name="Khaled taha" userId="912087602c74ab8a" providerId="LiveId" clId="{58B121E7-63A7-4330-86D4-8A88A1192A57}" dt="2025-07-05T21:18:00.345" v="26375" actId="478"/>
          <ac:spMkLst>
            <pc:docMk/>
            <pc:sldMk cId="2113300764" sldId="515"/>
            <ac:spMk id="17" creationId="{B56BA64C-6361-93C7-D893-236BE8D360D6}"/>
          </ac:spMkLst>
        </pc:spChg>
        <pc:spChg chg="add del mod ord">
          <ac:chgData name="Khaled taha" userId="912087602c74ab8a" providerId="LiveId" clId="{58B121E7-63A7-4330-86D4-8A88A1192A57}" dt="2025-07-05T21:38:35.835" v="26580" actId="478"/>
          <ac:spMkLst>
            <pc:docMk/>
            <pc:sldMk cId="2113300764" sldId="515"/>
            <ac:spMk id="18" creationId="{592E92D4-AF0E-E2DE-9C80-27ABD1650EB3}"/>
          </ac:spMkLst>
        </pc:spChg>
        <pc:spChg chg="add mod ord">
          <ac:chgData name="Khaled taha" userId="912087602c74ab8a" providerId="LiveId" clId="{58B121E7-63A7-4330-86D4-8A88A1192A57}" dt="2025-07-05T21:51:32.570" v="26718" actId="1076"/>
          <ac:spMkLst>
            <pc:docMk/>
            <pc:sldMk cId="2113300764" sldId="515"/>
            <ac:spMk id="20" creationId="{EA0ECA1D-E499-9BED-6EC3-FA2D3300418E}"/>
          </ac:spMkLst>
        </pc:spChg>
        <pc:picChg chg="add del mod ord">
          <ac:chgData name="Khaled taha" userId="912087602c74ab8a" providerId="LiveId" clId="{58B121E7-63A7-4330-86D4-8A88A1192A57}" dt="2025-07-05T21:13:51.340" v="26339" actId="478"/>
          <ac:picMkLst>
            <pc:docMk/>
            <pc:sldMk cId="2113300764" sldId="515"/>
            <ac:picMk id="2" creationId="{7CC924CE-2E18-B6B0-C775-976C759C37ED}"/>
          </ac:picMkLst>
        </pc:picChg>
        <pc:picChg chg="add del mod ord">
          <ac:chgData name="Khaled taha" userId="912087602c74ab8a" providerId="LiveId" clId="{58B121E7-63A7-4330-86D4-8A88A1192A57}" dt="2025-07-05T21:13:51.340" v="26339" actId="478"/>
          <ac:picMkLst>
            <pc:docMk/>
            <pc:sldMk cId="2113300764" sldId="515"/>
            <ac:picMk id="7" creationId="{F7A17A30-0900-462A-C39E-8A914D7F3FFB}"/>
          </ac:picMkLst>
        </pc:picChg>
        <pc:picChg chg="add mod">
          <ac:chgData name="Khaled taha" userId="912087602c74ab8a" providerId="LiveId" clId="{58B121E7-63A7-4330-86D4-8A88A1192A57}" dt="2025-07-05T21:13:51.617" v="26340"/>
          <ac:picMkLst>
            <pc:docMk/>
            <pc:sldMk cId="2113300764" sldId="515"/>
            <ac:picMk id="8" creationId="{2BA1BB56-DCF2-6F75-0557-17D6424EECBE}"/>
          </ac:picMkLst>
        </pc:picChg>
        <pc:picChg chg="add mod">
          <ac:chgData name="Khaled taha" userId="912087602c74ab8a" providerId="LiveId" clId="{58B121E7-63A7-4330-86D4-8A88A1192A57}" dt="2025-07-05T21:13:51.617" v="26340"/>
          <ac:picMkLst>
            <pc:docMk/>
            <pc:sldMk cId="2113300764" sldId="515"/>
            <ac:picMk id="9" creationId="{E88E9862-174F-84A9-3373-C00EE9109C9E}"/>
          </ac:picMkLst>
        </pc:picChg>
        <pc:picChg chg="add del mod ord">
          <ac:chgData name="Khaled taha" userId="912087602c74ab8a" providerId="LiveId" clId="{58B121E7-63A7-4330-86D4-8A88A1192A57}" dt="2025-07-05T21:38:38.024" v="26583" actId="478"/>
          <ac:picMkLst>
            <pc:docMk/>
            <pc:sldMk cId="2113300764" sldId="515"/>
            <ac:picMk id="15" creationId="{6A345A32-9BB0-A709-500D-73956F120788}"/>
          </ac:picMkLst>
        </pc:picChg>
        <pc:picChg chg="add del mod ord">
          <ac:chgData name="Khaled taha" userId="912087602c74ab8a" providerId="LiveId" clId="{58B121E7-63A7-4330-86D4-8A88A1192A57}" dt="2025-07-05T21:38:37.419" v="26582" actId="478"/>
          <ac:picMkLst>
            <pc:docMk/>
            <pc:sldMk cId="2113300764" sldId="515"/>
            <ac:picMk id="16" creationId="{C03D76C6-A4F3-E462-AD0A-A733509C2827}"/>
          </ac:picMkLst>
        </pc:picChg>
        <pc:picChg chg="add del mod">
          <ac:chgData name="Khaled taha" userId="912087602c74ab8a" providerId="LiveId" clId="{58B121E7-63A7-4330-86D4-8A88A1192A57}" dt="2025-07-05T21:38:36.623" v="26581" actId="478"/>
          <ac:picMkLst>
            <pc:docMk/>
            <pc:sldMk cId="2113300764" sldId="515"/>
            <ac:picMk id="19" creationId="{63900B59-EA20-5F95-871A-3BB8C4E968F5}"/>
          </ac:picMkLst>
        </pc:picChg>
        <pc:picChg chg="add del mod ord">
          <ac:chgData name="Khaled taha" userId="912087602c74ab8a" providerId="LiveId" clId="{58B121E7-63A7-4330-86D4-8A88A1192A57}" dt="2025-07-05T21:59:51.034" v="26773" actId="478"/>
          <ac:picMkLst>
            <pc:docMk/>
            <pc:sldMk cId="2113300764" sldId="515"/>
            <ac:picMk id="21" creationId="{B2A90CAB-6AD8-90BD-EA65-7BC1454A74D3}"/>
          </ac:picMkLst>
        </pc:picChg>
        <pc:picChg chg="add mod ord">
          <ac:chgData name="Khaled taha" userId="912087602c74ab8a" providerId="LiveId" clId="{58B121E7-63A7-4330-86D4-8A88A1192A57}" dt="2025-07-05T23:11:53.027" v="27344" actId="1076"/>
          <ac:picMkLst>
            <pc:docMk/>
            <pc:sldMk cId="2113300764" sldId="515"/>
            <ac:picMk id="30" creationId="{47CF6578-7BA1-EA3D-1C5F-DEF5F368A2EB}"/>
          </ac:picMkLst>
        </pc:picChg>
        <pc:picChg chg="add mod">
          <ac:chgData name="Khaled taha" userId="912087602c74ab8a" providerId="LiveId" clId="{58B121E7-63A7-4330-86D4-8A88A1192A57}" dt="2025-07-05T21:50:57.717" v="26702" actId="1076"/>
          <ac:picMkLst>
            <pc:docMk/>
            <pc:sldMk cId="2113300764" sldId="515"/>
            <ac:picMk id="31" creationId="{CEC4E860-CFD8-1128-51F4-2666C4A2DFD9}"/>
          </ac:picMkLst>
        </pc:picChg>
        <pc:picChg chg="add del mod">
          <ac:chgData name="Khaled taha" userId="912087602c74ab8a" providerId="LiveId" clId="{58B121E7-63A7-4330-86D4-8A88A1192A57}" dt="2025-07-05T21:59:09.065" v="26765" actId="478"/>
          <ac:picMkLst>
            <pc:docMk/>
            <pc:sldMk cId="2113300764" sldId="515"/>
            <ac:picMk id="32" creationId="{CB0F958D-EA40-8AD3-3A72-13100C5C2545}"/>
          </ac:picMkLst>
        </pc:picChg>
        <pc:picChg chg="del mod ord">
          <ac:chgData name="Khaled taha" userId="912087602c74ab8a" providerId="LiveId" clId="{58B121E7-63A7-4330-86D4-8A88A1192A57}" dt="2025-07-05T21:20:17.371" v="26403" actId="21"/>
          <ac:picMkLst>
            <pc:docMk/>
            <pc:sldMk cId="2113300764" sldId="515"/>
            <ac:picMk id="33" creationId="{63900B59-EA20-5F95-871A-3BB8C4E968F5}"/>
          </ac:picMkLst>
        </pc:picChg>
        <pc:picChg chg="add mod ord">
          <ac:chgData name="Khaled taha" userId="912087602c74ab8a" providerId="LiveId" clId="{58B121E7-63A7-4330-86D4-8A88A1192A57}" dt="2025-07-05T23:11:56.692" v="27345" actId="1076"/>
          <ac:picMkLst>
            <pc:docMk/>
            <pc:sldMk cId="2113300764" sldId="515"/>
            <ac:picMk id="34" creationId="{2C82735D-8F14-E319-8526-1167E1B6DCBB}"/>
          </ac:picMkLst>
        </pc:picChg>
        <pc:picChg chg="add mod">
          <ac:chgData name="Khaled taha" userId="912087602c74ab8a" providerId="LiveId" clId="{58B121E7-63A7-4330-86D4-8A88A1192A57}" dt="2025-07-05T23:14:30.644" v="27363"/>
          <ac:picMkLst>
            <pc:docMk/>
            <pc:sldMk cId="2113300764" sldId="515"/>
            <ac:picMk id="35" creationId="{76F889B9-A56D-74A8-6A3E-CAABB83D7C5F}"/>
          </ac:picMkLst>
        </pc:picChg>
      </pc:sldChg>
      <pc:sldChg chg="addSp delSp modSp add del mod">
        <pc:chgData name="Khaled taha" userId="912087602c74ab8a" providerId="LiveId" clId="{58B121E7-63A7-4330-86D4-8A88A1192A57}" dt="2025-07-05T22:05:54.870" v="26812" actId="47"/>
        <pc:sldMkLst>
          <pc:docMk/>
          <pc:sldMk cId="3440424113" sldId="516"/>
        </pc:sldMkLst>
        <pc:picChg chg="add mod">
          <ac:chgData name="Khaled taha" userId="912087602c74ab8a" providerId="LiveId" clId="{58B121E7-63A7-4330-86D4-8A88A1192A57}" dt="2025-07-05T22:01:18.072" v="26786" actId="1076"/>
          <ac:picMkLst>
            <pc:docMk/>
            <pc:sldMk cId="3440424113" sldId="516"/>
            <ac:picMk id="2" creationId="{E149D580-EF66-355E-D68F-E505AF528B07}"/>
          </ac:picMkLst>
        </pc:picChg>
        <pc:picChg chg="del">
          <ac:chgData name="Khaled taha" userId="912087602c74ab8a" providerId="LiveId" clId="{58B121E7-63A7-4330-86D4-8A88A1192A57}" dt="2025-07-05T22:01:23.122" v="26787" actId="478"/>
          <ac:picMkLst>
            <pc:docMk/>
            <pc:sldMk cId="3440424113" sldId="516"/>
            <ac:picMk id="49" creationId="{EBFFEF73-BCAC-C1AB-FC0A-0DD00E00F8CB}"/>
          </ac:picMkLst>
        </pc:picChg>
      </pc:sldChg>
      <pc:sldChg chg="addSp delSp modSp add del mod">
        <pc:chgData name="Khaled taha" userId="912087602c74ab8a" providerId="LiveId" clId="{58B121E7-63A7-4330-86D4-8A88A1192A57}" dt="2025-07-05T21:59:04.850" v="26764" actId="47"/>
        <pc:sldMkLst>
          <pc:docMk/>
          <pc:sldMk cId="3837595332" sldId="516"/>
        </pc:sldMkLst>
        <pc:spChg chg="add del mod ord">
          <ac:chgData name="Khaled taha" userId="912087602c74ab8a" providerId="LiveId" clId="{58B121E7-63A7-4330-86D4-8A88A1192A57}" dt="2025-07-05T21:17:48.247" v="26374" actId="478"/>
          <ac:spMkLst>
            <pc:docMk/>
            <pc:sldMk cId="3837595332" sldId="516"/>
            <ac:spMk id="8" creationId="{A6817068-3B37-9852-3B86-B7DFFE7AAEF1}"/>
          </ac:spMkLst>
        </pc:spChg>
        <pc:spChg chg="add del mod ord">
          <ac:chgData name="Khaled taha" userId="912087602c74ab8a" providerId="LiveId" clId="{58B121E7-63A7-4330-86D4-8A88A1192A57}" dt="2025-07-05T21:38:47.144" v="26586" actId="478"/>
          <ac:spMkLst>
            <pc:docMk/>
            <pc:sldMk cId="3837595332" sldId="516"/>
            <ac:spMk id="9" creationId="{AC4862C4-84E9-FB4D-7195-9CBD1C6F8189}"/>
          </ac:spMkLst>
        </pc:spChg>
        <pc:spChg chg="add mod ord">
          <ac:chgData name="Khaled taha" userId="912087602c74ab8a" providerId="LiveId" clId="{58B121E7-63A7-4330-86D4-8A88A1192A57}" dt="2025-07-05T21:45:39.965" v="26678" actId="1076"/>
          <ac:spMkLst>
            <pc:docMk/>
            <pc:sldMk cId="3837595332" sldId="516"/>
            <ac:spMk id="16" creationId="{880FBCA8-ED41-8CBC-D3E7-81B7046537B6}"/>
          </ac:spMkLst>
        </pc:spChg>
        <pc:picChg chg="add mod">
          <ac:chgData name="Khaled taha" userId="912087602c74ab8a" providerId="LiveId" clId="{58B121E7-63A7-4330-86D4-8A88A1192A57}" dt="2025-07-05T21:12:37.481" v="26327"/>
          <ac:picMkLst>
            <pc:docMk/>
            <pc:sldMk cId="3837595332" sldId="516"/>
            <ac:picMk id="2" creationId="{698A5E0A-D2AA-9F67-F44E-8BBBDF077356}"/>
          </ac:picMkLst>
        </pc:picChg>
        <pc:picChg chg="add del mod ord">
          <ac:chgData name="Khaled taha" userId="912087602c74ab8a" providerId="LiveId" clId="{58B121E7-63A7-4330-86D4-8A88A1192A57}" dt="2025-07-05T21:38:47.715" v="26587" actId="478"/>
          <ac:picMkLst>
            <pc:docMk/>
            <pc:sldMk cId="3837595332" sldId="516"/>
            <ac:picMk id="3" creationId="{8174709E-5249-F3D7-D12A-EAC9D8D66DFC}"/>
          </ac:picMkLst>
        </pc:picChg>
        <pc:picChg chg="add del mod ord">
          <ac:chgData name="Khaled taha" userId="912087602c74ab8a" providerId="LiveId" clId="{58B121E7-63A7-4330-86D4-8A88A1192A57}" dt="2025-07-05T21:38:48.204" v="26588" actId="478"/>
          <ac:picMkLst>
            <pc:docMk/>
            <pc:sldMk cId="3837595332" sldId="516"/>
            <ac:picMk id="7" creationId="{96365F13-1E53-6243-3A20-B7305388CF44}"/>
          </ac:picMkLst>
        </pc:picChg>
        <pc:picChg chg="add del mod">
          <ac:chgData name="Khaled taha" userId="912087602c74ab8a" providerId="LiveId" clId="{58B121E7-63A7-4330-86D4-8A88A1192A57}" dt="2025-07-05T21:38:46.630" v="26585" actId="478"/>
          <ac:picMkLst>
            <pc:docMk/>
            <pc:sldMk cId="3837595332" sldId="516"/>
            <ac:picMk id="15" creationId="{9FF7ADF5-CEEC-BC77-BF1A-84E94BCAD1D3}"/>
          </ac:picMkLst>
        </pc:picChg>
        <pc:picChg chg="add mod">
          <ac:chgData name="Khaled taha" userId="912087602c74ab8a" providerId="LiveId" clId="{58B121E7-63A7-4330-86D4-8A88A1192A57}" dt="2025-07-05T21:51:02.810" v="26707" actId="1076"/>
          <ac:picMkLst>
            <pc:docMk/>
            <pc:sldMk cId="3837595332" sldId="516"/>
            <ac:picMk id="17" creationId="{15F8CEF4-BE4E-DBF6-858A-08FDB12D0168}"/>
          </ac:picMkLst>
        </pc:picChg>
        <pc:picChg chg="add del mod">
          <ac:chgData name="Khaled taha" userId="912087602c74ab8a" providerId="LiveId" clId="{58B121E7-63A7-4330-86D4-8A88A1192A57}" dt="2025-07-05T21:51:02.221" v="26706" actId="478"/>
          <ac:picMkLst>
            <pc:docMk/>
            <pc:sldMk cId="3837595332" sldId="516"/>
            <ac:picMk id="18" creationId="{78990A06-AA31-10E4-DD23-35BF0A40F199}"/>
          </ac:picMkLst>
        </pc:picChg>
        <pc:picChg chg="add mod">
          <ac:chgData name="Khaled taha" userId="912087602c74ab8a" providerId="LiveId" clId="{58B121E7-63A7-4330-86D4-8A88A1192A57}" dt="2025-07-05T21:53:21.467" v="26737" actId="1076"/>
          <ac:picMkLst>
            <pc:docMk/>
            <pc:sldMk cId="3837595332" sldId="516"/>
            <ac:picMk id="19" creationId="{3DB0D76C-2E22-A9C2-F02B-D4D2FCB6C457}"/>
          </ac:picMkLst>
        </pc:picChg>
        <pc:picChg chg="add mod">
          <ac:chgData name="Khaled taha" userId="912087602c74ab8a" providerId="LiveId" clId="{58B121E7-63A7-4330-86D4-8A88A1192A57}" dt="2025-07-05T21:53:25.757" v="26738" actId="1076"/>
          <ac:picMkLst>
            <pc:docMk/>
            <pc:sldMk cId="3837595332" sldId="516"/>
            <ac:picMk id="20" creationId="{BF7CE70F-929E-3013-4945-AAD920FDBF50}"/>
          </ac:picMkLst>
        </pc:picChg>
        <pc:picChg chg="add mod">
          <ac:chgData name="Khaled taha" userId="912087602c74ab8a" providerId="LiveId" clId="{58B121E7-63A7-4330-86D4-8A88A1192A57}" dt="2025-07-05T21:57:21.819" v="26758"/>
          <ac:picMkLst>
            <pc:docMk/>
            <pc:sldMk cId="3837595332" sldId="516"/>
            <ac:picMk id="21" creationId="{0BD6C8E7-4800-0555-EFD3-46FB0F13F3AE}"/>
          </ac:picMkLst>
        </pc:picChg>
        <pc:picChg chg="del ord">
          <ac:chgData name="Khaled taha" userId="912087602c74ab8a" providerId="LiveId" clId="{58B121E7-63A7-4330-86D4-8A88A1192A57}" dt="2025-07-05T21:21:28.016" v="26414" actId="21"/>
          <ac:picMkLst>
            <pc:docMk/>
            <pc:sldMk cId="3837595332" sldId="516"/>
            <ac:picMk id="33" creationId="{9FF7ADF5-CEEC-BC77-BF1A-84E94BCAD1D3}"/>
          </ac:picMkLst>
        </pc:picChg>
      </pc:sldChg>
      <pc:sldChg chg="addSp delSp modSp add mod delAnim">
        <pc:chgData name="Khaled taha" userId="912087602c74ab8a" providerId="LiveId" clId="{58B121E7-63A7-4330-86D4-8A88A1192A57}" dt="2025-07-05T23:14:23.122" v="27360"/>
        <pc:sldMkLst>
          <pc:docMk/>
          <pc:sldMk cId="4100191108" sldId="516"/>
        </pc:sldMkLst>
        <pc:picChg chg="add del mod ord">
          <ac:chgData name="Khaled taha" userId="912087602c74ab8a" providerId="LiveId" clId="{58B121E7-63A7-4330-86D4-8A88A1192A57}" dt="2025-07-05T22:24:33.910" v="26974" actId="478"/>
          <ac:picMkLst>
            <pc:docMk/>
            <pc:sldMk cId="4100191108" sldId="516"/>
            <ac:picMk id="2" creationId="{1B5CA8B0-77F6-A880-E369-395009BE9443}"/>
          </ac:picMkLst>
        </pc:picChg>
        <pc:picChg chg="add mod ord">
          <ac:chgData name="Khaled taha" userId="912087602c74ab8a" providerId="LiveId" clId="{58B121E7-63A7-4330-86D4-8A88A1192A57}" dt="2025-07-05T23:05:11.111" v="27269" actId="167"/>
          <ac:picMkLst>
            <pc:docMk/>
            <pc:sldMk cId="4100191108" sldId="516"/>
            <ac:picMk id="3" creationId="{2E8346C1-A859-D9D5-70B0-F9D00D6C1C15}"/>
          </ac:picMkLst>
        </pc:picChg>
        <pc:picChg chg="add mod">
          <ac:chgData name="Khaled taha" userId="912087602c74ab8a" providerId="LiveId" clId="{58B121E7-63A7-4330-86D4-8A88A1192A57}" dt="2025-07-05T23:14:23.122" v="27360"/>
          <ac:picMkLst>
            <pc:docMk/>
            <pc:sldMk cId="4100191108" sldId="516"/>
            <ac:picMk id="7" creationId="{3A37314B-DDE6-15D4-0854-F5819AF87EDC}"/>
          </ac:picMkLst>
        </pc:picChg>
        <pc:picChg chg="del">
          <ac:chgData name="Khaled taha" userId="912087602c74ab8a" providerId="LiveId" clId="{58B121E7-63A7-4330-86D4-8A88A1192A57}" dt="2025-07-05T22:06:25.643" v="26815" actId="478"/>
          <ac:picMkLst>
            <pc:docMk/>
            <pc:sldMk cId="4100191108" sldId="516"/>
            <ac:picMk id="18" creationId="{73A89E52-0F86-6A9F-3B26-C77CCF469260}"/>
          </ac:picMkLst>
        </pc:picChg>
        <pc:picChg chg="del">
          <ac:chgData name="Khaled taha" userId="912087602c74ab8a" providerId="LiveId" clId="{58B121E7-63A7-4330-86D4-8A88A1192A57}" dt="2025-07-05T22:06:25.643" v="26815" actId="478"/>
          <ac:picMkLst>
            <pc:docMk/>
            <pc:sldMk cId="4100191108" sldId="516"/>
            <ac:picMk id="19" creationId="{1BDA4D1B-1CF1-892D-1463-FE62F6711100}"/>
          </ac:picMkLst>
        </pc:picChg>
        <pc:picChg chg="del">
          <ac:chgData name="Khaled taha" userId="912087602c74ab8a" providerId="LiveId" clId="{58B121E7-63A7-4330-86D4-8A88A1192A57}" dt="2025-07-05T22:06:25.643" v="26815" actId="478"/>
          <ac:picMkLst>
            <pc:docMk/>
            <pc:sldMk cId="4100191108" sldId="516"/>
            <ac:picMk id="20" creationId="{35204A2C-ED66-B2B4-5BA6-E60140D8E87F}"/>
          </ac:picMkLst>
        </pc:picChg>
        <pc:picChg chg="add mod ord">
          <ac:chgData name="Khaled taha" userId="912087602c74ab8a" providerId="LiveId" clId="{58B121E7-63A7-4330-86D4-8A88A1192A57}" dt="2025-07-05T23:05:11.111" v="27269" actId="167"/>
          <ac:picMkLst>
            <pc:docMk/>
            <pc:sldMk cId="4100191108" sldId="516"/>
            <ac:picMk id="21" creationId="{2A751446-74E9-6CB0-2246-3F3EED9CFFD6}"/>
          </ac:picMkLst>
        </pc:picChg>
      </pc:sldChg>
      <pc:sldChg chg="add del">
        <pc:chgData name="Khaled taha" userId="912087602c74ab8a" providerId="LiveId" clId="{58B121E7-63A7-4330-86D4-8A88A1192A57}" dt="2025-07-05T21:10:07.945" v="26298"/>
        <pc:sldMkLst>
          <pc:docMk/>
          <pc:sldMk cId="826640086" sldId="517"/>
        </pc:sldMkLst>
      </pc:sldChg>
      <pc:sldChg chg="addSp delSp modSp add mod">
        <pc:chgData name="Khaled taha" userId="912087602c74ab8a" providerId="LiveId" clId="{58B121E7-63A7-4330-86D4-8A88A1192A57}" dt="2025-07-05T23:14:13.267" v="27359" actId="1076"/>
        <pc:sldMkLst>
          <pc:docMk/>
          <pc:sldMk cId="2203993215" sldId="517"/>
        </pc:sldMkLst>
        <pc:picChg chg="del">
          <ac:chgData name="Khaled taha" userId="912087602c74ab8a" providerId="LiveId" clId="{58B121E7-63A7-4330-86D4-8A88A1192A57}" dt="2025-07-05T22:07:21.656" v="26823" actId="478"/>
          <ac:picMkLst>
            <pc:docMk/>
            <pc:sldMk cId="2203993215" sldId="517"/>
            <ac:picMk id="2" creationId="{F92F0523-20DD-D4BB-3A71-23B87BD3581F}"/>
          </ac:picMkLst>
        </pc:picChg>
        <pc:picChg chg="mod ord">
          <ac:chgData name="Khaled taha" userId="912087602c74ab8a" providerId="LiveId" clId="{58B121E7-63A7-4330-86D4-8A88A1192A57}" dt="2025-07-05T23:13:07.357" v="27349" actId="1076"/>
          <ac:picMkLst>
            <pc:docMk/>
            <pc:sldMk cId="2203993215" sldId="517"/>
            <ac:picMk id="3" creationId="{856ABCDA-C531-73BE-78DF-8CB5425673A6}"/>
          </ac:picMkLst>
        </pc:picChg>
        <pc:picChg chg="add mod ord">
          <ac:chgData name="Khaled taha" userId="912087602c74ab8a" providerId="LiveId" clId="{58B121E7-63A7-4330-86D4-8A88A1192A57}" dt="2025-07-05T23:13:10.860" v="27350" actId="1076"/>
          <ac:picMkLst>
            <pc:docMk/>
            <pc:sldMk cId="2203993215" sldId="517"/>
            <ac:picMk id="7" creationId="{8591BFB6-E896-7A7F-B0F2-515AE7806515}"/>
          </ac:picMkLst>
        </pc:picChg>
        <pc:picChg chg="add mod">
          <ac:chgData name="Khaled taha" userId="912087602c74ab8a" providerId="LiveId" clId="{58B121E7-63A7-4330-86D4-8A88A1192A57}" dt="2025-07-05T23:14:13.267" v="27359" actId="1076"/>
          <ac:picMkLst>
            <pc:docMk/>
            <pc:sldMk cId="2203993215" sldId="517"/>
            <ac:picMk id="9" creationId="{8C890A00-0D39-9BC8-13E7-D0BCDAF6EDF3}"/>
          </ac:picMkLst>
        </pc:picChg>
        <pc:picChg chg="add del mod ord">
          <ac:chgData name="Khaled taha" userId="912087602c74ab8a" providerId="LiveId" clId="{58B121E7-63A7-4330-86D4-8A88A1192A57}" dt="2025-07-05T22:24:36.112" v="26975" actId="478"/>
          <ac:picMkLst>
            <pc:docMk/>
            <pc:sldMk cId="2203993215" sldId="517"/>
            <ac:picMk id="21" creationId="{5686E3BB-2737-6D1C-6DF1-3A097E99A715}"/>
          </ac:picMkLst>
        </pc:picChg>
      </pc:sldChg>
      <pc:sldChg chg="addSp delSp modSp add mod">
        <pc:chgData name="Khaled taha" userId="912087602c74ab8a" providerId="LiveId" clId="{58B121E7-63A7-4330-86D4-8A88A1192A57}" dt="2025-07-05T23:14:52.722" v="27366"/>
        <pc:sldMkLst>
          <pc:docMk/>
          <pc:sldMk cId="1167218895" sldId="518"/>
        </pc:sldMkLst>
        <pc:picChg chg="add del mod ord">
          <ac:chgData name="Khaled taha" userId="912087602c74ab8a" providerId="LiveId" clId="{58B121E7-63A7-4330-86D4-8A88A1192A57}" dt="2025-07-05T22:46:33.677" v="27081" actId="478"/>
          <ac:picMkLst>
            <pc:docMk/>
            <pc:sldMk cId="1167218895" sldId="518"/>
            <ac:picMk id="2" creationId="{51EC0378-5ACE-D1E7-A570-1EE83B611123}"/>
          </ac:picMkLst>
        </pc:picChg>
        <pc:picChg chg="add del mod ord">
          <ac:chgData name="Khaled taha" userId="912087602c74ab8a" providerId="LiveId" clId="{58B121E7-63A7-4330-86D4-8A88A1192A57}" dt="2025-07-05T22:24:37.441" v="26976" actId="478"/>
          <ac:picMkLst>
            <pc:docMk/>
            <pc:sldMk cId="1167218895" sldId="518"/>
            <ac:picMk id="3" creationId="{55A6DC7E-C4F5-D8D4-B810-0AA15228E369}"/>
          </ac:picMkLst>
        </pc:picChg>
        <pc:picChg chg="mod ord">
          <ac:chgData name="Khaled taha" userId="912087602c74ab8a" providerId="LiveId" clId="{58B121E7-63A7-4330-86D4-8A88A1192A57}" dt="2025-07-05T23:05:18.725" v="27271" actId="167"/>
          <ac:picMkLst>
            <pc:docMk/>
            <pc:sldMk cId="1167218895" sldId="518"/>
            <ac:picMk id="7" creationId="{A84704B9-4F98-C525-0468-80404CA6C100}"/>
          </ac:picMkLst>
        </pc:picChg>
        <pc:picChg chg="add mod ord">
          <ac:chgData name="Khaled taha" userId="912087602c74ab8a" providerId="LiveId" clId="{58B121E7-63A7-4330-86D4-8A88A1192A57}" dt="2025-07-05T23:05:18.725" v="27271" actId="167"/>
          <ac:picMkLst>
            <pc:docMk/>
            <pc:sldMk cId="1167218895" sldId="518"/>
            <ac:picMk id="8" creationId="{607B97C4-5F69-8537-86B5-151D9FDD0BBF}"/>
          </ac:picMkLst>
        </pc:picChg>
        <pc:picChg chg="add mod">
          <ac:chgData name="Khaled taha" userId="912087602c74ab8a" providerId="LiveId" clId="{58B121E7-63A7-4330-86D4-8A88A1192A57}" dt="2025-07-05T23:14:52.722" v="27366"/>
          <ac:picMkLst>
            <pc:docMk/>
            <pc:sldMk cId="1167218895" sldId="518"/>
            <ac:picMk id="9" creationId="{4EB87692-7766-9AF6-AC28-404BEA274A50}"/>
          </ac:picMkLst>
        </pc:picChg>
        <pc:picChg chg="del">
          <ac:chgData name="Khaled taha" userId="912087602c74ab8a" providerId="LiveId" clId="{58B121E7-63A7-4330-86D4-8A88A1192A57}" dt="2025-07-05T22:08:26.760" v="26832" actId="478"/>
          <ac:picMkLst>
            <pc:docMk/>
            <pc:sldMk cId="1167218895" sldId="518"/>
            <ac:picMk id="21" creationId="{8C732974-9FD3-BF43-852E-0B95EA9B0301}"/>
          </ac:picMkLst>
        </pc:picChg>
      </pc:sldChg>
      <pc:sldChg chg="addSp delSp modSp add del mod">
        <pc:chgData name="Khaled taha" userId="912087602c74ab8a" providerId="LiveId" clId="{58B121E7-63A7-4330-86D4-8A88A1192A57}" dt="2025-07-05T22:45:32.377" v="27074" actId="47"/>
        <pc:sldMkLst>
          <pc:docMk/>
          <pc:sldMk cId="1905254376" sldId="519"/>
        </pc:sldMkLst>
        <pc:picChg chg="add del mod">
          <ac:chgData name="Khaled taha" userId="912087602c74ab8a" providerId="LiveId" clId="{58B121E7-63A7-4330-86D4-8A88A1192A57}" dt="2025-07-05T22:24:41.784" v="26978" actId="478"/>
          <ac:picMkLst>
            <pc:docMk/>
            <pc:sldMk cId="1905254376" sldId="519"/>
            <ac:picMk id="2" creationId="{2094E65F-C5C2-272E-E0E5-5D8243597533}"/>
          </ac:picMkLst>
        </pc:picChg>
        <pc:picChg chg="add del mod">
          <ac:chgData name="Khaled taha" userId="912087602c74ab8a" providerId="LiveId" clId="{58B121E7-63A7-4330-86D4-8A88A1192A57}" dt="2025-07-05T22:31:08.318" v="26993" actId="478"/>
          <ac:picMkLst>
            <pc:docMk/>
            <pc:sldMk cId="1905254376" sldId="519"/>
            <ac:picMk id="3" creationId="{C3221688-521E-4B7C-02B6-BBD2E7A5449E}"/>
          </ac:picMkLst>
        </pc:picChg>
        <pc:picChg chg="add mod">
          <ac:chgData name="Khaled taha" userId="912087602c74ab8a" providerId="LiveId" clId="{58B121E7-63A7-4330-86D4-8A88A1192A57}" dt="2025-07-05T22:43:34.681" v="27056" actId="1076"/>
          <ac:picMkLst>
            <pc:docMk/>
            <pc:sldMk cId="1905254376" sldId="519"/>
            <ac:picMk id="7" creationId="{2EB9B5DA-2BF3-7863-7270-27D616425F07}"/>
          </ac:picMkLst>
        </pc:picChg>
        <pc:picChg chg="add del mod">
          <ac:chgData name="Khaled taha" userId="912087602c74ab8a" providerId="LiveId" clId="{58B121E7-63A7-4330-86D4-8A88A1192A57}" dt="2025-07-05T22:45:24.582" v="27073" actId="478"/>
          <ac:picMkLst>
            <pc:docMk/>
            <pc:sldMk cId="1905254376" sldId="519"/>
            <ac:picMk id="14" creationId="{F32961CE-86BB-7DD4-4A3E-5C6170BB6160}"/>
          </ac:picMkLst>
        </pc:picChg>
        <pc:picChg chg="del">
          <ac:chgData name="Khaled taha" userId="912087602c74ab8a" providerId="LiveId" clId="{58B121E7-63A7-4330-86D4-8A88A1192A57}" dt="2025-07-05T22:10:13.464" v="26853" actId="478"/>
          <ac:picMkLst>
            <pc:docMk/>
            <pc:sldMk cId="1905254376" sldId="519"/>
            <ac:picMk id="19" creationId="{08DCD028-7D68-84A4-3971-999B7DFC95BC}"/>
          </ac:picMkLst>
        </pc:picChg>
        <pc:picChg chg="del">
          <ac:chgData name="Khaled taha" userId="912087602c74ab8a" providerId="LiveId" clId="{58B121E7-63A7-4330-86D4-8A88A1192A57}" dt="2025-07-05T22:10:35.500" v="26854" actId="478"/>
          <ac:picMkLst>
            <pc:docMk/>
            <pc:sldMk cId="1905254376" sldId="519"/>
            <ac:picMk id="22" creationId="{A6C108F8-36C5-70D5-6BB1-A02C2E79FD53}"/>
          </ac:picMkLst>
        </pc:picChg>
        <pc:picChg chg="del">
          <ac:chgData name="Khaled taha" userId="912087602c74ab8a" providerId="LiveId" clId="{58B121E7-63A7-4330-86D4-8A88A1192A57}" dt="2025-07-05T22:12:19.407" v="26867" actId="478"/>
          <ac:picMkLst>
            <pc:docMk/>
            <pc:sldMk cId="1905254376" sldId="519"/>
            <ac:picMk id="23" creationId="{D48DC9D5-D1B5-8E11-93BC-EB7F7B4259C6}"/>
          </ac:picMkLst>
        </pc:picChg>
      </pc:sldChg>
      <pc:sldChg chg="delSp add del mod">
        <pc:chgData name="Khaled taha" userId="912087602c74ab8a" providerId="LiveId" clId="{58B121E7-63A7-4330-86D4-8A88A1192A57}" dt="2025-07-05T22:17:34.470" v="26903" actId="47"/>
        <pc:sldMkLst>
          <pc:docMk/>
          <pc:sldMk cId="233353420" sldId="520"/>
        </pc:sldMkLst>
        <pc:picChg chg="del">
          <ac:chgData name="Khaled taha" userId="912087602c74ab8a" providerId="LiveId" clId="{58B121E7-63A7-4330-86D4-8A88A1192A57}" dt="2025-07-05T22:17:16.892" v="26899" actId="478"/>
          <ac:picMkLst>
            <pc:docMk/>
            <pc:sldMk cId="233353420" sldId="520"/>
            <ac:picMk id="49" creationId="{15EFAC4A-62C8-B063-BDD2-CB9C4F1FA66B}"/>
          </ac:picMkLst>
        </pc:picChg>
      </pc:sldChg>
      <pc:sldChg chg="addSp delSp modSp add mod">
        <pc:chgData name="Khaled taha" userId="912087602c74ab8a" providerId="LiveId" clId="{58B121E7-63A7-4330-86D4-8A88A1192A57}" dt="2025-07-05T23:14:26.947" v="27361"/>
        <pc:sldMkLst>
          <pc:docMk/>
          <pc:sldMk cId="577675256" sldId="520"/>
        </pc:sldMkLst>
        <pc:spChg chg="add del">
          <ac:chgData name="Khaled taha" userId="912087602c74ab8a" providerId="LiveId" clId="{58B121E7-63A7-4330-86D4-8A88A1192A57}" dt="2025-07-05T22:18:18.356" v="26908" actId="478"/>
          <ac:spMkLst>
            <pc:docMk/>
            <pc:sldMk cId="577675256" sldId="520"/>
            <ac:spMk id="41" creationId="{1CCA53A8-C990-BA37-5727-DB6402919348}"/>
          </ac:spMkLst>
        </pc:spChg>
        <pc:picChg chg="add mod">
          <ac:chgData name="Khaled taha" userId="912087602c74ab8a" providerId="LiveId" clId="{58B121E7-63A7-4330-86D4-8A88A1192A57}" dt="2025-07-05T23:14:26.947" v="27361"/>
          <ac:picMkLst>
            <pc:docMk/>
            <pc:sldMk cId="577675256" sldId="520"/>
            <ac:picMk id="2" creationId="{32490043-4198-244F-BEA6-CD7DCEE32E81}"/>
          </ac:picMkLst>
        </pc:picChg>
        <pc:picChg chg="add mod ord">
          <ac:chgData name="Khaled taha" userId="912087602c74ab8a" providerId="LiveId" clId="{58B121E7-63A7-4330-86D4-8A88A1192A57}" dt="2025-07-05T23:12:39.779" v="27347" actId="1076"/>
          <ac:picMkLst>
            <pc:docMk/>
            <pc:sldMk cId="577675256" sldId="520"/>
            <ac:picMk id="18" creationId="{8B64F2E4-9B7B-FF2C-E96B-C18888DE55F2}"/>
          </ac:picMkLst>
        </pc:picChg>
        <pc:picChg chg="add del mod ord">
          <ac:chgData name="Khaled taha" userId="912087602c74ab8a" providerId="LiveId" clId="{58B121E7-63A7-4330-86D4-8A88A1192A57}" dt="2025-07-05T22:24:32.244" v="26973" actId="478"/>
          <ac:picMkLst>
            <pc:docMk/>
            <pc:sldMk cId="577675256" sldId="520"/>
            <ac:picMk id="19" creationId="{171AFF03-DB68-7F9A-5E93-2E9045CA51C2}"/>
          </ac:picMkLst>
        </pc:picChg>
        <pc:picChg chg="add mod ord">
          <ac:chgData name="Khaled taha" userId="912087602c74ab8a" providerId="LiveId" clId="{58B121E7-63A7-4330-86D4-8A88A1192A57}" dt="2025-07-05T23:12:44.740" v="27348" actId="1076"/>
          <ac:picMkLst>
            <pc:docMk/>
            <pc:sldMk cId="577675256" sldId="520"/>
            <ac:picMk id="30" creationId="{ABB60131-041D-D8C3-B798-A2F217A34E53}"/>
          </ac:picMkLst>
        </pc:picChg>
        <pc:picChg chg="add del">
          <ac:chgData name="Khaled taha" userId="912087602c74ab8a" providerId="LiveId" clId="{58B121E7-63A7-4330-86D4-8A88A1192A57}" dt="2025-07-05T22:18:26.717" v="26912" actId="478"/>
          <ac:picMkLst>
            <pc:docMk/>
            <pc:sldMk cId="577675256" sldId="520"/>
            <ac:picMk id="45" creationId="{B854DD43-34DD-EA3C-C37D-D9942C2DFC9B}"/>
          </ac:picMkLst>
        </pc:picChg>
        <pc:picChg chg="add del">
          <ac:chgData name="Khaled taha" userId="912087602c74ab8a" providerId="LiveId" clId="{58B121E7-63A7-4330-86D4-8A88A1192A57}" dt="2025-07-05T22:18:26.717" v="26912" actId="478"/>
          <ac:picMkLst>
            <pc:docMk/>
            <pc:sldMk cId="577675256" sldId="520"/>
            <ac:picMk id="50" creationId="{7FCB8FC2-7EEE-AA60-D54C-3CCFD235DC88}"/>
          </ac:picMkLst>
        </pc:picChg>
        <pc:picChg chg="add del">
          <ac:chgData name="Khaled taha" userId="912087602c74ab8a" providerId="LiveId" clId="{58B121E7-63A7-4330-86D4-8A88A1192A57}" dt="2025-07-05T22:18:26.717" v="26912" actId="478"/>
          <ac:picMkLst>
            <pc:docMk/>
            <pc:sldMk cId="577675256" sldId="520"/>
            <ac:picMk id="51" creationId="{3E817C73-1589-DDB0-1701-7E0B5172AB81}"/>
          </ac:picMkLst>
        </pc:picChg>
      </pc:sldChg>
      <pc:sldChg chg="add del">
        <pc:chgData name="Khaled taha" userId="912087602c74ab8a" providerId="LiveId" clId="{58B121E7-63A7-4330-86D4-8A88A1192A57}" dt="2025-07-05T22:10:02.667" v="26851"/>
        <pc:sldMkLst>
          <pc:docMk/>
          <pc:sldMk cId="3220062315" sldId="520"/>
        </pc:sldMkLst>
      </pc:sldChg>
      <pc:sldChg chg="addSp delSp modSp add mod">
        <pc:chgData name="Khaled taha" userId="912087602c74ab8a" providerId="LiveId" clId="{58B121E7-63A7-4330-86D4-8A88A1192A57}" dt="2025-07-05T23:20:37.697" v="27436" actId="478"/>
        <pc:sldMkLst>
          <pc:docMk/>
          <pc:sldMk cId="2865049328" sldId="521"/>
        </pc:sldMkLst>
        <pc:picChg chg="add mod">
          <ac:chgData name="Khaled taha" userId="912087602c74ab8a" providerId="LiveId" clId="{58B121E7-63A7-4330-86D4-8A88A1192A57}" dt="2025-07-05T22:48:38.893" v="27099"/>
          <ac:picMkLst>
            <pc:docMk/>
            <pc:sldMk cId="2865049328" sldId="521"/>
            <ac:picMk id="2" creationId="{C4E03DFA-1A95-A025-389E-9231A843FDBF}"/>
          </ac:picMkLst>
        </pc:picChg>
        <pc:picChg chg="add mod ord">
          <ac:chgData name="Khaled taha" userId="912087602c74ab8a" providerId="LiveId" clId="{58B121E7-63A7-4330-86D4-8A88A1192A57}" dt="2025-07-05T23:05:43.993" v="27277" actId="167"/>
          <ac:picMkLst>
            <pc:docMk/>
            <pc:sldMk cId="2865049328" sldId="521"/>
            <ac:picMk id="3" creationId="{25C26B6C-FAF2-FD27-FD4D-61AB50E4191C}"/>
          </ac:picMkLst>
        </pc:picChg>
        <pc:picChg chg="add mod ord">
          <ac:chgData name="Khaled taha" userId="912087602c74ab8a" providerId="LiveId" clId="{58B121E7-63A7-4330-86D4-8A88A1192A57}" dt="2025-07-05T23:05:43.993" v="27277" actId="167"/>
          <ac:picMkLst>
            <pc:docMk/>
            <pc:sldMk cId="2865049328" sldId="521"/>
            <ac:picMk id="7" creationId="{CAF57903-5748-E872-9A2C-A223DE1354F9}"/>
          </ac:picMkLst>
        </pc:picChg>
        <pc:picChg chg="add mod">
          <ac:chgData name="Khaled taha" userId="912087602c74ab8a" providerId="LiveId" clId="{58B121E7-63A7-4330-86D4-8A88A1192A57}" dt="2025-07-05T23:15:01.223" v="27372"/>
          <ac:picMkLst>
            <pc:docMk/>
            <pc:sldMk cId="2865049328" sldId="521"/>
            <ac:picMk id="13" creationId="{DBC0B92F-D5C3-D51E-9DF0-4C47ED0DF0C4}"/>
          </ac:picMkLst>
        </pc:picChg>
        <pc:picChg chg="add del mod">
          <ac:chgData name="Khaled taha" userId="912087602c74ab8a" providerId="LiveId" clId="{58B121E7-63A7-4330-86D4-8A88A1192A57}" dt="2025-07-05T23:20:37.697" v="27436" actId="478"/>
          <ac:picMkLst>
            <pc:docMk/>
            <pc:sldMk cId="2865049328" sldId="521"/>
            <ac:picMk id="14" creationId="{150E96EB-3A28-FF0F-7759-1C693F752DAA}"/>
          </ac:picMkLst>
        </pc:picChg>
        <pc:picChg chg="add del">
          <ac:chgData name="Khaled taha" userId="912087602c74ab8a" providerId="LiveId" clId="{58B121E7-63A7-4330-86D4-8A88A1192A57}" dt="2025-07-05T22:49:07.006" v="27110" actId="478"/>
          <ac:picMkLst>
            <pc:docMk/>
            <pc:sldMk cId="2865049328" sldId="521"/>
            <ac:picMk id="19" creationId="{94BF4FB8-2649-CFEA-B2FF-4F17EF2C793E}"/>
          </ac:picMkLst>
        </pc:picChg>
        <pc:picChg chg="del">
          <ac:chgData name="Khaled taha" userId="912087602c74ab8a" providerId="LiveId" clId="{58B121E7-63A7-4330-86D4-8A88A1192A57}" dt="2025-07-05T22:49:04.356" v="27109" actId="478"/>
          <ac:picMkLst>
            <pc:docMk/>
            <pc:sldMk cId="2865049328" sldId="521"/>
            <ac:picMk id="24" creationId="{A7C36C1D-0D7F-EF0E-B076-96C41CCEF456}"/>
          </ac:picMkLst>
        </pc:picChg>
      </pc:sldChg>
      <pc:sldChg chg="addSp delSp modSp add del mod">
        <pc:chgData name="Khaled taha" userId="912087602c74ab8a" providerId="LiveId" clId="{58B121E7-63A7-4330-86D4-8A88A1192A57}" dt="2025-07-05T23:45:08.233" v="27829" actId="47"/>
        <pc:sldMkLst>
          <pc:docMk/>
          <pc:sldMk cId="722280299" sldId="522"/>
        </pc:sldMkLst>
        <pc:picChg chg="add mod ord">
          <ac:chgData name="Khaled taha" userId="912087602c74ab8a" providerId="LiveId" clId="{58B121E7-63A7-4330-86D4-8A88A1192A57}" dt="2025-07-05T23:05:25.152" v="27273" actId="167"/>
          <ac:picMkLst>
            <pc:docMk/>
            <pc:sldMk cId="722280299" sldId="522"/>
            <ac:picMk id="2" creationId="{99B2D99F-26AD-66EF-4308-53ACDB9467D0}"/>
          </ac:picMkLst>
        </pc:picChg>
        <pc:picChg chg="add mod">
          <ac:chgData name="Khaled taha" userId="912087602c74ab8a" providerId="LiveId" clId="{58B121E7-63A7-4330-86D4-8A88A1192A57}" dt="2025-07-05T23:14:55.218" v="27368"/>
          <ac:picMkLst>
            <pc:docMk/>
            <pc:sldMk cId="722280299" sldId="522"/>
            <ac:picMk id="3" creationId="{B96B121B-0ABD-2215-03DE-F206319AF715}"/>
          </ac:picMkLst>
        </pc:picChg>
        <pc:picChg chg="mod ord">
          <ac:chgData name="Khaled taha" userId="912087602c74ab8a" providerId="LiveId" clId="{58B121E7-63A7-4330-86D4-8A88A1192A57}" dt="2025-07-05T23:05:25.152" v="27273" actId="167"/>
          <ac:picMkLst>
            <pc:docMk/>
            <pc:sldMk cId="722280299" sldId="522"/>
            <ac:picMk id="23" creationId="{2AC70E63-1E98-723A-D7BF-D55732DF4BF3}"/>
          </ac:picMkLst>
        </pc:picChg>
        <pc:picChg chg="del mod">
          <ac:chgData name="Khaled taha" userId="912087602c74ab8a" providerId="LiveId" clId="{58B121E7-63A7-4330-86D4-8A88A1192A57}" dt="2025-07-05T22:45:08.975" v="27070" actId="478"/>
          <ac:picMkLst>
            <pc:docMk/>
            <pc:sldMk cId="722280299" sldId="522"/>
            <ac:picMk id="31" creationId="{7E0524EB-E8D9-DFD5-1F2C-0047887C762F}"/>
          </ac:picMkLst>
        </pc:picChg>
      </pc:sldChg>
      <pc:sldChg chg="addSp delSp modSp add del mod">
        <pc:chgData name="Khaled taha" userId="912087602c74ab8a" providerId="LiveId" clId="{58B121E7-63A7-4330-86D4-8A88A1192A57}" dt="2025-07-05T22:42:04.943" v="27044" actId="47"/>
        <pc:sldMkLst>
          <pc:docMk/>
          <pc:sldMk cId="2872596901" sldId="522"/>
        </pc:sldMkLst>
        <pc:picChg chg="del">
          <ac:chgData name="Khaled taha" userId="912087602c74ab8a" providerId="LiveId" clId="{58B121E7-63A7-4330-86D4-8A88A1192A57}" dt="2025-07-05T22:41:13.373" v="27042" actId="478"/>
          <ac:picMkLst>
            <pc:docMk/>
            <pc:sldMk cId="2872596901" sldId="522"/>
            <ac:picMk id="2" creationId="{3834A4B2-3D50-0EAE-7B48-96DE9A894E66}"/>
          </ac:picMkLst>
        </pc:picChg>
        <pc:picChg chg="add mod">
          <ac:chgData name="Khaled taha" userId="912087602c74ab8a" providerId="LiveId" clId="{58B121E7-63A7-4330-86D4-8A88A1192A57}" dt="2025-07-05T22:41:13.813" v="27043"/>
          <ac:picMkLst>
            <pc:docMk/>
            <pc:sldMk cId="2872596901" sldId="522"/>
            <ac:picMk id="3" creationId="{73A44622-4488-C8C3-E72B-5869E5AB60F7}"/>
          </ac:picMkLst>
        </pc:picChg>
        <pc:picChg chg="del">
          <ac:chgData name="Khaled taha" userId="912087602c74ab8a" providerId="LiveId" clId="{58B121E7-63A7-4330-86D4-8A88A1192A57}" dt="2025-07-05T22:41:13.373" v="27042" actId="478"/>
          <ac:picMkLst>
            <pc:docMk/>
            <pc:sldMk cId="2872596901" sldId="522"/>
            <ac:picMk id="7" creationId="{EDBBCBFE-2CAC-8EF1-D482-F1B93DB2D94D}"/>
          </ac:picMkLst>
        </pc:picChg>
        <pc:picChg chg="add mod">
          <ac:chgData name="Khaled taha" userId="912087602c74ab8a" providerId="LiveId" clId="{58B121E7-63A7-4330-86D4-8A88A1192A57}" dt="2025-07-05T22:41:13.813" v="27043"/>
          <ac:picMkLst>
            <pc:docMk/>
            <pc:sldMk cId="2872596901" sldId="522"/>
            <ac:picMk id="8" creationId="{8A7A6FCF-F41C-C06B-24FD-1727789A2C2C}"/>
          </ac:picMkLst>
        </pc:picChg>
      </pc:sldChg>
      <pc:sldChg chg="addSp delSp modSp add del mod">
        <pc:chgData name="Khaled taha" userId="912087602c74ab8a" providerId="LiveId" clId="{58B121E7-63A7-4330-86D4-8A88A1192A57}" dt="2025-07-05T23:45:05.616" v="27828" actId="47"/>
        <pc:sldMkLst>
          <pc:docMk/>
          <pc:sldMk cId="2489836368" sldId="523"/>
        </pc:sldMkLst>
        <pc:spChg chg="mod">
          <ac:chgData name="Khaled taha" userId="912087602c74ab8a" providerId="LiveId" clId="{58B121E7-63A7-4330-86D4-8A88A1192A57}" dt="2025-07-05T22:51:03.537" v="27124" actId="1076"/>
          <ac:spMkLst>
            <pc:docMk/>
            <pc:sldMk cId="2489836368" sldId="523"/>
            <ac:spMk id="18" creationId="{CB3D30B7-6FC1-9B00-501C-38417818A44A}"/>
          </ac:spMkLst>
        </pc:spChg>
        <pc:picChg chg="del">
          <ac:chgData name="Khaled taha" userId="912087602c74ab8a" providerId="LiveId" clId="{58B121E7-63A7-4330-86D4-8A88A1192A57}" dt="2025-07-05T22:50:16.152" v="27116" actId="478"/>
          <ac:picMkLst>
            <pc:docMk/>
            <pc:sldMk cId="2489836368" sldId="523"/>
            <ac:picMk id="2" creationId="{74D517C3-AEB9-48AD-6BEC-9D077A2340E6}"/>
          </ac:picMkLst>
        </pc:picChg>
        <pc:picChg chg="add mod ord">
          <ac:chgData name="Khaled taha" userId="912087602c74ab8a" providerId="LiveId" clId="{58B121E7-63A7-4330-86D4-8A88A1192A57}" dt="2025-07-05T23:05:31.744" v="27274" actId="167"/>
          <ac:picMkLst>
            <pc:docMk/>
            <pc:sldMk cId="2489836368" sldId="523"/>
            <ac:picMk id="3" creationId="{5857EF09-24F5-9084-AA49-E28A5515DCCB}"/>
          </ac:picMkLst>
        </pc:picChg>
        <pc:picChg chg="add mod">
          <ac:chgData name="Khaled taha" userId="912087602c74ab8a" providerId="LiveId" clId="{58B121E7-63A7-4330-86D4-8A88A1192A57}" dt="2025-07-05T23:14:57.025" v="27369"/>
          <ac:picMkLst>
            <pc:docMk/>
            <pc:sldMk cId="2489836368" sldId="523"/>
            <ac:picMk id="7" creationId="{8CB4FD87-F7A4-AE54-4F8D-B56FDA20D334}"/>
          </ac:picMkLst>
        </pc:picChg>
        <pc:picChg chg="ord">
          <ac:chgData name="Khaled taha" userId="912087602c74ab8a" providerId="LiveId" clId="{58B121E7-63A7-4330-86D4-8A88A1192A57}" dt="2025-07-05T23:05:31.744" v="27274" actId="167"/>
          <ac:picMkLst>
            <pc:docMk/>
            <pc:sldMk cId="2489836368" sldId="523"/>
            <ac:picMk id="23" creationId="{D40B08E9-A869-321C-AAF0-5E8ECCA7EF98}"/>
          </ac:picMkLst>
        </pc:picChg>
      </pc:sldChg>
      <pc:sldChg chg="addSp delSp modSp add del mod">
        <pc:chgData name="Khaled taha" userId="912087602c74ab8a" providerId="LiveId" clId="{58B121E7-63A7-4330-86D4-8A88A1192A57}" dt="2025-07-05T23:21:37.666" v="27446" actId="47"/>
        <pc:sldMkLst>
          <pc:docMk/>
          <pc:sldMk cId="2409708044" sldId="524"/>
        </pc:sldMkLst>
        <pc:spChg chg="del">
          <ac:chgData name="Khaled taha" userId="912087602c74ab8a" providerId="LiveId" clId="{58B121E7-63A7-4330-86D4-8A88A1192A57}" dt="2025-07-05T23:21:19.282" v="27438" actId="478"/>
          <ac:spMkLst>
            <pc:docMk/>
            <pc:sldMk cId="2409708044" sldId="524"/>
            <ac:spMk id="18" creationId="{4E05E42A-3957-ADAE-CE70-4448EA7E7625}"/>
          </ac:spMkLst>
        </pc:spChg>
        <pc:picChg chg="add mod ord">
          <ac:chgData name="Khaled taha" userId="912087602c74ab8a" providerId="LiveId" clId="{58B121E7-63A7-4330-86D4-8A88A1192A57}" dt="2025-07-05T23:05:36.377" v="27275" actId="167"/>
          <ac:picMkLst>
            <pc:docMk/>
            <pc:sldMk cId="2409708044" sldId="524"/>
            <ac:picMk id="2" creationId="{80B9F046-7B99-4255-C2DA-9DD5624FC71A}"/>
          </ac:picMkLst>
        </pc:picChg>
        <pc:picChg chg="mod">
          <ac:chgData name="Khaled taha" userId="912087602c74ab8a" providerId="LiveId" clId="{58B121E7-63A7-4330-86D4-8A88A1192A57}" dt="2025-07-05T22:52:10.382" v="27131" actId="1076"/>
          <ac:picMkLst>
            <pc:docMk/>
            <pc:sldMk cId="2409708044" sldId="524"/>
            <ac:picMk id="3" creationId="{230ECD76-DFB0-EB01-34B9-C4D4B7099019}"/>
          </ac:picMkLst>
        </pc:picChg>
        <pc:picChg chg="add del mod">
          <ac:chgData name="Khaled taha" userId="912087602c74ab8a" providerId="LiveId" clId="{58B121E7-63A7-4330-86D4-8A88A1192A57}" dt="2025-07-05T23:21:18.647" v="27437" actId="478"/>
          <ac:picMkLst>
            <pc:docMk/>
            <pc:sldMk cId="2409708044" sldId="524"/>
            <ac:picMk id="7" creationId="{DDE9A0CA-50D2-A896-4971-12A14FF33591}"/>
          </ac:picMkLst>
        </pc:picChg>
        <pc:picChg chg="del">
          <ac:chgData name="Khaled taha" userId="912087602c74ab8a" providerId="LiveId" clId="{58B121E7-63A7-4330-86D4-8A88A1192A57}" dt="2025-07-05T22:52:05.973" v="27130" actId="478"/>
          <ac:picMkLst>
            <pc:docMk/>
            <pc:sldMk cId="2409708044" sldId="524"/>
            <ac:picMk id="23" creationId="{EAE07036-C551-EA04-73DA-2040C2F6CB6F}"/>
          </ac:picMkLst>
        </pc:picChg>
      </pc:sldChg>
      <pc:sldChg chg="addSp delSp modSp add mod">
        <pc:chgData name="Khaled taha" userId="912087602c74ab8a" providerId="LiveId" clId="{58B121E7-63A7-4330-86D4-8A88A1192A57}" dt="2025-07-05T23:15:06.514" v="27375"/>
        <pc:sldMkLst>
          <pc:docMk/>
          <pc:sldMk cId="3239115620" sldId="525"/>
        </pc:sldMkLst>
        <pc:picChg chg="add mod ord">
          <ac:chgData name="Khaled taha" userId="912087602c74ab8a" providerId="LiveId" clId="{58B121E7-63A7-4330-86D4-8A88A1192A57}" dt="2025-07-05T23:05:55.937" v="27279" actId="167"/>
          <ac:picMkLst>
            <pc:docMk/>
            <pc:sldMk cId="3239115620" sldId="525"/>
            <ac:picMk id="2" creationId="{37F28B8B-86F5-7B28-FB57-399114F27526}"/>
          </ac:picMkLst>
        </pc:picChg>
        <pc:picChg chg="add mod">
          <ac:chgData name="Khaled taha" userId="912087602c74ab8a" providerId="LiveId" clId="{58B121E7-63A7-4330-86D4-8A88A1192A57}" dt="2025-07-05T23:07:52.436" v="27304"/>
          <ac:picMkLst>
            <pc:docMk/>
            <pc:sldMk cId="3239115620" sldId="525"/>
            <ac:picMk id="3" creationId="{43521575-FC4B-A14B-91FF-FF99EBEB9EA1}"/>
          </ac:picMkLst>
        </pc:picChg>
        <pc:picChg chg="add mod">
          <ac:chgData name="Khaled taha" userId="912087602c74ab8a" providerId="LiveId" clId="{58B121E7-63A7-4330-86D4-8A88A1192A57}" dt="2025-07-05T23:15:06.514" v="27375"/>
          <ac:picMkLst>
            <pc:docMk/>
            <pc:sldMk cId="3239115620" sldId="525"/>
            <ac:picMk id="4" creationId="{F279129D-F84E-5411-DA0B-E5B3776E5A58}"/>
          </ac:picMkLst>
        </pc:picChg>
        <pc:picChg chg="del">
          <ac:chgData name="Khaled taha" userId="912087602c74ab8a" providerId="LiveId" clId="{58B121E7-63A7-4330-86D4-8A88A1192A57}" dt="2025-07-05T22:54:18.701" v="27149" actId="478"/>
          <ac:picMkLst>
            <pc:docMk/>
            <pc:sldMk cId="3239115620" sldId="525"/>
            <ac:picMk id="30" creationId="{739CE462-6CA5-B3BB-48CC-73D908B3504D}"/>
          </ac:picMkLst>
        </pc:picChg>
        <pc:picChg chg="mod ord">
          <ac:chgData name="Khaled taha" userId="912087602c74ab8a" providerId="LiveId" clId="{58B121E7-63A7-4330-86D4-8A88A1192A57}" dt="2025-07-05T23:05:55.937" v="27279" actId="167"/>
          <ac:picMkLst>
            <pc:docMk/>
            <pc:sldMk cId="3239115620" sldId="525"/>
            <ac:picMk id="31" creationId="{76C0BA6F-6C1C-0425-E084-99B467CDFF6D}"/>
          </ac:picMkLst>
        </pc:picChg>
      </pc:sldChg>
      <pc:sldChg chg="addSp delSp modSp add mod">
        <pc:chgData name="Khaled taha" userId="912087602c74ab8a" providerId="LiveId" clId="{58B121E7-63A7-4330-86D4-8A88A1192A57}" dt="2025-07-05T23:15:09.082" v="27376"/>
        <pc:sldMkLst>
          <pc:docMk/>
          <pc:sldMk cId="68676347" sldId="526"/>
        </pc:sldMkLst>
        <pc:spChg chg="mod">
          <ac:chgData name="Khaled taha" userId="912087602c74ab8a" providerId="LiveId" clId="{58B121E7-63A7-4330-86D4-8A88A1192A57}" dt="2025-07-05T22:55:56.201" v="27163" actId="1076"/>
          <ac:spMkLst>
            <pc:docMk/>
            <pc:sldMk cId="68676347" sldId="526"/>
            <ac:spMk id="21" creationId="{1CD0836B-4736-E435-65C1-E6307D0639FE}"/>
          </ac:spMkLst>
        </pc:spChg>
        <pc:picChg chg="mod ord">
          <ac:chgData name="Khaled taha" userId="912087602c74ab8a" providerId="LiveId" clId="{58B121E7-63A7-4330-86D4-8A88A1192A57}" dt="2025-07-05T23:10:52.180" v="27336" actId="1076"/>
          <ac:picMkLst>
            <pc:docMk/>
            <pc:sldMk cId="68676347" sldId="526"/>
            <ac:picMk id="2" creationId="{03163141-D6BB-F73E-6B94-D4D80F12BBFC}"/>
          </ac:picMkLst>
        </pc:picChg>
        <pc:picChg chg="add mod ord">
          <ac:chgData name="Khaled taha" userId="912087602c74ab8a" providerId="LiveId" clId="{58B121E7-63A7-4330-86D4-8A88A1192A57}" dt="2025-07-05T23:10:58.325" v="27337" actId="1076"/>
          <ac:picMkLst>
            <pc:docMk/>
            <pc:sldMk cId="68676347" sldId="526"/>
            <ac:picMk id="3" creationId="{647BA57C-4D6E-EFD5-386D-45EED1BD8590}"/>
          </ac:picMkLst>
        </pc:picChg>
        <pc:picChg chg="add mod">
          <ac:chgData name="Khaled taha" userId="912087602c74ab8a" providerId="LiveId" clId="{58B121E7-63A7-4330-86D4-8A88A1192A57}" dt="2025-07-05T23:08:26.793" v="27311" actId="1076"/>
          <ac:picMkLst>
            <pc:docMk/>
            <pc:sldMk cId="68676347" sldId="526"/>
            <ac:picMk id="4" creationId="{F998E7FB-C36B-7D8C-D54D-F249E88BF945}"/>
          </ac:picMkLst>
        </pc:picChg>
        <pc:picChg chg="add mod">
          <ac:chgData name="Khaled taha" userId="912087602c74ab8a" providerId="LiveId" clId="{58B121E7-63A7-4330-86D4-8A88A1192A57}" dt="2025-07-05T23:15:09.082" v="27376"/>
          <ac:picMkLst>
            <pc:docMk/>
            <pc:sldMk cId="68676347" sldId="526"/>
            <ac:picMk id="7" creationId="{5FAFC363-757B-DC55-3B50-2A49D4734EED}"/>
          </ac:picMkLst>
        </pc:picChg>
        <pc:picChg chg="del">
          <ac:chgData name="Khaled taha" userId="912087602c74ab8a" providerId="LiveId" clId="{58B121E7-63A7-4330-86D4-8A88A1192A57}" dt="2025-07-05T22:55:18.745" v="27157" actId="478"/>
          <ac:picMkLst>
            <pc:docMk/>
            <pc:sldMk cId="68676347" sldId="526"/>
            <ac:picMk id="31" creationId="{A031EA3A-5E64-18D6-40DA-CDE913230643}"/>
          </ac:picMkLst>
        </pc:picChg>
      </pc:sldChg>
      <pc:sldChg chg="addSp delSp modSp add mod">
        <pc:chgData name="Khaled taha" userId="912087602c74ab8a" providerId="LiveId" clId="{58B121E7-63A7-4330-86D4-8A88A1192A57}" dt="2025-07-05T23:15:12.881" v="27378"/>
        <pc:sldMkLst>
          <pc:docMk/>
          <pc:sldMk cId="3854323352" sldId="527"/>
        </pc:sldMkLst>
        <pc:picChg chg="add mod ord">
          <ac:chgData name="Khaled taha" userId="912087602c74ab8a" providerId="LiveId" clId="{58B121E7-63A7-4330-86D4-8A88A1192A57}" dt="2025-07-05T23:10:03.308" v="27333" actId="1076"/>
          <ac:picMkLst>
            <pc:docMk/>
            <pc:sldMk cId="3854323352" sldId="527"/>
            <ac:picMk id="2" creationId="{24878A52-F565-4C0D-08A1-8C17A0AF6BD9}"/>
          </ac:picMkLst>
        </pc:picChg>
        <pc:picChg chg="add mod">
          <ac:chgData name="Khaled taha" userId="912087602c74ab8a" providerId="LiveId" clId="{58B121E7-63A7-4330-86D4-8A88A1192A57}" dt="2025-07-05T23:07:45.127" v="27301"/>
          <ac:picMkLst>
            <pc:docMk/>
            <pc:sldMk cId="3854323352" sldId="527"/>
            <ac:picMk id="3" creationId="{C01DC6AE-69C8-BE6C-BA59-8BD2E11E3E2B}"/>
          </ac:picMkLst>
        </pc:picChg>
        <pc:picChg chg="add mod">
          <ac:chgData name="Khaled taha" userId="912087602c74ab8a" providerId="LiveId" clId="{58B121E7-63A7-4330-86D4-8A88A1192A57}" dt="2025-07-05T23:15:12.881" v="27378"/>
          <ac:picMkLst>
            <pc:docMk/>
            <pc:sldMk cId="3854323352" sldId="527"/>
            <ac:picMk id="7" creationId="{595745DC-80DF-B1C3-1A26-45ACBBE8D53C}"/>
          </ac:picMkLst>
        </pc:picChg>
        <pc:picChg chg="del">
          <ac:chgData name="Khaled taha" userId="912087602c74ab8a" providerId="LiveId" clId="{58B121E7-63A7-4330-86D4-8A88A1192A57}" dt="2025-07-05T22:57:03.744" v="27175" actId="478"/>
          <ac:picMkLst>
            <pc:docMk/>
            <pc:sldMk cId="3854323352" sldId="527"/>
            <ac:picMk id="19" creationId="{C84CD584-5BFC-F84C-61B0-9ED601DF0E6E}"/>
          </ac:picMkLst>
        </pc:picChg>
        <pc:picChg chg="mod ord">
          <ac:chgData name="Khaled taha" userId="912087602c74ab8a" providerId="LiveId" clId="{58B121E7-63A7-4330-86D4-8A88A1192A57}" dt="2025-07-05T23:09:57.131" v="27332" actId="1076"/>
          <ac:picMkLst>
            <pc:docMk/>
            <pc:sldMk cId="3854323352" sldId="527"/>
            <ac:picMk id="20" creationId="{C43179AD-8E6C-B80D-BCBC-F649402D0E05}"/>
          </ac:picMkLst>
        </pc:picChg>
      </pc:sldChg>
      <pc:sldChg chg="addSp delSp modSp add mod">
        <pc:chgData name="Khaled taha" userId="912087602c74ab8a" providerId="LiveId" clId="{58B121E7-63A7-4330-86D4-8A88A1192A57}" dt="2025-07-06T05:46:40.098" v="33215" actId="478"/>
        <pc:sldMkLst>
          <pc:docMk/>
          <pc:sldMk cId="181023444" sldId="528"/>
        </pc:sldMkLst>
        <pc:spChg chg="add del mod">
          <ac:chgData name="Khaled taha" userId="912087602c74ab8a" providerId="LiveId" clId="{58B121E7-63A7-4330-86D4-8A88A1192A57}" dt="2025-07-06T05:46:40.098" v="33215" actId="478"/>
          <ac:spMkLst>
            <pc:docMk/>
            <pc:sldMk cId="181023444" sldId="528"/>
            <ac:spMk id="17" creationId="{CBBEFC18-3178-DD7F-5A61-A5587E5350D9}"/>
          </ac:spMkLst>
        </pc:spChg>
        <pc:spChg chg="add del mod">
          <ac:chgData name="Khaled taha" userId="912087602c74ab8a" providerId="LiveId" clId="{58B121E7-63A7-4330-86D4-8A88A1192A57}" dt="2025-07-06T05:46:40.098" v="33215" actId="478"/>
          <ac:spMkLst>
            <pc:docMk/>
            <pc:sldMk cId="181023444" sldId="528"/>
            <ac:spMk id="19" creationId="{8E8B9CE9-72EE-CD4C-E0D3-411EF527A57E}"/>
          </ac:spMkLst>
        </pc:spChg>
        <pc:spChg chg="add del mod">
          <ac:chgData name="Khaled taha" userId="912087602c74ab8a" providerId="LiveId" clId="{58B121E7-63A7-4330-86D4-8A88A1192A57}" dt="2025-07-06T05:46:40.098" v="33215" actId="478"/>
          <ac:spMkLst>
            <pc:docMk/>
            <pc:sldMk cId="181023444" sldId="528"/>
            <ac:spMk id="21" creationId="{A358680F-43B2-5E66-3B55-6D9AE1F06F33}"/>
          </ac:spMkLst>
        </pc:spChg>
        <pc:spChg chg="add del mod">
          <ac:chgData name="Khaled taha" userId="912087602c74ab8a" providerId="LiveId" clId="{58B121E7-63A7-4330-86D4-8A88A1192A57}" dt="2025-07-06T05:46:40.098" v="33215" actId="478"/>
          <ac:spMkLst>
            <pc:docMk/>
            <pc:sldMk cId="181023444" sldId="528"/>
            <ac:spMk id="22" creationId="{A966B234-5E8A-DFA0-7B97-052950E155F8}"/>
          </ac:spMkLst>
        </pc:spChg>
        <pc:spChg chg="add del mod">
          <ac:chgData name="Khaled taha" userId="912087602c74ab8a" providerId="LiveId" clId="{58B121E7-63A7-4330-86D4-8A88A1192A57}" dt="2025-07-06T05:46:40.098" v="33215" actId="478"/>
          <ac:spMkLst>
            <pc:docMk/>
            <pc:sldMk cId="181023444" sldId="528"/>
            <ac:spMk id="23" creationId="{0DEC20CC-AACB-86F3-CF72-FFD5E1DFCC48}"/>
          </ac:spMkLst>
        </pc:spChg>
        <pc:picChg chg="mod ord">
          <ac:chgData name="Khaled taha" userId="912087602c74ab8a" providerId="LiveId" clId="{58B121E7-63A7-4330-86D4-8A88A1192A57}" dt="2025-07-05T23:09:42.115" v="27330" actId="1076"/>
          <ac:picMkLst>
            <pc:docMk/>
            <pc:sldMk cId="181023444" sldId="528"/>
            <ac:picMk id="2" creationId="{0942D205-4322-0B54-FF71-A57F00985129}"/>
          </ac:picMkLst>
        </pc:picChg>
        <pc:picChg chg="add del mod">
          <ac:chgData name="Khaled taha" userId="912087602c74ab8a" providerId="LiveId" clId="{58B121E7-63A7-4330-86D4-8A88A1192A57}" dt="2025-07-05T22:58:16.039" v="27192" actId="478"/>
          <ac:picMkLst>
            <pc:docMk/>
            <pc:sldMk cId="181023444" sldId="528"/>
            <ac:picMk id="3" creationId="{3798C380-2D0E-2BE7-5D18-11DF3991598B}"/>
          </ac:picMkLst>
        </pc:picChg>
        <pc:picChg chg="add mod ord">
          <ac:chgData name="Khaled taha" userId="912087602c74ab8a" providerId="LiveId" clId="{58B121E7-63A7-4330-86D4-8A88A1192A57}" dt="2025-07-05T23:09:47.420" v="27331" actId="1076"/>
          <ac:picMkLst>
            <pc:docMk/>
            <pc:sldMk cId="181023444" sldId="528"/>
            <ac:picMk id="7" creationId="{FBE3F6B9-1D73-0A5D-F89E-E2990A0929D1}"/>
          </ac:picMkLst>
        </pc:picChg>
        <pc:picChg chg="add mod">
          <ac:chgData name="Khaled taha" userId="912087602c74ab8a" providerId="LiveId" clId="{58B121E7-63A7-4330-86D4-8A88A1192A57}" dt="2025-07-05T23:07:40.743" v="27300"/>
          <ac:picMkLst>
            <pc:docMk/>
            <pc:sldMk cId="181023444" sldId="528"/>
            <ac:picMk id="13" creationId="{2BA2674B-CDE5-02E0-74FE-6F6BA6A1901D}"/>
          </ac:picMkLst>
        </pc:picChg>
        <pc:picChg chg="add mod">
          <ac:chgData name="Khaled taha" userId="912087602c74ab8a" providerId="LiveId" clId="{58B121E7-63A7-4330-86D4-8A88A1192A57}" dt="2025-07-06T05:45:34.056" v="33207" actId="1076"/>
          <ac:picMkLst>
            <pc:docMk/>
            <pc:sldMk cId="181023444" sldId="528"/>
            <ac:picMk id="15" creationId="{E9244D54-CBDC-B2D6-7584-00971B2B1DB8}"/>
          </ac:picMkLst>
        </pc:picChg>
        <pc:picChg chg="del">
          <ac:chgData name="Khaled taha" userId="912087602c74ab8a" providerId="LiveId" clId="{58B121E7-63A7-4330-86D4-8A88A1192A57}" dt="2025-07-05T22:57:56.520" v="27188" actId="478"/>
          <ac:picMkLst>
            <pc:docMk/>
            <pc:sldMk cId="181023444" sldId="528"/>
            <ac:picMk id="20" creationId="{D2E03201-EA0F-60A4-BAD8-E02F47D612D2}"/>
          </ac:picMkLst>
        </pc:picChg>
      </pc:sldChg>
      <pc:sldChg chg="addSp delSp modSp add del mod">
        <pc:chgData name="Khaled taha" userId="912087602c74ab8a" providerId="LiveId" clId="{58B121E7-63A7-4330-86D4-8A88A1192A57}" dt="2025-07-05T23:03:00.269" v="27249" actId="47"/>
        <pc:sldMkLst>
          <pc:docMk/>
          <pc:sldMk cId="2795248679" sldId="529"/>
        </pc:sldMkLst>
        <pc:picChg chg="del">
          <ac:chgData name="Khaled taha" userId="912087602c74ab8a" providerId="LiveId" clId="{58B121E7-63A7-4330-86D4-8A88A1192A57}" dt="2025-07-05T22:58:49.339" v="27200" actId="478"/>
          <ac:picMkLst>
            <pc:docMk/>
            <pc:sldMk cId="2795248679" sldId="529"/>
            <ac:picMk id="2" creationId="{093B5558-B56F-0669-A8C7-37A9C5E70B3E}"/>
          </ac:picMkLst>
        </pc:picChg>
        <pc:picChg chg="add mod">
          <ac:chgData name="Khaled taha" userId="912087602c74ab8a" providerId="LiveId" clId="{58B121E7-63A7-4330-86D4-8A88A1192A57}" dt="2025-07-05T22:59:29.483" v="27210" actId="1076"/>
          <ac:picMkLst>
            <pc:docMk/>
            <pc:sldMk cId="2795248679" sldId="529"/>
            <ac:picMk id="3" creationId="{DFD30FA9-3C46-7F28-32C2-42678C314AAC}"/>
          </ac:picMkLst>
        </pc:picChg>
        <pc:picChg chg="mod">
          <ac:chgData name="Khaled taha" userId="912087602c74ab8a" providerId="LiveId" clId="{58B121E7-63A7-4330-86D4-8A88A1192A57}" dt="2025-07-05T22:58:52.593" v="27201" actId="1076"/>
          <ac:picMkLst>
            <pc:docMk/>
            <pc:sldMk cId="2795248679" sldId="529"/>
            <ac:picMk id="7" creationId="{5304A3DC-CA04-A622-2754-10E14695E311}"/>
          </ac:picMkLst>
        </pc:picChg>
      </pc:sldChg>
      <pc:sldChg chg="addSp delSp modSp add del mod">
        <pc:chgData name="Khaled taha" userId="912087602c74ab8a" providerId="LiveId" clId="{58B121E7-63A7-4330-86D4-8A88A1192A57}" dt="2025-07-05T23:04:09.979" v="27263" actId="47"/>
        <pc:sldMkLst>
          <pc:docMk/>
          <pc:sldMk cId="3248660033" sldId="530"/>
        </pc:sldMkLst>
        <pc:picChg chg="add del mod">
          <ac:chgData name="Khaled taha" userId="912087602c74ab8a" providerId="LiveId" clId="{58B121E7-63A7-4330-86D4-8A88A1192A57}" dt="2025-07-05T23:03:06.421" v="27252" actId="21"/>
          <ac:picMkLst>
            <pc:docMk/>
            <pc:sldMk cId="3248660033" sldId="530"/>
            <ac:picMk id="2" creationId="{3F91CC4D-06DC-70AA-D58E-5B9A1E021405}"/>
          </ac:picMkLst>
        </pc:picChg>
        <pc:picChg chg="del mod">
          <ac:chgData name="Khaled taha" userId="912087602c74ab8a" providerId="LiveId" clId="{58B121E7-63A7-4330-86D4-8A88A1192A57}" dt="2025-07-05T23:03:06.421" v="27252" actId="21"/>
          <ac:picMkLst>
            <pc:docMk/>
            <pc:sldMk cId="3248660033" sldId="530"/>
            <ac:picMk id="3" creationId="{049665EA-5B78-9139-ECC0-F26EDF2A2305}"/>
          </ac:picMkLst>
        </pc:picChg>
        <pc:picChg chg="del mod">
          <ac:chgData name="Khaled taha" userId="912087602c74ab8a" providerId="LiveId" clId="{58B121E7-63A7-4330-86D4-8A88A1192A57}" dt="2025-07-05T22:59:47.888" v="27214" actId="478"/>
          <ac:picMkLst>
            <pc:docMk/>
            <pc:sldMk cId="3248660033" sldId="530"/>
            <ac:picMk id="7" creationId="{6C980612-7B0C-2ABF-84E8-66C594DEC6C6}"/>
          </ac:picMkLst>
        </pc:picChg>
      </pc:sldChg>
      <pc:sldChg chg="addSp delSp modSp add del mod">
        <pc:chgData name="Khaled taha" userId="912087602c74ab8a" providerId="LiveId" clId="{58B121E7-63A7-4330-86D4-8A88A1192A57}" dt="2025-07-05T23:04:09.979" v="27263" actId="47"/>
        <pc:sldMkLst>
          <pc:docMk/>
          <pc:sldMk cId="1940487805" sldId="531"/>
        </pc:sldMkLst>
        <pc:picChg chg="del mod">
          <ac:chgData name="Khaled taha" userId="912087602c74ab8a" providerId="LiveId" clId="{58B121E7-63A7-4330-86D4-8A88A1192A57}" dt="2025-07-05T23:03:26.787" v="27255" actId="21"/>
          <ac:picMkLst>
            <pc:docMk/>
            <pc:sldMk cId="1940487805" sldId="531"/>
            <ac:picMk id="2" creationId="{88A5FEF3-0D66-1CEA-1481-75D6AB109FEF}"/>
          </ac:picMkLst>
        </pc:picChg>
        <pc:picChg chg="del">
          <ac:chgData name="Khaled taha" userId="912087602c74ab8a" providerId="LiveId" clId="{58B121E7-63A7-4330-86D4-8A88A1192A57}" dt="2025-07-05T23:01:01.423" v="27227" actId="478"/>
          <ac:picMkLst>
            <pc:docMk/>
            <pc:sldMk cId="1940487805" sldId="531"/>
            <ac:picMk id="3" creationId="{F546865B-2250-A76E-211F-06DDE8A6DDCC}"/>
          </ac:picMkLst>
        </pc:picChg>
        <pc:picChg chg="add del mod">
          <ac:chgData name="Khaled taha" userId="912087602c74ab8a" providerId="LiveId" clId="{58B121E7-63A7-4330-86D4-8A88A1192A57}" dt="2025-07-05T23:01:38.739" v="27232" actId="478"/>
          <ac:picMkLst>
            <pc:docMk/>
            <pc:sldMk cId="1940487805" sldId="531"/>
            <ac:picMk id="7" creationId="{14426C57-1398-59B0-2A4E-2E79A1456297}"/>
          </ac:picMkLst>
        </pc:picChg>
        <pc:picChg chg="add del mod">
          <ac:chgData name="Khaled taha" userId="912087602c74ab8a" providerId="LiveId" clId="{58B121E7-63A7-4330-86D4-8A88A1192A57}" dt="2025-07-05T23:03:26.787" v="27255" actId="21"/>
          <ac:picMkLst>
            <pc:docMk/>
            <pc:sldMk cId="1940487805" sldId="531"/>
            <ac:picMk id="13" creationId="{6941CC83-AF9A-7DB8-518D-190E5275090B}"/>
          </ac:picMkLst>
        </pc:picChg>
      </pc:sldChg>
      <pc:sldChg chg="delSp modSp add del mod">
        <pc:chgData name="Khaled taha" userId="912087602c74ab8a" providerId="LiveId" clId="{58B121E7-63A7-4330-86D4-8A88A1192A57}" dt="2025-07-05T23:04:09.979" v="27263" actId="47"/>
        <pc:sldMkLst>
          <pc:docMk/>
          <pc:sldMk cId="3488257834" sldId="532"/>
        </pc:sldMkLst>
        <pc:picChg chg="del">
          <ac:chgData name="Khaled taha" userId="912087602c74ab8a" providerId="LiveId" clId="{58B121E7-63A7-4330-86D4-8A88A1192A57}" dt="2025-07-05T23:02:19.369" v="27241" actId="478"/>
          <ac:picMkLst>
            <pc:docMk/>
            <pc:sldMk cId="3488257834" sldId="532"/>
            <ac:picMk id="2" creationId="{33F23067-07F0-F05A-14AA-424D545D4B2A}"/>
          </ac:picMkLst>
        </pc:picChg>
        <pc:picChg chg="del mod">
          <ac:chgData name="Khaled taha" userId="912087602c74ab8a" providerId="LiveId" clId="{58B121E7-63A7-4330-86D4-8A88A1192A57}" dt="2025-07-05T23:03:58.612" v="27260" actId="21"/>
          <ac:picMkLst>
            <pc:docMk/>
            <pc:sldMk cId="3488257834" sldId="532"/>
            <ac:picMk id="13" creationId="{71ABCF69-0121-206B-FA5D-3797AFE07C8A}"/>
          </ac:picMkLst>
        </pc:picChg>
      </pc:sldChg>
      <pc:sldChg chg="addSp delSp modSp add mod">
        <pc:chgData name="Khaled taha" userId="912087602c74ab8a" providerId="LiveId" clId="{58B121E7-63A7-4330-86D4-8A88A1192A57}" dt="2025-07-06T05:46:27.657" v="33214" actId="478"/>
        <pc:sldMkLst>
          <pc:docMk/>
          <pc:sldMk cId="3278964175" sldId="533"/>
        </pc:sldMkLst>
        <pc:spChg chg="add del mod">
          <ac:chgData name="Khaled taha" userId="912087602c74ab8a" providerId="LiveId" clId="{58B121E7-63A7-4330-86D4-8A88A1192A57}" dt="2025-07-06T05:46:27.657" v="33214" actId="478"/>
          <ac:spMkLst>
            <pc:docMk/>
            <pc:sldMk cId="3278964175" sldId="533"/>
            <ac:spMk id="7" creationId="{3CDFA528-3BD4-F8DE-0566-D95E524DB676}"/>
          </ac:spMkLst>
        </pc:spChg>
        <pc:spChg chg="add del mod">
          <ac:chgData name="Khaled taha" userId="912087602c74ab8a" providerId="LiveId" clId="{58B121E7-63A7-4330-86D4-8A88A1192A57}" dt="2025-07-06T05:46:27.657" v="33214" actId="478"/>
          <ac:spMkLst>
            <pc:docMk/>
            <pc:sldMk cId="3278964175" sldId="533"/>
            <ac:spMk id="12" creationId="{C63C92A9-6772-00E4-8642-B9C0AAF40F25}"/>
          </ac:spMkLst>
        </pc:spChg>
        <pc:spChg chg="add del mod">
          <ac:chgData name="Khaled taha" userId="912087602c74ab8a" providerId="LiveId" clId="{58B121E7-63A7-4330-86D4-8A88A1192A57}" dt="2025-07-06T05:46:27.657" v="33214" actId="478"/>
          <ac:spMkLst>
            <pc:docMk/>
            <pc:sldMk cId="3278964175" sldId="533"/>
            <ac:spMk id="13" creationId="{F0543EDA-6626-C8FE-8EA6-373D6736DCC9}"/>
          </ac:spMkLst>
        </pc:spChg>
        <pc:spChg chg="add del mod">
          <ac:chgData name="Khaled taha" userId="912087602c74ab8a" providerId="LiveId" clId="{58B121E7-63A7-4330-86D4-8A88A1192A57}" dt="2025-07-06T05:46:27.657" v="33214" actId="478"/>
          <ac:spMkLst>
            <pc:docMk/>
            <pc:sldMk cId="3278964175" sldId="533"/>
            <ac:spMk id="15" creationId="{6CAB629D-445D-9AE3-61CB-E08020B80365}"/>
          </ac:spMkLst>
        </pc:spChg>
        <pc:spChg chg="add del mod">
          <ac:chgData name="Khaled taha" userId="912087602c74ab8a" providerId="LiveId" clId="{58B121E7-63A7-4330-86D4-8A88A1192A57}" dt="2025-07-06T05:46:27.657" v="33214" actId="478"/>
          <ac:spMkLst>
            <pc:docMk/>
            <pc:sldMk cId="3278964175" sldId="533"/>
            <ac:spMk id="18" creationId="{A6FE37E2-AA22-211D-B913-9AB4FC6BBB54}"/>
          </ac:spMkLst>
        </pc:spChg>
        <pc:spChg chg="mod">
          <ac:chgData name="Khaled taha" userId="912087602c74ab8a" providerId="LiveId" clId="{58B121E7-63A7-4330-86D4-8A88A1192A57}" dt="2025-07-06T05:45:47.875" v="33213" actId="1076"/>
          <ac:spMkLst>
            <pc:docMk/>
            <pc:sldMk cId="3278964175" sldId="533"/>
            <ac:spMk id="20" creationId="{8302906A-98D8-5C2E-DD80-062A71766EF2}"/>
          </ac:spMkLst>
        </pc:spChg>
        <pc:picChg chg="add mod">
          <ac:chgData name="Khaled taha" userId="912087602c74ab8a" providerId="LiveId" clId="{58B121E7-63A7-4330-86D4-8A88A1192A57}" dt="2025-07-05T23:07:38.631" v="27299"/>
          <ac:picMkLst>
            <pc:docMk/>
            <pc:sldMk cId="3278964175" sldId="533"/>
            <ac:picMk id="2" creationId="{43886D3A-EC52-C585-EC64-E747DF4DD1E3}"/>
          </ac:picMkLst>
        </pc:picChg>
        <pc:picChg chg="add mod">
          <ac:chgData name="Khaled taha" userId="912087602c74ab8a" providerId="LiveId" clId="{58B121E7-63A7-4330-86D4-8A88A1192A57}" dt="2025-07-05T23:15:15.416" v="27380"/>
          <ac:picMkLst>
            <pc:docMk/>
            <pc:sldMk cId="3278964175" sldId="533"/>
            <ac:picMk id="3" creationId="{07A0C784-44A6-A24D-7DEA-389689378F4D}"/>
          </ac:picMkLst>
        </pc:picChg>
        <pc:picChg chg="mod ord">
          <ac:chgData name="Khaled taha" userId="912087602c74ab8a" providerId="LiveId" clId="{58B121E7-63A7-4330-86D4-8A88A1192A57}" dt="2025-07-05T23:09:27.283" v="27328" actId="1076"/>
          <ac:picMkLst>
            <pc:docMk/>
            <pc:sldMk cId="3278964175" sldId="533"/>
            <ac:picMk id="21" creationId="{3193EBBA-618E-5EF0-F54A-37442C50B66F}"/>
          </ac:picMkLst>
        </pc:picChg>
        <pc:picChg chg="mod ord">
          <ac:chgData name="Khaled taha" userId="912087602c74ab8a" providerId="LiveId" clId="{58B121E7-63A7-4330-86D4-8A88A1192A57}" dt="2025-07-05T23:09:34.260" v="27329" actId="1076"/>
          <ac:picMkLst>
            <pc:docMk/>
            <pc:sldMk cId="3278964175" sldId="533"/>
            <ac:picMk id="22" creationId="{2D89B51E-9745-F7C5-71A2-EB7CB0362F5B}"/>
          </ac:picMkLst>
        </pc:picChg>
      </pc:sldChg>
      <pc:sldChg chg="addSp delSp modSp add mod">
        <pc:chgData name="Khaled taha" userId="912087602c74ab8a" providerId="LiveId" clId="{58B121E7-63A7-4330-86D4-8A88A1192A57}" dt="2025-07-05T23:28:26.860" v="27609"/>
        <pc:sldMkLst>
          <pc:docMk/>
          <pc:sldMk cId="418392756" sldId="534"/>
        </pc:sldMkLst>
        <pc:spChg chg="del mod">
          <ac:chgData name="Khaled taha" userId="912087602c74ab8a" providerId="LiveId" clId="{58B121E7-63A7-4330-86D4-8A88A1192A57}" dt="2025-07-05T23:22:36.323" v="27453" actId="478"/>
          <ac:spMkLst>
            <pc:docMk/>
            <pc:sldMk cId="418392756" sldId="534"/>
            <ac:spMk id="20" creationId="{B5CA0B5A-FBF8-84CB-079E-6698AD08C4AF}"/>
          </ac:spMkLst>
        </pc:spChg>
        <pc:spChg chg="add mod">
          <ac:chgData name="Khaled taha" userId="912087602c74ab8a" providerId="LiveId" clId="{58B121E7-63A7-4330-86D4-8A88A1192A57}" dt="2025-07-05T23:25:28.701" v="27466" actId="164"/>
          <ac:spMkLst>
            <pc:docMk/>
            <pc:sldMk cId="418392756" sldId="534"/>
            <ac:spMk id="23" creationId="{B99E1334-1D27-3A56-9AEB-525262E8E1C4}"/>
          </ac:spMkLst>
        </pc:spChg>
        <pc:spChg chg="add mod ord">
          <ac:chgData name="Khaled taha" userId="912087602c74ab8a" providerId="LiveId" clId="{58B121E7-63A7-4330-86D4-8A88A1192A57}" dt="2025-07-05T23:26:42.787" v="27504" actId="167"/>
          <ac:spMkLst>
            <pc:docMk/>
            <pc:sldMk cId="418392756" sldId="534"/>
            <ac:spMk id="31" creationId="{4D47E43E-39B2-3111-7D70-A835CD9609FE}"/>
          </ac:spMkLst>
        </pc:spChg>
        <pc:grpChg chg="add mod ord">
          <ac:chgData name="Khaled taha" userId="912087602c74ab8a" providerId="LiveId" clId="{58B121E7-63A7-4330-86D4-8A88A1192A57}" dt="2025-07-05T23:27:03.374" v="27506" actId="167"/>
          <ac:grpSpMkLst>
            <pc:docMk/>
            <pc:sldMk cId="418392756" sldId="534"/>
            <ac:grpSpMk id="30" creationId="{7D7ECD38-A663-D381-1877-1D69150ED9C1}"/>
          </ac:grpSpMkLst>
        </pc:grpChg>
        <pc:picChg chg="add del mod ord">
          <ac:chgData name="Khaled taha" userId="912087602c74ab8a" providerId="LiveId" clId="{58B121E7-63A7-4330-86D4-8A88A1192A57}" dt="2025-07-05T23:23:02.522" v="27455" actId="478"/>
          <ac:picMkLst>
            <pc:docMk/>
            <pc:sldMk cId="418392756" sldId="534"/>
            <ac:picMk id="2" creationId="{88A5FEF3-0D66-1CEA-1481-75D6AB109FEF}"/>
          </ac:picMkLst>
        </pc:picChg>
        <pc:picChg chg="add mod">
          <ac:chgData name="Khaled taha" userId="912087602c74ab8a" providerId="LiveId" clId="{58B121E7-63A7-4330-86D4-8A88A1192A57}" dt="2025-07-05T23:08:29.802" v="27313" actId="1076"/>
          <ac:picMkLst>
            <pc:docMk/>
            <pc:sldMk cId="418392756" sldId="534"/>
            <ac:picMk id="3" creationId="{29CF4098-834C-C300-3D56-B7586606CB80}"/>
          </ac:picMkLst>
        </pc:picChg>
        <pc:picChg chg="add mod">
          <ac:chgData name="Khaled taha" userId="912087602c74ab8a" providerId="LiveId" clId="{58B121E7-63A7-4330-86D4-8A88A1192A57}" dt="2025-07-05T23:15:18.411" v="27382"/>
          <ac:picMkLst>
            <pc:docMk/>
            <pc:sldMk cId="418392756" sldId="534"/>
            <ac:picMk id="7" creationId="{A0EF19D0-A207-7F11-198D-6127735E5CF4}"/>
          </ac:picMkLst>
        </pc:picChg>
        <pc:picChg chg="add mod">
          <ac:chgData name="Khaled taha" userId="912087602c74ab8a" providerId="LiveId" clId="{58B121E7-63A7-4330-86D4-8A88A1192A57}" dt="2025-07-05T23:15:29.797" v="27386"/>
          <ac:picMkLst>
            <pc:docMk/>
            <pc:sldMk cId="418392756" sldId="534"/>
            <ac:picMk id="12" creationId="{CE665588-3904-4E78-16C3-AF03DFE6F112}"/>
          </ac:picMkLst>
        </pc:picChg>
        <pc:picChg chg="add mod ord">
          <ac:chgData name="Khaled taha" userId="912087602c74ab8a" providerId="LiveId" clId="{58B121E7-63A7-4330-86D4-8A88A1192A57}" dt="2025-07-05T23:25:28.701" v="27466" actId="164"/>
          <ac:picMkLst>
            <pc:docMk/>
            <pc:sldMk cId="418392756" sldId="534"/>
            <ac:picMk id="13" creationId="{6941CC83-AF9A-7DB8-518D-190E5275090B}"/>
          </ac:picMkLst>
        </pc:picChg>
        <pc:picChg chg="add del mod">
          <ac:chgData name="Khaled taha" userId="912087602c74ab8a" providerId="LiveId" clId="{58B121E7-63A7-4330-86D4-8A88A1192A57}" dt="2025-07-05T23:23:01.135" v="27454" actId="478"/>
          <ac:picMkLst>
            <pc:docMk/>
            <pc:sldMk cId="418392756" sldId="534"/>
            <ac:picMk id="15" creationId="{7751F759-569B-F711-554E-4EF05C6DFB36}"/>
          </ac:picMkLst>
        </pc:picChg>
        <pc:picChg chg="add del mod">
          <ac:chgData name="Khaled taha" userId="912087602c74ab8a" providerId="LiveId" clId="{58B121E7-63A7-4330-86D4-8A88A1192A57}" dt="2025-07-05T23:24:08.622" v="27460" actId="478"/>
          <ac:picMkLst>
            <pc:docMk/>
            <pc:sldMk cId="418392756" sldId="534"/>
            <ac:picMk id="18" creationId="{7A8A018C-D546-A221-4C47-8764B7A1A118}"/>
          </ac:picMkLst>
        </pc:picChg>
        <pc:picChg chg="add mod ord">
          <ac:chgData name="Khaled taha" userId="912087602c74ab8a" providerId="LiveId" clId="{58B121E7-63A7-4330-86D4-8A88A1192A57}" dt="2025-07-05T23:27:03.374" v="27506" actId="167"/>
          <ac:picMkLst>
            <pc:docMk/>
            <pc:sldMk cId="418392756" sldId="534"/>
            <ac:picMk id="19" creationId="{D46C1530-FD27-2B7E-62BE-43C0CEA410FF}"/>
          </ac:picMkLst>
        </pc:picChg>
        <pc:picChg chg="del">
          <ac:chgData name="Khaled taha" userId="912087602c74ab8a" providerId="LiveId" clId="{58B121E7-63A7-4330-86D4-8A88A1192A57}" dt="2025-07-05T23:03:50.674" v="27258" actId="478"/>
          <ac:picMkLst>
            <pc:docMk/>
            <pc:sldMk cId="418392756" sldId="534"/>
            <ac:picMk id="21" creationId="{CBBCA359-5AC9-E603-9C94-5BF609F3C51A}"/>
          </ac:picMkLst>
        </pc:picChg>
        <pc:picChg chg="del">
          <ac:chgData name="Khaled taha" userId="912087602c74ab8a" providerId="LiveId" clId="{58B121E7-63A7-4330-86D4-8A88A1192A57}" dt="2025-07-05T23:03:50.674" v="27258" actId="478"/>
          <ac:picMkLst>
            <pc:docMk/>
            <pc:sldMk cId="418392756" sldId="534"/>
            <ac:picMk id="22" creationId="{EAECB28C-B2D8-B005-EE8E-9858973CE5BF}"/>
          </ac:picMkLst>
        </pc:picChg>
        <pc:picChg chg="add mod">
          <ac:chgData name="Khaled taha" userId="912087602c74ab8a" providerId="LiveId" clId="{58B121E7-63A7-4330-86D4-8A88A1192A57}" dt="2025-07-05T23:27:11.517" v="27509"/>
          <ac:picMkLst>
            <pc:docMk/>
            <pc:sldMk cId="418392756" sldId="534"/>
            <ac:picMk id="32" creationId="{A6D6D873-4D58-8A4A-C100-8EC102B103D5}"/>
          </ac:picMkLst>
        </pc:picChg>
        <pc:picChg chg="add mod">
          <ac:chgData name="Khaled taha" userId="912087602c74ab8a" providerId="LiveId" clId="{58B121E7-63A7-4330-86D4-8A88A1192A57}" dt="2025-07-05T23:28:26.860" v="27609"/>
          <ac:picMkLst>
            <pc:docMk/>
            <pc:sldMk cId="418392756" sldId="534"/>
            <ac:picMk id="33" creationId="{A2ED4296-AD69-22D0-4B70-0E7F710994E8}"/>
          </ac:picMkLst>
        </pc:picChg>
      </pc:sldChg>
      <pc:sldChg chg="addSp delSp modSp add mod">
        <pc:chgData name="Khaled taha" userId="912087602c74ab8a" providerId="LiveId" clId="{58B121E7-63A7-4330-86D4-8A88A1192A57}" dt="2025-07-05T23:28:29.221" v="27610"/>
        <pc:sldMkLst>
          <pc:docMk/>
          <pc:sldMk cId="1053919705" sldId="535"/>
        </pc:sldMkLst>
        <pc:spChg chg="mod">
          <ac:chgData name="Khaled taha" userId="912087602c74ab8a" providerId="LiveId" clId="{58B121E7-63A7-4330-86D4-8A88A1192A57}" dt="2025-07-05T23:25:44.189" v="27470"/>
          <ac:spMkLst>
            <pc:docMk/>
            <pc:sldMk cId="1053919705" sldId="535"/>
            <ac:spMk id="19" creationId="{6BC0F1DB-D9BD-0822-8B46-316E0D3875F1}"/>
          </ac:spMkLst>
        </pc:spChg>
        <pc:spChg chg="ord">
          <ac:chgData name="Khaled taha" userId="912087602c74ab8a" providerId="LiveId" clId="{58B121E7-63A7-4330-86D4-8A88A1192A57}" dt="2025-07-05T23:25:42.358" v="27468" actId="167"/>
          <ac:spMkLst>
            <pc:docMk/>
            <pc:sldMk cId="1053919705" sldId="535"/>
            <ac:spMk id="20" creationId="{A4D69921-BCD9-4808-6DB4-7490CAAC8DCE}"/>
          </ac:spMkLst>
        </pc:spChg>
        <pc:spChg chg="mod">
          <ac:chgData name="Khaled taha" userId="912087602c74ab8a" providerId="LiveId" clId="{58B121E7-63A7-4330-86D4-8A88A1192A57}" dt="2025-07-05T23:25:51.525" v="27495"/>
          <ac:spMkLst>
            <pc:docMk/>
            <pc:sldMk cId="1053919705" sldId="535"/>
            <ac:spMk id="31" creationId="{F6140624-805A-4DD4-B8FF-060D68D6F789}"/>
          </ac:spMkLst>
        </pc:spChg>
        <pc:spChg chg="add mod">
          <ac:chgData name="Khaled taha" userId="912087602c74ab8a" providerId="LiveId" clId="{58B121E7-63A7-4330-86D4-8A88A1192A57}" dt="2025-07-05T23:26:33.937" v="27503"/>
          <ac:spMkLst>
            <pc:docMk/>
            <pc:sldMk cId="1053919705" sldId="535"/>
            <ac:spMk id="32" creationId="{ECDC0413-447D-45AE-B180-64F743685FD6}"/>
          </ac:spMkLst>
        </pc:spChg>
        <pc:grpChg chg="add mod">
          <ac:chgData name="Khaled taha" userId="912087602c74ab8a" providerId="LiveId" clId="{58B121E7-63A7-4330-86D4-8A88A1192A57}" dt="2025-07-05T23:25:50.230" v="27494" actId="14100"/>
          <ac:grpSpMkLst>
            <pc:docMk/>
            <pc:sldMk cId="1053919705" sldId="535"/>
            <ac:grpSpMk id="15" creationId="{84C01F43-A3EA-0415-3ADD-BAC58BF379D4}"/>
          </ac:grpSpMkLst>
        </pc:grpChg>
        <pc:grpChg chg="add mod ord">
          <ac:chgData name="Khaled taha" userId="912087602c74ab8a" providerId="LiveId" clId="{58B121E7-63A7-4330-86D4-8A88A1192A57}" dt="2025-07-05T23:27:06.752" v="27507" actId="167"/>
          <ac:grpSpMkLst>
            <pc:docMk/>
            <pc:sldMk cId="1053919705" sldId="535"/>
            <ac:grpSpMk id="23" creationId="{3DDFF5A7-0EF0-46DF-2730-2CA79FAF45F2}"/>
          </ac:grpSpMkLst>
        </pc:grpChg>
        <pc:picChg chg="add mod">
          <ac:chgData name="Khaled taha" userId="912087602c74ab8a" providerId="LiveId" clId="{58B121E7-63A7-4330-86D4-8A88A1192A57}" dt="2025-07-05T23:08:32.028" v="27318" actId="931"/>
          <ac:picMkLst>
            <pc:docMk/>
            <pc:sldMk cId="1053919705" sldId="535"/>
            <ac:picMk id="3" creationId="{E4F1C66D-E735-E304-A8A1-6C09D9B74ECA}"/>
          </ac:picMkLst>
        </pc:picChg>
        <pc:picChg chg="add mod">
          <ac:chgData name="Khaled taha" userId="912087602c74ab8a" providerId="LiveId" clId="{58B121E7-63A7-4330-86D4-8A88A1192A57}" dt="2025-07-05T23:15:28.813" v="27385"/>
          <ac:picMkLst>
            <pc:docMk/>
            <pc:sldMk cId="1053919705" sldId="535"/>
            <ac:picMk id="7" creationId="{A347BD0B-2896-DBD9-BA85-0C02986EB7E9}"/>
          </ac:picMkLst>
        </pc:picChg>
        <pc:picChg chg="add del mod">
          <ac:chgData name="Khaled taha" userId="912087602c74ab8a" providerId="LiveId" clId="{58B121E7-63A7-4330-86D4-8A88A1192A57}" dt="2025-07-05T23:25:39.988" v="27467" actId="478"/>
          <ac:picMkLst>
            <pc:docMk/>
            <pc:sldMk cId="1053919705" sldId="535"/>
            <ac:picMk id="12" creationId="{1604BD54-2A31-A040-EEAD-4BF65035029D}"/>
          </ac:picMkLst>
        </pc:picChg>
        <pc:picChg chg="add del mod ord">
          <ac:chgData name="Khaled taha" userId="912087602c74ab8a" providerId="LiveId" clId="{58B121E7-63A7-4330-86D4-8A88A1192A57}" dt="2025-07-05T23:25:44.003" v="27469" actId="478"/>
          <ac:picMkLst>
            <pc:docMk/>
            <pc:sldMk cId="1053919705" sldId="535"/>
            <ac:picMk id="13" creationId="{71ABCF69-0121-206B-FA5D-3797AFE07C8A}"/>
          </ac:picMkLst>
        </pc:picChg>
        <pc:picChg chg="mod">
          <ac:chgData name="Khaled taha" userId="912087602c74ab8a" providerId="LiveId" clId="{58B121E7-63A7-4330-86D4-8A88A1192A57}" dt="2025-07-05T23:25:44.189" v="27470"/>
          <ac:picMkLst>
            <pc:docMk/>
            <pc:sldMk cId="1053919705" sldId="535"/>
            <ac:picMk id="18" creationId="{EFEE5DDF-DA79-93B5-C9C7-F1FE703EB663}"/>
          </ac:picMkLst>
        </pc:picChg>
        <pc:picChg chg="del">
          <ac:chgData name="Khaled taha" userId="912087602c74ab8a" providerId="LiveId" clId="{58B121E7-63A7-4330-86D4-8A88A1192A57}" dt="2025-07-05T23:04:04.515" v="27261" actId="478"/>
          <ac:picMkLst>
            <pc:docMk/>
            <pc:sldMk cId="1053919705" sldId="535"/>
            <ac:picMk id="21" creationId="{FF528293-6BA1-F2C7-AFF6-C9DB76BE2B86}"/>
          </ac:picMkLst>
        </pc:picChg>
        <pc:picChg chg="del">
          <ac:chgData name="Khaled taha" userId="912087602c74ab8a" providerId="LiveId" clId="{58B121E7-63A7-4330-86D4-8A88A1192A57}" dt="2025-07-05T23:04:04.515" v="27261" actId="478"/>
          <ac:picMkLst>
            <pc:docMk/>
            <pc:sldMk cId="1053919705" sldId="535"/>
            <ac:picMk id="22" creationId="{18081092-1461-E485-7F5E-3F895013196E}"/>
          </ac:picMkLst>
        </pc:picChg>
        <pc:picChg chg="mod">
          <ac:chgData name="Khaled taha" userId="912087602c74ab8a" providerId="LiveId" clId="{58B121E7-63A7-4330-86D4-8A88A1192A57}" dt="2025-07-05T23:25:51.525" v="27495"/>
          <ac:picMkLst>
            <pc:docMk/>
            <pc:sldMk cId="1053919705" sldId="535"/>
            <ac:picMk id="30" creationId="{A7A8CE2A-5579-8489-6A51-0A9F8E7927C9}"/>
          </ac:picMkLst>
        </pc:picChg>
        <pc:picChg chg="add mod">
          <ac:chgData name="Khaled taha" userId="912087602c74ab8a" providerId="LiveId" clId="{58B121E7-63A7-4330-86D4-8A88A1192A57}" dt="2025-07-05T23:27:12.253" v="27510"/>
          <ac:picMkLst>
            <pc:docMk/>
            <pc:sldMk cId="1053919705" sldId="535"/>
            <ac:picMk id="33" creationId="{BAA1E1A1-BC18-D92A-B35D-12E002CBD106}"/>
          </ac:picMkLst>
        </pc:picChg>
        <pc:picChg chg="add mod">
          <ac:chgData name="Khaled taha" userId="912087602c74ab8a" providerId="LiveId" clId="{58B121E7-63A7-4330-86D4-8A88A1192A57}" dt="2025-07-05T23:28:29.221" v="27610"/>
          <ac:picMkLst>
            <pc:docMk/>
            <pc:sldMk cId="1053919705" sldId="535"/>
            <ac:picMk id="34" creationId="{DA8550F8-2189-D3E4-13DA-60750402D525}"/>
          </ac:picMkLst>
        </pc:picChg>
      </pc:sldChg>
      <pc:sldChg chg="addSp delSp modSp add mod modTransition">
        <pc:chgData name="Khaled taha" userId="912087602c74ab8a" providerId="LiveId" clId="{58B121E7-63A7-4330-86D4-8A88A1192A57}" dt="2025-07-05T23:44:25.075" v="27826"/>
        <pc:sldMkLst>
          <pc:docMk/>
          <pc:sldMk cId="2839564156" sldId="536"/>
        </pc:sldMkLst>
        <pc:spChg chg="add mod ord">
          <ac:chgData name="Khaled taha" userId="912087602c74ab8a" providerId="LiveId" clId="{58B121E7-63A7-4330-86D4-8A88A1192A57}" dt="2025-07-05T23:19:48.596" v="27431" actId="167"/>
          <ac:spMkLst>
            <pc:docMk/>
            <pc:sldMk cId="2839564156" sldId="536"/>
            <ac:spMk id="4" creationId="{A8719107-34AF-EC15-893E-BDCA6C3C1BF2}"/>
          </ac:spMkLst>
        </pc:spChg>
        <pc:spChg chg="add del mod ord">
          <ac:chgData name="Khaled taha" userId="912087602c74ab8a" providerId="LiveId" clId="{58B121E7-63A7-4330-86D4-8A88A1192A57}" dt="2025-07-05T23:19:38.676" v="27427" actId="21"/>
          <ac:spMkLst>
            <pc:docMk/>
            <pc:sldMk cId="2839564156" sldId="536"/>
            <ac:spMk id="48" creationId="{A8719107-34AF-EC15-893E-BDCA6C3C1BF2}"/>
          </ac:spMkLst>
        </pc:spChg>
        <pc:spChg chg="del">
          <ac:chgData name="Khaled taha" userId="912087602c74ab8a" providerId="LiveId" clId="{58B121E7-63A7-4330-86D4-8A88A1192A57}" dt="2025-07-05T23:18:54.684" v="27416" actId="478"/>
          <ac:spMkLst>
            <pc:docMk/>
            <pc:sldMk cId="2839564156" sldId="536"/>
            <ac:spMk id="58" creationId="{C62728C9-659A-3196-7C18-638D44B22024}"/>
          </ac:spMkLst>
        </pc:spChg>
        <pc:spChg chg="del">
          <ac:chgData name="Khaled taha" userId="912087602c74ab8a" providerId="LiveId" clId="{58B121E7-63A7-4330-86D4-8A88A1192A57}" dt="2025-07-05T23:18:55.689" v="27417" actId="478"/>
          <ac:spMkLst>
            <pc:docMk/>
            <pc:sldMk cId="2839564156" sldId="536"/>
            <ac:spMk id="59" creationId="{C7D5C595-9678-2041-5E41-B5E98D72E665}"/>
          </ac:spMkLst>
        </pc:spChg>
        <pc:picChg chg="add mod">
          <ac:chgData name="Khaled taha" userId="912087602c74ab8a" providerId="LiveId" clId="{58B121E7-63A7-4330-86D4-8A88A1192A57}" dt="2025-07-05T23:19:56.140" v="27433"/>
          <ac:picMkLst>
            <pc:docMk/>
            <pc:sldMk cId="2839564156" sldId="536"/>
            <ac:picMk id="5" creationId="{F141E840-5E1E-5AC2-E2B2-6604E5781DDC}"/>
          </ac:picMkLst>
        </pc:picChg>
        <pc:picChg chg="del">
          <ac:chgData name="Khaled taha" userId="912087602c74ab8a" providerId="LiveId" clId="{58B121E7-63A7-4330-86D4-8A88A1192A57}" dt="2025-07-05T23:18:56.617" v="27418" actId="478"/>
          <ac:picMkLst>
            <pc:docMk/>
            <pc:sldMk cId="2839564156" sldId="536"/>
            <ac:picMk id="60" creationId="{77C3E3BD-2AB0-55CE-86E9-D898FE2CC0AC}"/>
          </ac:picMkLst>
        </pc:picChg>
        <pc:picChg chg="del ord">
          <ac:chgData name="Khaled taha" userId="912087602c74ab8a" providerId="LiveId" clId="{58B121E7-63A7-4330-86D4-8A88A1192A57}" dt="2025-07-05T23:19:43.984" v="27429" actId="478"/>
          <ac:picMkLst>
            <pc:docMk/>
            <pc:sldMk cId="2839564156" sldId="536"/>
            <ac:picMk id="66" creationId="{926B421B-E457-636F-72A8-4A0317010CC3}"/>
          </ac:picMkLst>
        </pc:picChg>
        <pc:picChg chg="ord">
          <ac:chgData name="Khaled taha" userId="912087602c74ab8a" providerId="LiveId" clId="{58B121E7-63A7-4330-86D4-8A88A1192A57}" dt="2025-07-05T23:19:51.083" v="27432" actId="167"/>
          <ac:picMkLst>
            <pc:docMk/>
            <pc:sldMk cId="2839564156" sldId="536"/>
            <ac:picMk id="67" creationId="{D3B8177C-5E15-2828-C710-C747378858F4}"/>
          </ac:picMkLst>
        </pc:picChg>
      </pc:sldChg>
      <pc:sldChg chg="addSp delSp modSp add mod ord">
        <pc:chgData name="Khaled taha" userId="912087602c74ab8a" providerId="LiveId" clId="{58B121E7-63A7-4330-86D4-8A88A1192A57}" dt="2025-07-05T23:22:01.106" v="27451"/>
        <pc:sldMkLst>
          <pc:docMk/>
          <pc:sldMk cId="3710588463" sldId="537"/>
        </pc:sldMkLst>
        <pc:spChg chg="add mod ord">
          <ac:chgData name="Khaled taha" userId="912087602c74ab8a" providerId="LiveId" clId="{58B121E7-63A7-4330-86D4-8A88A1192A57}" dt="2025-07-05T23:21:48.817" v="27449" actId="167"/>
          <ac:spMkLst>
            <pc:docMk/>
            <pc:sldMk cId="3710588463" sldId="537"/>
            <ac:spMk id="7" creationId="{B8CBFE73-1646-0259-CBCB-F34F682F0589}"/>
          </ac:spMkLst>
        </pc:spChg>
        <pc:spChg chg="del">
          <ac:chgData name="Khaled taha" userId="912087602c74ab8a" providerId="LiveId" clId="{58B121E7-63A7-4330-86D4-8A88A1192A57}" dt="2025-07-05T23:21:32.762" v="27443" actId="478"/>
          <ac:spMkLst>
            <pc:docMk/>
            <pc:sldMk cId="3710588463" sldId="537"/>
            <ac:spMk id="17" creationId="{89745643-5381-8556-2B9F-384B81723717}"/>
          </ac:spMkLst>
        </pc:spChg>
        <pc:picChg chg="add mod ord">
          <ac:chgData name="Khaled taha" userId="912087602c74ab8a" providerId="LiveId" clId="{58B121E7-63A7-4330-86D4-8A88A1192A57}" dt="2025-07-05T23:21:55.950" v="27450" actId="167"/>
          <ac:picMkLst>
            <pc:docMk/>
            <pc:sldMk cId="3710588463" sldId="537"/>
            <ac:picMk id="2" creationId="{73C83E81-8068-2FB9-D233-079A9DCB6DAC}"/>
          </ac:picMkLst>
        </pc:picChg>
        <pc:picChg chg="add mod ord">
          <ac:chgData name="Khaled taha" userId="912087602c74ab8a" providerId="LiveId" clId="{58B121E7-63A7-4330-86D4-8A88A1192A57}" dt="2025-07-05T23:21:55.950" v="27450" actId="167"/>
          <ac:picMkLst>
            <pc:docMk/>
            <pc:sldMk cId="3710588463" sldId="537"/>
            <ac:picMk id="3" creationId="{E6F6F16D-D08C-8DB7-F099-EDF7DB43A308}"/>
          </ac:picMkLst>
        </pc:picChg>
        <pc:picChg chg="add mod">
          <ac:chgData name="Khaled taha" userId="912087602c74ab8a" providerId="LiveId" clId="{58B121E7-63A7-4330-86D4-8A88A1192A57}" dt="2025-07-05T23:22:01.106" v="27451"/>
          <ac:picMkLst>
            <pc:docMk/>
            <pc:sldMk cId="3710588463" sldId="537"/>
            <ac:picMk id="13" creationId="{33F0296D-0D3E-4E71-F087-FE0695FC9054}"/>
          </ac:picMkLst>
        </pc:picChg>
        <pc:picChg chg="del">
          <ac:chgData name="Khaled taha" userId="912087602c74ab8a" providerId="LiveId" clId="{58B121E7-63A7-4330-86D4-8A88A1192A57}" dt="2025-07-05T23:21:35.480" v="27444" actId="478"/>
          <ac:picMkLst>
            <pc:docMk/>
            <pc:sldMk cId="3710588463" sldId="537"/>
            <ac:picMk id="19" creationId="{1C76D844-8D4A-C647-502E-160CC13881F3}"/>
          </ac:picMkLst>
        </pc:picChg>
        <pc:picChg chg="del">
          <ac:chgData name="Khaled taha" userId="912087602c74ab8a" providerId="LiveId" clId="{58B121E7-63A7-4330-86D4-8A88A1192A57}" dt="2025-07-05T23:21:35.480" v="27444" actId="478"/>
          <ac:picMkLst>
            <pc:docMk/>
            <pc:sldMk cId="3710588463" sldId="537"/>
            <ac:picMk id="27" creationId="{FD67E48B-75FD-C71E-BA9E-4E8FD4BD6F53}"/>
          </ac:picMkLst>
        </pc:picChg>
        <pc:picChg chg="del">
          <ac:chgData name="Khaled taha" userId="912087602c74ab8a" providerId="LiveId" clId="{58B121E7-63A7-4330-86D4-8A88A1192A57}" dt="2025-07-05T23:21:32.109" v="27442" actId="478"/>
          <ac:picMkLst>
            <pc:docMk/>
            <pc:sldMk cId="3710588463" sldId="537"/>
            <ac:picMk id="28" creationId="{253672FC-1DF8-CCE5-14C2-0E739C16E4E9}"/>
          </ac:picMkLst>
        </pc:picChg>
      </pc:sldChg>
      <pc:sldChg chg="addSp delSp modSp add mod">
        <pc:chgData name="Khaled taha" userId="912087602c74ab8a" providerId="LiveId" clId="{58B121E7-63A7-4330-86D4-8A88A1192A57}" dt="2025-07-05T23:34:29.624" v="27735" actId="167"/>
        <pc:sldMkLst>
          <pc:docMk/>
          <pc:sldMk cId="3036178805" sldId="538"/>
        </pc:sldMkLst>
        <pc:spChg chg="add mod">
          <ac:chgData name="Khaled taha" userId="912087602c74ab8a" providerId="LiveId" clId="{58B121E7-63A7-4330-86D4-8A88A1192A57}" dt="2025-07-05T23:30:18.570" v="27693"/>
          <ac:spMkLst>
            <pc:docMk/>
            <pc:sldMk cId="3036178805" sldId="538"/>
            <ac:spMk id="2" creationId="{F0395711-68E6-236E-BBA5-92533BB33037}"/>
          </ac:spMkLst>
        </pc:spChg>
        <pc:spChg chg="del">
          <ac:chgData name="Khaled taha" userId="912087602c74ab8a" providerId="LiveId" clId="{58B121E7-63A7-4330-86D4-8A88A1192A57}" dt="2025-07-05T23:29:12.704" v="27688" actId="478"/>
          <ac:spMkLst>
            <pc:docMk/>
            <pc:sldMk cId="3036178805" sldId="538"/>
            <ac:spMk id="17" creationId="{2C63ED5E-AF80-15C8-4276-B7EA90476334}"/>
          </ac:spMkLst>
        </pc:spChg>
        <pc:spChg chg="del">
          <ac:chgData name="Khaled taha" userId="912087602c74ab8a" providerId="LiveId" clId="{58B121E7-63A7-4330-86D4-8A88A1192A57}" dt="2025-07-05T23:31:14.684" v="27696" actId="478"/>
          <ac:spMkLst>
            <pc:docMk/>
            <pc:sldMk cId="3036178805" sldId="538"/>
            <ac:spMk id="20" creationId="{B429AD7F-ED96-830B-A8D0-A4CC98E1B553}"/>
          </ac:spMkLst>
        </pc:spChg>
        <pc:grpChg chg="mod">
          <ac:chgData name="Khaled taha" userId="912087602c74ab8a" providerId="LiveId" clId="{58B121E7-63A7-4330-86D4-8A88A1192A57}" dt="2025-07-05T23:29:57.892" v="27691" actId="1076"/>
          <ac:grpSpMkLst>
            <pc:docMk/>
            <pc:sldMk cId="3036178805" sldId="538"/>
            <ac:grpSpMk id="8" creationId="{99256E52-06D9-5B86-0A5B-ED6F40F99A00}"/>
          </ac:grpSpMkLst>
        </pc:grpChg>
        <pc:grpChg chg="mod">
          <ac:chgData name="Khaled taha" userId="912087602c74ab8a" providerId="LiveId" clId="{58B121E7-63A7-4330-86D4-8A88A1192A57}" dt="2025-07-05T23:30:03.749" v="27692" actId="1076"/>
          <ac:grpSpMkLst>
            <pc:docMk/>
            <pc:sldMk cId="3036178805" sldId="538"/>
            <ac:grpSpMk id="14" creationId="{925F4111-1470-65C1-FEC5-0E9043131E84}"/>
          </ac:grpSpMkLst>
        </pc:grpChg>
        <pc:grpChg chg="del">
          <ac:chgData name="Khaled taha" userId="912087602c74ab8a" providerId="LiveId" clId="{58B121E7-63A7-4330-86D4-8A88A1192A57}" dt="2025-07-05T23:31:13.432" v="27695" actId="478"/>
          <ac:grpSpMkLst>
            <pc:docMk/>
            <pc:sldMk cId="3036178805" sldId="538"/>
            <ac:grpSpMk id="23" creationId="{E502C924-892F-D42E-0336-6152CA19A09A}"/>
          </ac:grpSpMkLst>
        </pc:grpChg>
        <pc:picChg chg="add mod">
          <ac:chgData name="Khaled taha" userId="912087602c74ab8a" providerId="LiveId" clId="{58B121E7-63A7-4330-86D4-8A88A1192A57}" dt="2025-07-05T23:31:54.354" v="27703" actId="1076"/>
          <ac:picMkLst>
            <pc:docMk/>
            <pc:sldMk cId="3036178805" sldId="538"/>
            <ac:picMk id="3" creationId="{83E00F7D-52C1-ECB9-919A-5307FA622C86}"/>
          </ac:picMkLst>
        </pc:picChg>
        <pc:picChg chg="add mod ord">
          <ac:chgData name="Khaled taha" userId="912087602c74ab8a" providerId="LiveId" clId="{58B121E7-63A7-4330-86D4-8A88A1192A57}" dt="2025-07-05T23:34:29.624" v="27735" actId="167"/>
          <ac:picMkLst>
            <pc:docMk/>
            <pc:sldMk cId="3036178805" sldId="538"/>
            <ac:picMk id="12" creationId="{272A151B-E0CB-D092-D69D-E4C07DB6D785}"/>
          </ac:picMkLst>
        </pc:picChg>
        <pc:picChg chg="del mod">
          <ac:chgData name="Khaled taha" userId="912087602c74ab8a" providerId="LiveId" clId="{58B121E7-63A7-4330-86D4-8A88A1192A57}" dt="2025-07-05T23:31:12.643" v="27694" actId="478"/>
          <ac:picMkLst>
            <pc:docMk/>
            <pc:sldMk cId="3036178805" sldId="538"/>
            <ac:picMk id="34" creationId="{4A95FF71-EEEB-0F01-5F82-599F5DAAB9FC}"/>
          </ac:picMkLst>
        </pc:picChg>
      </pc:sldChg>
      <pc:sldChg chg="addSp modSp add mod ord">
        <pc:chgData name="Khaled taha" userId="912087602c74ab8a" providerId="LiveId" clId="{58B121E7-63A7-4330-86D4-8A88A1192A57}" dt="2025-07-05T23:33:39.671" v="27722"/>
        <pc:sldMkLst>
          <pc:docMk/>
          <pc:sldMk cId="942529139" sldId="539"/>
        </pc:sldMkLst>
        <pc:picChg chg="add mod ord">
          <ac:chgData name="Khaled taha" userId="912087602c74ab8a" providerId="LiveId" clId="{58B121E7-63A7-4330-86D4-8A88A1192A57}" dt="2025-07-05T23:33:31.048" v="27720" actId="167"/>
          <ac:picMkLst>
            <pc:docMk/>
            <pc:sldMk cId="942529139" sldId="539"/>
            <ac:picMk id="12" creationId="{44E2B2AA-7E28-58E6-98C6-98A7F63B1A1D}"/>
          </ac:picMkLst>
        </pc:picChg>
      </pc:sldChg>
      <pc:sldChg chg="addSp delSp modSp add del mod modTransition">
        <pc:chgData name="Khaled taha" userId="912087602c74ab8a" providerId="LiveId" clId="{58B121E7-63A7-4330-86D4-8A88A1192A57}" dt="2025-07-06T01:13:28.095" v="29380" actId="47"/>
        <pc:sldMkLst>
          <pc:docMk/>
          <pc:sldMk cId="255666208" sldId="540"/>
        </pc:sldMkLst>
        <pc:spChg chg="add mod ord">
          <ac:chgData name="Khaled taha" userId="912087602c74ab8a" providerId="LiveId" clId="{58B121E7-63A7-4330-86D4-8A88A1192A57}" dt="2025-07-06T00:10:23.698" v="28112" actId="1076"/>
          <ac:spMkLst>
            <pc:docMk/>
            <pc:sldMk cId="255666208" sldId="540"/>
            <ac:spMk id="4" creationId="{F33CC498-AD83-6253-4265-D534D722F2AD}"/>
          </ac:spMkLst>
        </pc:spChg>
        <pc:spChg chg="add del">
          <ac:chgData name="Khaled taha" userId="912087602c74ab8a" providerId="LiveId" clId="{58B121E7-63A7-4330-86D4-8A88A1192A57}" dt="2025-07-05T23:58:13.724" v="27903" actId="11529"/>
          <ac:spMkLst>
            <pc:docMk/>
            <pc:sldMk cId="255666208" sldId="540"/>
            <ac:spMk id="6" creationId="{A5F1DDEF-790C-35FD-4C9B-1822B691EE5B}"/>
          </ac:spMkLst>
        </pc:spChg>
        <pc:spChg chg="add mod">
          <ac:chgData name="Khaled taha" userId="912087602c74ab8a" providerId="LiveId" clId="{58B121E7-63A7-4330-86D4-8A88A1192A57}" dt="2025-07-06T00:09:45.154" v="28102" actId="14100"/>
          <ac:spMkLst>
            <pc:docMk/>
            <pc:sldMk cId="255666208" sldId="540"/>
            <ac:spMk id="7" creationId="{9AE7C76C-A427-20AE-0537-8A0C48573BCA}"/>
          </ac:spMkLst>
        </pc:spChg>
        <pc:spChg chg="add mod">
          <ac:chgData name="Khaled taha" userId="912087602c74ab8a" providerId="LiveId" clId="{58B121E7-63A7-4330-86D4-8A88A1192A57}" dt="2025-07-06T00:09:54.241" v="28104" actId="14100"/>
          <ac:spMkLst>
            <pc:docMk/>
            <pc:sldMk cId="255666208" sldId="540"/>
            <ac:spMk id="16" creationId="{9578C541-2947-9506-2DB3-DFFA9B82777E}"/>
          </ac:spMkLst>
        </pc:spChg>
        <pc:spChg chg="add mod">
          <ac:chgData name="Khaled taha" userId="912087602c74ab8a" providerId="LiveId" clId="{58B121E7-63A7-4330-86D4-8A88A1192A57}" dt="2025-07-06T00:10:21.594" v="28111" actId="1076"/>
          <ac:spMkLst>
            <pc:docMk/>
            <pc:sldMk cId="255666208" sldId="540"/>
            <ac:spMk id="17" creationId="{2B16A5F9-B2E1-2107-8B1E-A6DD97527753}"/>
          </ac:spMkLst>
        </pc:spChg>
        <pc:spChg chg="add mod">
          <ac:chgData name="Khaled taha" userId="912087602c74ab8a" providerId="LiveId" clId="{58B121E7-63A7-4330-86D4-8A88A1192A57}" dt="2025-07-06T00:10:15.786" v="28110" actId="14100"/>
          <ac:spMkLst>
            <pc:docMk/>
            <pc:sldMk cId="255666208" sldId="540"/>
            <ac:spMk id="18" creationId="{02D1FAE3-4C02-D5D1-B843-D0C71EA27E7D}"/>
          </ac:spMkLst>
        </pc:spChg>
        <pc:spChg chg="add mod">
          <ac:chgData name="Khaled taha" userId="912087602c74ab8a" providerId="LiveId" clId="{58B121E7-63A7-4330-86D4-8A88A1192A57}" dt="2025-07-06T00:10:31.644" v="28114" actId="14100"/>
          <ac:spMkLst>
            <pc:docMk/>
            <pc:sldMk cId="255666208" sldId="540"/>
            <ac:spMk id="19" creationId="{800B5F58-50DD-71E2-6535-2ED972090773}"/>
          </ac:spMkLst>
        </pc:spChg>
        <pc:spChg chg="del">
          <ac:chgData name="Khaled taha" userId="912087602c74ab8a" providerId="LiveId" clId="{58B121E7-63A7-4330-86D4-8A88A1192A57}" dt="2025-07-06T00:56:13.679" v="28981" actId="478"/>
          <ac:spMkLst>
            <pc:docMk/>
            <pc:sldMk cId="255666208" sldId="540"/>
            <ac:spMk id="24" creationId="{0BF087F5-3B66-D9B1-62CB-10CFAC751AB7}"/>
          </ac:spMkLst>
        </pc:spChg>
        <pc:spChg chg="del mod">
          <ac:chgData name="Khaled taha" userId="912087602c74ab8a" providerId="LiveId" clId="{58B121E7-63A7-4330-86D4-8A88A1192A57}" dt="2025-07-06T00:27:58.031" v="28343" actId="21"/>
          <ac:spMkLst>
            <pc:docMk/>
            <pc:sldMk cId="255666208" sldId="540"/>
            <ac:spMk id="27" creationId="{B675C27E-B55A-BC1D-C030-CD5AC060F880}"/>
          </ac:spMkLst>
        </pc:spChg>
        <pc:spChg chg="del mod">
          <ac:chgData name="Khaled taha" userId="912087602c74ab8a" providerId="LiveId" clId="{58B121E7-63A7-4330-86D4-8A88A1192A57}" dt="2025-07-06T00:27:58.031" v="28343" actId="21"/>
          <ac:spMkLst>
            <pc:docMk/>
            <pc:sldMk cId="255666208" sldId="540"/>
            <ac:spMk id="28" creationId="{7786D9C3-F1F9-6FA9-4E5F-767896C86C75}"/>
          </ac:spMkLst>
        </pc:spChg>
        <pc:spChg chg="del mod">
          <ac:chgData name="Khaled taha" userId="912087602c74ab8a" providerId="LiveId" clId="{58B121E7-63A7-4330-86D4-8A88A1192A57}" dt="2025-07-06T00:27:58.031" v="28343" actId="21"/>
          <ac:spMkLst>
            <pc:docMk/>
            <pc:sldMk cId="255666208" sldId="540"/>
            <ac:spMk id="29" creationId="{1D49A546-989B-A1C5-8BE5-1B19057BFF3E}"/>
          </ac:spMkLst>
        </pc:spChg>
        <pc:spChg chg="del mod">
          <ac:chgData name="Khaled taha" userId="912087602c74ab8a" providerId="LiveId" clId="{58B121E7-63A7-4330-86D4-8A88A1192A57}" dt="2025-07-06T00:27:58.031" v="28343" actId="21"/>
          <ac:spMkLst>
            <pc:docMk/>
            <pc:sldMk cId="255666208" sldId="540"/>
            <ac:spMk id="30" creationId="{6960B626-BCDF-F2BC-1A2D-E6938A047EFE}"/>
          </ac:spMkLst>
        </pc:spChg>
        <pc:spChg chg="add mod">
          <ac:chgData name="Khaled taha" userId="912087602c74ab8a" providerId="LiveId" clId="{58B121E7-63A7-4330-86D4-8A88A1192A57}" dt="2025-07-06T00:15:05.730" v="28172" actId="1076"/>
          <ac:spMkLst>
            <pc:docMk/>
            <pc:sldMk cId="255666208" sldId="540"/>
            <ac:spMk id="45" creationId="{C822FA56-7768-4E8A-C596-CB3B6C087441}"/>
          </ac:spMkLst>
        </pc:spChg>
        <pc:spChg chg="add mod">
          <ac:chgData name="Khaled taha" userId="912087602c74ab8a" providerId="LiveId" clId="{58B121E7-63A7-4330-86D4-8A88A1192A57}" dt="2025-07-06T00:17:04.817" v="28204" actId="1076"/>
          <ac:spMkLst>
            <pc:docMk/>
            <pc:sldMk cId="255666208" sldId="540"/>
            <ac:spMk id="46" creationId="{98BE81B7-2EC9-FFEE-BE00-755737795286}"/>
          </ac:spMkLst>
        </pc:spChg>
        <pc:spChg chg="add mod">
          <ac:chgData name="Khaled taha" userId="912087602c74ab8a" providerId="LiveId" clId="{58B121E7-63A7-4330-86D4-8A88A1192A57}" dt="2025-07-06T00:26:45.610" v="28335" actId="1076"/>
          <ac:spMkLst>
            <pc:docMk/>
            <pc:sldMk cId="255666208" sldId="540"/>
            <ac:spMk id="47" creationId="{424578F4-1005-6BFE-C852-8C4AD87A9F96}"/>
          </ac:spMkLst>
        </pc:spChg>
        <pc:spChg chg="add mod">
          <ac:chgData name="Khaled taha" userId="912087602c74ab8a" providerId="LiveId" clId="{58B121E7-63A7-4330-86D4-8A88A1192A57}" dt="2025-07-06T00:26:54.137" v="28336" actId="1076"/>
          <ac:spMkLst>
            <pc:docMk/>
            <pc:sldMk cId="255666208" sldId="540"/>
            <ac:spMk id="48" creationId="{DF96A28C-9CE0-5996-5CC9-BC4818FC25F6}"/>
          </ac:spMkLst>
        </pc:spChg>
        <pc:spChg chg="add mod">
          <ac:chgData name="Khaled taha" userId="912087602c74ab8a" providerId="LiveId" clId="{58B121E7-63A7-4330-86D4-8A88A1192A57}" dt="2025-07-06T00:08:50.256" v="28077" actId="571"/>
          <ac:spMkLst>
            <pc:docMk/>
            <pc:sldMk cId="255666208" sldId="540"/>
            <ac:spMk id="49" creationId="{1780C81E-5CAD-8670-EA1A-E7578C23C965}"/>
          </ac:spMkLst>
        </pc:spChg>
        <pc:spChg chg="add mod">
          <ac:chgData name="Khaled taha" userId="912087602c74ab8a" providerId="LiveId" clId="{58B121E7-63A7-4330-86D4-8A88A1192A57}" dt="2025-07-06T00:15:13.419" v="28173" actId="1076"/>
          <ac:spMkLst>
            <pc:docMk/>
            <pc:sldMk cId="255666208" sldId="540"/>
            <ac:spMk id="56" creationId="{EF13A3CA-9555-8341-B767-46D4D8E43D21}"/>
          </ac:spMkLst>
        </pc:spChg>
        <pc:spChg chg="add mod">
          <ac:chgData name="Khaled taha" userId="912087602c74ab8a" providerId="LiveId" clId="{58B121E7-63A7-4330-86D4-8A88A1192A57}" dt="2025-07-06T00:22:33.903" v="28263" actId="242"/>
          <ac:spMkLst>
            <pc:docMk/>
            <pc:sldMk cId="255666208" sldId="540"/>
            <ac:spMk id="57" creationId="{C7BE16BA-DCED-1EFF-AC4B-26D213D35447}"/>
          </ac:spMkLst>
        </pc:spChg>
        <pc:spChg chg="add mod">
          <ac:chgData name="Khaled taha" userId="912087602c74ab8a" providerId="LiveId" clId="{58B121E7-63A7-4330-86D4-8A88A1192A57}" dt="2025-07-06T00:22:33.903" v="28263" actId="242"/>
          <ac:spMkLst>
            <pc:docMk/>
            <pc:sldMk cId="255666208" sldId="540"/>
            <ac:spMk id="58" creationId="{00E08217-DB40-3207-E322-1298DB477108}"/>
          </ac:spMkLst>
        </pc:spChg>
        <pc:spChg chg="add mod">
          <ac:chgData name="Khaled taha" userId="912087602c74ab8a" providerId="LiveId" clId="{58B121E7-63A7-4330-86D4-8A88A1192A57}" dt="2025-07-06T00:16:24.808" v="28198" actId="1076"/>
          <ac:spMkLst>
            <pc:docMk/>
            <pc:sldMk cId="255666208" sldId="540"/>
            <ac:spMk id="59" creationId="{D82E8F08-5FFF-1193-28BB-5CFB69E67C75}"/>
          </ac:spMkLst>
        </pc:spChg>
        <pc:spChg chg="add mod">
          <ac:chgData name="Khaled taha" userId="912087602c74ab8a" providerId="LiveId" clId="{58B121E7-63A7-4330-86D4-8A88A1192A57}" dt="2025-07-06T00:22:33.903" v="28263" actId="242"/>
          <ac:spMkLst>
            <pc:docMk/>
            <pc:sldMk cId="255666208" sldId="540"/>
            <ac:spMk id="60" creationId="{59F64663-804A-EC4B-93B3-B22308DFB936}"/>
          </ac:spMkLst>
        </pc:spChg>
        <pc:spChg chg="add mod">
          <ac:chgData name="Khaled taha" userId="912087602c74ab8a" providerId="LiveId" clId="{58B121E7-63A7-4330-86D4-8A88A1192A57}" dt="2025-07-06T00:22:33.903" v="28263" actId="242"/>
          <ac:spMkLst>
            <pc:docMk/>
            <pc:sldMk cId="255666208" sldId="540"/>
            <ac:spMk id="61" creationId="{EF559A70-34C5-71D2-BB39-F3525E0976E0}"/>
          </ac:spMkLst>
        </pc:spChg>
        <pc:spChg chg="add mod">
          <ac:chgData name="Khaled taha" userId="912087602c74ab8a" providerId="LiveId" clId="{58B121E7-63A7-4330-86D4-8A88A1192A57}" dt="2025-07-06T00:22:33.903" v="28263" actId="242"/>
          <ac:spMkLst>
            <pc:docMk/>
            <pc:sldMk cId="255666208" sldId="540"/>
            <ac:spMk id="62" creationId="{12AA277D-18D6-0691-5CA5-659BF9FF3C6B}"/>
          </ac:spMkLst>
        </pc:spChg>
        <pc:spChg chg="add mod">
          <ac:chgData name="Khaled taha" userId="912087602c74ab8a" providerId="LiveId" clId="{58B121E7-63A7-4330-86D4-8A88A1192A57}" dt="2025-07-06T00:26:54.137" v="28336" actId="1076"/>
          <ac:spMkLst>
            <pc:docMk/>
            <pc:sldMk cId="255666208" sldId="540"/>
            <ac:spMk id="63" creationId="{9B5EB659-1C35-8BAE-D9F6-D1084B6FBDD7}"/>
          </ac:spMkLst>
        </pc:spChg>
        <pc:spChg chg="add mod">
          <ac:chgData name="Khaled taha" userId="912087602c74ab8a" providerId="LiveId" clId="{58B121E7-63A7-4330-86D4-8A88A1192A57}" dt="2025-07-06T00:26:54.137" v="28336" actId="1076"/>
          <ac:spMkLst>
            <pc:docMk/>
            <pc:sldMk cId="255666208" sldId="540"/>
            <ac:spMk id="64" creationId="{FBB0A5A2-A469-8665-8FC6-7E1610B1BCE8}"/>
          </ac:spMkLst>
        </pc:spChg>
        <pc:spChg chg="add mod">
          <ac:chgData name="Khaled taha" userId="912087602c74ab8a" providerId="LiveId" clId="{58B121E7-63A7-4330-86D4-8A88A1192A57}" dt="2025-07-06T00:26:54.137" v="28336" actId="1076"/>
          <ac:spMkLst>
            <pc:docMk/>
            <pc:sldMk cId="255666208" sldId="540"/>
            <ac:spMk id="65" creationId="{F967644C-94E9-10F6-345B-9B579FAE13F3}"/>
          </ac:spMkLst>
        </pc:spChg>
        <pc:spChg chg="add mod ord">
          <ac:chgData name="Khaled taha" userId="912087602c74ab8a" providerId="LiveId" clId="{58B121E7-63A7-4330-86D4-8A88A1192A57}" dt="2025-07-06T00:22:15.105" v="28260" actId="1076"/>
          <ac:spMkLst>
            <pc:docMk/>
            <pc:sldMk cId="255666208" sldId="540"/>
            <ac:spMk id="66" creationId="{5148DBBF-7A28-BE1A-EAAB-4F6AEDBFDD16}"/>
          </ac:spMkLst>
        </pc:spChg>
        <pc:spChg chg="add mod ord">
          <ac:chgData name="Khaled taha" userId="912087602c74ab8a" providerId="LiveId" clId="{58B121E7-63A7-4330-86D4-8A88A1192A57}" dt="2025-07-06T00:22:33.903" v="28263" actId="242"/>
          <ac:spMkLst>
            <pc:docMk/>
            <pc:sldMk cId="255666208" sldId="540"/>
            <ac:spMk id="67" creationId="{3AF2261F-16CF-0661-60F3-8E599B740A8C}"/>
          </ac:spMkLst>
        </pc:spChg>
        <pc:spChg chg="add mod ord">
          <ac:chgData name="Khaled taha" userId="912087602c74ab8a" providerId="LiveId" clId="{58B121E7-63A7-4330-86D4-8A88A1192A57}" dt="2025-07-06T00:22:33.903" v="28263" actId="242"/>
          <ac:spMkLst>
            <pc:docMk/>
            <pc:sldMk cId="255666208" sldId="540"/>
            <ac:spMk id="68" creationId="{8B96A2AA-4CE5-28F9-3F9A-899AB2C48FA9}"/>
          </ac:spMkLst>
        </pc:spChg>
        <pc:spChg chg="add mod">
          <ac:chgData name="Khaled taha" userId="912087602c74ab8a" providerId="LiveId" clId="{58B121E7-63A7-4330-86D4-8A88A1192A57}" dt="2025-07-06T00:26:45.610" v="28335" actId="1076"/>
          <ac:spMkLst>
            <pc:docMk/>
            <pc:sldMk cId="255666208" sldId="540"/>
            <ac:spMk id="69" creationId="{6C20E9F4-4E41-A056-7A5A-F6A9C12CFA2B}"/>
          </ac:spMkLst>
        </pc:spChg>
        <pc:spChg chg="add mod">
          <ac:chgData name="Khaled taha" userId="912087602c74ab8a" providerId="LiveId" clId="{58B121E7-63A7-4330-86D4-8A88A1192A57}" dt="2025-07-06T00:26:45.610" v="28335" actId="1076"/>
          <ac:spMkLst>
            <pc:docMk/>
            <pc:sldMk cId="255666208" sldId="540"/>
            <ac:spMk id="70" creationId="{91060F26-13A9-B623-C057-823942B9539A}"/>
          </ac:spMkLst>
        </pc:spChg>
        <pc:spChg chg="add mod">
          <ac:chgData name="Khaled taha" userId="912087602c74ab8a" providerId="LiveId" clId="{58B121E7-63A7-4330-86D4-8A88A1192A57}" dt="2025-07-06T00:26:45.610" v="28335" actId="1076"/>
          <ac:spMkLst>
            <pc:docMk/>
            <pc:sldMk cId="255666208" sldId="540"/>
            <ac:spMk id="71" creationId="{3803AE49-0134-562D-7E66-417056B94CD0}"/>
          </ac:spMkLst>
        </pc:spChg>
        <pc:spChg chg="add mod ord">
          <ac:chgData name="Khaled taha" userId="912087602c74ab8a" providerId="LiveId" clId="{58B121E7-63A7-4330-86D4-8A88A1192A57}" dt="2025-07-06T00:26:54.137" v="28336" actId="1076"/>
          <ac:spMkLst>
            <pc:docMk/>
            <pc:sldMk cId="255666208" sldId="540"/>
            <ac:spMk id="72" creationId="{B02CE157-391F-51F6-E950-8A99C8AF5517}"/>
          </ac:spMkLst>
        </pc:spChg>
        <pc:spChg chg="add mod">
          <ac:chgData name="Khaled taha" userId="912087602c74ab8a" providerId="LiveId" clId="{58B121E7-63A7-4330-86D4-8A88A1192A57}" dt="2025-07-06T00:25:03.694" v="28311" actId="20577"/>
          <ac:spMkLst>
            <pc:docMk/>
            <pc:sldMk cId="255666208" sldId="540"/>
            <ac:spMk id="73" creationId="{C443CF80-727A-51C3-E666-0104217515F0}"/>
          </ac:spMkLst>
        </pc:spChg>
        <pc:spChg chg="add mod">
          <ac:chgData name="Khaled taha" userId="912087602c74ab8a" providerId="LiveId" clId="{58B121E7-63A7-4330-86D4-8A88A1192A57}" dt="2025-07-06T00:25:47.306" v="28327" actId="207"/>
          <ac:spMkLst>
            <pc:docMk/>
            <pc:sldMk cId="255666208" sldId="540"/>
            <ac:spMk id="74" creationId="{949C60CE-1AD5-73CA-70A3-B49F402C3DED}"/>
          </ac:spMkLst>
        </pc:spChg>
        <pc:spChg chg="add mod">
          <ac:chgData name="Khaled taha" userId="912087602c74ab8a" providerId="LiveId" clId="{58B121E7-63A7-4330-86D4-8A88A1192A57}" dt="2025-07-06T00:25:33.301" v="28323" actId="207"/>
          <ac:spMkLst>
            <pc:docMk/>
            <pc:sldMk cId="255666208" sldId="540"/>
            <ac:spMk id="75" creationId="{70B93212-58D4-B7C3-D76E-3DC8156AA468}"/>
          </ac:spMkLst>
        </pc:spChg>
        <pc:spChg chg="add mod ord">
          <ac:chgData name="Khaled taha" userId="912087602c74ab8a" providerId="LiveId" clId="{58B121E7-63A7-4330-86D4-8A88A1192A57}" dt="2025-07-06T00:25:30.713" v="28322" actId="167"/>
          <ac:spMkLst>
            <pc:docMk/>
            <pc:sldMk cId="255666208" sldId="540"/>
            <ac:spMk id="76" creationId="{DCEFA79E-872F-3BBB-1419-E23CDEE97E83}"/>
          </ac:spMkLst>
        </pc:spChg>
        <pc:spChg chg="add mod ord">
          <ac:chgData name="Khaled taha" userId="912087602c74ab8a" providerId="LiveId" clId="{58B121E7-63A7-4330-86D4-8A88A1192A57}" dt="2025-07-06T00:25:42.745" v="28326" actId="167"/>
          <ac:spMkLst>
            <pc:docMk/>
            <pc:sldMk cId="255666208" sldId="540"/>
            <ac:spMk id="77" creationId="{BBC46119-501C-3C16-D43A-938A2A06DE11}"/>
          </ac:spMkLst>
        </pc:spChg>
        <pc:spChg chg="add mod ord">
          <ac:chgData name="Khaled taha" userId="912087602c74ab8a" providerId="LiveId" clId="{58B121E7-63A7-4330-86D4-8A88A1192A57}" dt="2025-07-06T00:26:04.929" v="28331" actId="167"/>
          <ac:spMkLst>
            <pc:docMk/>
            <pc:sldMk cId="255666208" sldId="540"/>
            <ac:spMk id="78" creationId="{88F2DAF6-D487-2408-559B-D156FC6F7012}"/>
          </ac:spMkLst>
        </pc:spChg>
        <pc:spChg chg="add mod">
          <ac:chgData name="Khaled taha" userId="912087602c74ab8a" providerId="LiveId" clId="{58B121E7-63A7-4330-86D4-8A88A1192A57}" dt="2025-07-06T00:27:12.417" v="28338"/>
          <ac:spMkLst>
            <pc:docMk/>
            <pc:sldMk cId="255666208" sldId="540"/>
            <ac:spMk id="79" creationId="{A3D2AF6D-E630-E913-5EEA-E2C4F9E011B4}"/>
          </ac:spMkLst>
        </pc:spChg>
        <pc:spChg chg="add del mod">
          <ac:chgData name="Khaled taha" userId="912087602c74ab8a" providerId="LiveId" clId="{58B121E7-63A7-4330-86D4-8A88A1192A57}" dt="2025-07-06T00:28:29.111" v="28483" actId="21"/>
          <ac:spMkLst>
            <pc:docMk/>
            <pc:sldMk cId="255666208" sldId="540"/>
            <ac:spMk id="80" creationId="{7925FDA8-3294-F86F-1DC9-596C0E0218D7}"/>
          </ac:spMkLst>
        </pc:spChg>
        <pc:spChg chg="add del mod">
          <ac:chgData name="Khaled taha" userId="912087602c74ab8a" providerId="LiveId" clId="{58B121E7-63A7-4330-86D4-8A88A1192A57}" dt="2025-07-06T00:28:29.111" v="28483" actId="21"/>
          <ac:spMkLst>
            <pc:docMk/>
            <pc:sldMk cId="255666208" sldId="540"/>
            <ac:spMk id="81" creationId="{6432DF5A-6EC7-FF82-D8FC-647104E56004}"/>
          </ac:spMkLst>
        </pc:spChg>
        <pc:spChg chg="add del mod">
          <ac:chgData name="Khaled taha" userId="912087602c74ab8a" providerId="LiveId" clId="{58B121E7-63A7-4330-86D4-8A88A1192A57}" dt="2025-07-06T00:28:29.111" v="28483" actId="21"/>
          <ac:spMkLst>
            <pc:docMk/>
            <pc:sldMk cId="255666208" sldId="540"/>
            <ac:spMk id="82" creationId="{CC49A635-1E86-BBD2-649C-20E739BC31A1}"/>
          </ac:spMkLst>
        </pc:spChg>
        <pc:spChg chg="add del mod">
          <ac:chgData name="Khaled taha" userId="912087602c74ab8a" providerId="LiveId" clId="{58B121E7-63A7-4330-86D4-8A88A1192A57}" dt="2025-07-06T00:28:29.111" v="28483" actId="21"/>
          <ac:spMkLst>
            <pc:docMk/>
            <pc:sldMk cId="255666208" sldId="540"/>
            <ac:spMk id="83" creationId="{CAD8A3DF-897B-EA5D-EEB1-09CDB2D29FB8}"/>
          </ac:spMkLst>
        </pc:spChg>
        <pc:spChg chg="add mod">
          <ac:chgData name="Khaled taha" userId="912087602c74ab8a" providerId="LiveId" clId="{58B121E7-63A7-4330-86D4-8A88A1192A57}" dt="2025-07-06T00:56:11.344" v="28980"/>
          <ac:spMkLst>
            <pc:docMk/>
            <pc:sldMk cId="255666208" sldId="540"/>
            <ac:spMk id="84" creationId="{AC3B3844-FDF5-3D49-02EE-8DFA22982136}"/>
          </ac:spMkLst>
        </pc:spChg>
        <pc:spChg chg="add mod">
          <ac:chgData name="Khaled taha" userId="912087602c74ab8a" providerId="LiveId" clId="{58B121E7-63A7-4330-86D4-8A88A1192A57}" dt="2025-07-06T00:56:14.011" v="28982"/>
          <ac:spMkLst>
            <pc:docMk/>
            <pc:sldMk cId="255666208" sldId="540"/>
            <ac:spMk id="85" creationId="{9419747F-B303-BF9A-34D6-7AFA949DD38F}"/>
          </ac:spMkLst>
        </pc:spChg>
        <pc:cxnChg chg="add mod">
          <ac:chgData name="Khaled taha" userId="912087602c74ab8a" providerId="LiveId" clId="{58B121E7-63A7-4330-86D4-8A88A1192A57}" dt="2025-07-06T00:09:45.154" v="28102" actId="14100"/>
          <ac:cxnSpMkLst>
            <pc:docMk/>
            <pc:sldMk cId="255666208" sldId="540"/>
            <ac:cxnSpMk id="3" creationId="{3DEB046D-9D91-1649-0E1D-4A95EDAFFC7E}"/>
          </ac:cxnSpMkLst>
        </pc:cxnChg>
        <pc:cxnChg chg="add mod">
          <ac:chgData name="Khaled taha" userId="912087602c74ab8a" providerId="LiveId" clId="{58B121E7-63A7-4330-86D4-8A88A1192A57}" dt="2025-07-06T00:09:54.241" v="28104" actId="14100"/>
          <ac:cxnSpMkLst>
            <pc:docMk/>
            <pc:sldMk cId="255666208" sldId="540"/>
            <ac:cxnSpMk id="20" creationId="{02D341DA-6EE9-5AF6-0AC7-182F02784ABD}"/>
          </ac:cxnSpMkLst>
        </pc:cxnChg>
        <pc:cxnChg chg="add mod">
          <ac:chgData name="Khaled taha" userId="912087602c74ab8a" providerId="LiveId" clId="{58B121E7-63A7-4330-86D4-8A88A1192A57}" dt="2025-07-06T00:10:15.786" v="28110" actId="14100"/>
          <ac:cxnSpMkLst>
            <pc:docMk/>
            <pc:sldMk cId="255666208" sldId="540"/>
            <ac:cxnSpMk id="23" creationId="{012A5BCB-1F9E-E138-F907-F4A87C5E105D}"/>
          </ac:cxnSpMkLst>
        </pc:cxnChg>
      </pc:sldChg>
      <pc:sldChg chg="addSp delSp modSp add del mod ord modTransition">
        <pc:chgData name="Khaled taha" userId="912087602c74ab8a" providerId="LiveId" clId="{58B121E7-63A7-4330-86D4-8A88A1192A57}" dt="2025-07-06T01:24:33.117" v="29545" actId="47"/>
        <pc:sldMkLst>
          <pc:docMk/>
          <pc:sldMk cId="1536710518" sldId="541"/>
        </pc:sldMkLst>
        <pc:spChg chg="add mod">
          <ac:chgData name="Khaled taha" userId="912087602c74ab8a" providerId="LiveId" clId="{58B121E7-63A7-4330-86D4-8A88A1192A57}" dt="2025-07-06T00:56:21.636" v="28986"/>
          <ac:spMkLst>
            <pc:docMk/>
            <pc:sldMk cId="1536710518" sldId="541"/>
            <ac:spMk id="2" creationId="{0A76979D-D9A0-E925-BBBC-AEB71BB5D870}"/>
          </ac:spMkLst>
        </pc:spChg>
        <pc:spChg chg="del">
          <ac:chgData name="Khaled taha" userId="912087602c74ab8a" providerId="LiveId" clId="{58B121E7-63A7-4330-86D4-8A88A1192A57}" dt="2025-07-06T00:03:48.531" v="28036" actId="478"/>
          <ac:spMkLst>
            <pc:docMk/>
            <pc:sldMk cId="1536710518" sldId="541"/>
            <ac:spMk id="4" creationId="{E2C96E5C-98B4-313C-FD64-0F8E7F48EAC2}"/>
          </ac:spMkLst>
        </pc:spChg>
        <pc:spChg chg="del">
          <ac:chgData name="Khaled taha" userId="912087602c74ab8a" providerId="LiveId" clId="{58B121E7-63A7-4330-86D4-8A88A1192A57}" dt="2025-07-06T00:03:48.531" v="28036" actId="478"/>
          <ac:spMkLst>
            <pc:docMk/>
            <pc:sldMk cId="1536710518" sldId="541"/>
            <ac:spMk id="7" creationId="{D58C9019-2BD9-319C-776A-6178B0D1E290}"/>
          </ac:spMkLst>
        </pc:spChg>
        <pc:spChg chg="del">
          <ac:chgData name="Khaled taha" userId="912087602c74ab8a" providerId="LiveId" clId="{58B121E7-63A7-4330-86D4-8A88A1192A57}" dt="2025-07-06T00:03:48.531" v="28036" actId="478"/>
          <ac:spMkLst>
            <pc:docMk/>
            <pc:sldMk cId="1536710518" sldId="541"/>
            <ac:spMk id="16" creationId="{51F3DF48-65E5-258C-9479-45CD37027680}"/>
          </ac:spMkLst>
        </pc:spChg>
        <pc:spChg chg="del">
          <ac:chgData name="Khaled taha" userId="912087602c74ab8a" providerId="LiveId" clId="{58B121E7-63A7-4330-86D4-8A88A1192A57}" dt="2025-07-06T00:03:48.531" v="28036" actId="478"/>
          <ac:spMkLst>
            <pc:docMk/>
            <pc:sldMk cId="1536710518" sldId="541"/>
            <ac:spMk id="17" creationId="{17DF7EBB-04BE-CBAD-1840-A3BDD9CBAF86}"/>
          </ac:spMkLst>
        </pc:spChg>
        <pc:spChg chg="del">
          <ac:chgData name="Khaled taha" userId="912087602c74ab8a" providerId="LiveId" clId="{58B121E7-63A7-4330-86D4-8A88A1192A57}" dt="2025-07-06T00:03:48.531" v="28036" actId="478"/>
          <ac:spMkLst>
            <pc:docMk/>
            <pc:sldMk cId="1536710518" sldId="541"/>
            <ac:spMk id="18" creationId="{53B515BD-E75C-D80C-25FE-63D358A92CA3}"/>
          </ac:spMkLst>
        </pc:spChg>
        <pc:spChg chg="del">
          <ac:chgData name="Khaled taha" userId="912087602c74ab8a" providerId="LiveId" clId="{58B121E7-63A7-4330-86D4-8A88A1192A57}" dt="2025-07-06T00:03:48.531" v="28036" actId="478"/>
          <ac:spMkLst>
            <pc:docMk/>
            <pc:sldMk cId="1536710518" sldId="541"/>
            <ac:spMk id="19" creationId="{5A10C723-CD17-B408-C5DB-CB151AF07C2F}"/>
          </ac:spMkLst>
        </pc:spChg>
        <pc:spChg chg="del">
          <ac:chgData name="Khaled taha" userId="912087602c74ab8a" providerId="LiveId" clId="{58B121E7-63A7-4330-86D4-8A88A1192A57}" dt="2025-07-06T00:56:21.429" v="28985" actId="478"/>
          <ac:spMkLst>
            <pc:docMk/>
            <pc:sldMk cId="1536710518" sldId="541"/>
            <ac:spMk id="24" creationId="{5C77BC8A-2CA3-744B-07D3-3BC9F6DCD71F}"/>
          </ac:spMkLst>
        </pc:spChg>
        <pc:spChg chg="add del mod">
          <ac:chgData name="Khaled taha" userId="912087602c74ab8a" providerId="LiveId" clId="{58B121E7-63A7-4330-86D4-8A88A1192A57}" dt="2025-07-06T00:41:31.185" v="28865" actId="1076"/>
          <ac:spMkLst>
            <pc:docMk/>
            <pc:sldMk cId="1536710518" sldId="541"/>
            <ac:spMk id="27" creationId="{926C9B9D-3439-20AC-681C-2FE6B26B6D1F}"/>
          </ac:spMkLst>
        </pc:spChg>
        <pc:spChg chg="add del mod">
          <ac:chgData name="Khaled taha" userId="912087602c74ab8a" providerId="LiveId" clId="{58B121E7-63A7-4330-86D4-8A88A1192A57}" dt="2025-07-06T00:41:31.185" v="28865" actId="1076"/>
          <ac:spMkLst>
            <pc:docMk/>
            <pc:sldMk cId="1536710518" sldId="541"/>
            <ac:spMk id="28" creationId="{B47A3936-CFC7-77A5-BED9-45FECEC0C568}"/>
          </ac:spMkLst>
        </pc:spChg>
        <pc:spChg chg="add del mod">
          <ac:chgData name="Khaled taha" userId="912087602c74ab8a" providerId="LiveId" clId="{58B121E7-63A7-4330-86D4-8A88A1192A57}" dt="2025-07-06T00:41:31.185" v="28865" actId="1076"/>
          <ac:spMkLst>
            <pc:docMk/>
            <pc:sldMk cId="1536710518" sldId="541"/>
            <ac:spMk id="29" creationId="{ABF97B82-9073-94B7-A3CC-2A314E7C52B1}"/>
          </ac:spMkLst>
        </pc:spChg>
        <pc:spChg chg="add del mod">
          <ac:chgData name="Khaled taha" userId="912087602c74ab8a" providerId="LiveId" clId="{58B121E7-63A7-4330-86D4-8A88A1192A57}" dt="2025-07-06T00:41:31.185" v="28865" actId="1076"/>
          <ac:spMkLst>
            <pc:docMk/>
            <pc:sldMk cId="1536710518" sldId="541"/>
            <ac:spMk id="30" creationId="{53C0BBA3-7B0D-289F-F949-199B9B8D321A}"/>
          </ac:spMkLst>
        </pc:spChg>
        <pc:cxnChg chg="del mod">
          <ac:chgData name="Khaled taha" userId="912087602c74ab8a" providerId="LiveId" clId="{58B121E7-63A7-4330-86D4-8A88A1192A57}" dt="2025-07-06T00:04:05.254" v="28038" actId="478"/>
          <ac:cxnSpMkLst>
            <pc:docMk/>
            <pc:sldMk cId="1536710518" sldId="541"/>
            <ac:cxnSpMk id="3" creationId="{AFF4E0C3-AB97-80D3-1B78-31C8F466EF7F}"/>
          </ac:cxnSpMkLst>
        </pc:cxnChg>
        <pc:cxnChg chg="del mod">
          <ac:chgData name="Khaled taha" userId="912087602c74ab8a" providerId="LiveId" clId="{58B121E7-63A7-4330-86D4-8A88A1192A57}" dt="2025-07-06T00:04:05.254" v="28038" actId="478"/>
          <ac:cxnSpMkLst>
            <pc:docMk/>
            <pc:sldMk cId="1536710518" sldId="541"/>
            <ac:cxnSpMk id="20" creationId="{F526BEAA-9388-CE7C-3749-69DE9939E6F5}"/>
          </ac:cxnSpMkLst>
        </pc:cxnChg>
        <pc:cxnChg chg="del mod">
          <ac:chgData name="Khaled taha" userId="912087602c74ab8a" providerId="LiveId" clId="{58B121E7-63A7-4330-86D4-8A88A1192A57}" dt="2025-07-06T00:04:05.254" v="28038" actId="478"/>
          <ac:cxnSpMkLst>
            <pc:docMk/>
            <pc:sldMk cId="1536710518" sldId="541"/>
            <ac:cxnSpMk id="23" creationId="{B2F94D7A-C50A-EE5E-D378-94F813B4E55B}"/>
          </ac:cxnSpMkLst>
        </pc:cxnChg>
      </pc:sldChg>
      <pc:sldChg chg="add del">
        <pc:chgData name="Khaled taha" userId="912087602c74ab8a" providerId="LiveId" clId="{58B121E7-63A7-4330-86D4-8A88A1192A57}" dt="2025-07-06T00:27:16.148" v="28340" actId="47"/>
        <pc:sldMkLst>
          <pc:docMk/>
          <pc:sldMk cId="768523540" sldId="542"/>
        </pc:sldMkLst>
      </pc:sldChg>
      <pc:sldChg chg="delSp add del mod">
        <pc:chgData name="Khaled taha" userId="912087602c74ab8a" providerId="LiveId" clId="{58B121E7-63A7-4330-86D4-8A88A1192A57}" dt="2025-07-06T00:27:16.148" v="28340" actId="47"/>
        <pc:sldMkLst>
          <pc:docMk/>
          <pc:sldMk cId="1114397926" sldId="543"/>
        </pc:sldMkLst>
        <pc:spChg chg="del">
          <ac:chgData name="Khaled taha" userId="912087602c74ab8a" providerId="LiveId" clId="{58B121E7-63A7-4330-86D4-8A88A1192A57}" dt="2025-07-06T00:06:32.774" v="28045" actId="478"/>
          <ac:spMkLst>
            <pc:docMk/>
            <pc:sldMk cId="1114397926" sldId="543"/>
            <ac:spMk id="27" creationId="{17CD2FA8-23ED-A929-0C15-83B679E41D44}"/>
          </ac:spMkLst>
        </pc:spChg>
        <pc:spChg chg="del">
          <ac:chgData name="Khaled taha" userId="912087602c74ab8a" providerId="LiveId" clId="{58B121E7-63A7-4330-86D4-8A88A1192A57}" dt="2025-07-06T00:06:32.774" v="28045" actId="478"/>
          <ac:spMkLst>
            <pc:docMk/>
            <pc:sldMk cId="1114397926" sldId="543"/>
            <ac:spMk id="28" creationId="{B6B2A701-E924-9822-A5D5-A3B1F729BF65}"/>
          </ac:spMkLst>
        </pc:spChg>
        <pc:spChg chg="del">
          <ac:chgData name="Khaled taha" userId="912087602c74ab8a" providerId="LiveId" clId="{58B121E7-63A7-4330-86D4-8A88A1192A57}" dt="2025-07-06T00:06:32.774" v="28045" actId="478"/>
          <ac:spMkLst>
            <pc:docMk/>
            <pc:sldMk cId="1114397926" sldId="543"/>
            <ac:spMk id="29" creationId="{2A17A800-F95F-B15B-D4E6-EB1906888D2E}"/>
          </ac:spMkLst>
        </pc:spChg>
        <pc:spChg chg="del">
          <ac:chgData name="Khaled taha" userId="912087602c74ab8a" providerId="LiveId" clId="{58B121E7-63A7-4330-86D4-8A88A1192A57}" dt="2025-07-06T00:06:32.774" v="28045" actId="478"/>
          <ac:spMkLst>
            <pc:docMk/>
            <pc:sldMk cId="1114397926" sldId="543"/>
            <ac:spMk id="30" creationId="{CDB578E0-C001-EE46-25AD-06793A9FFC89}"/>
          </ac:spMkLst>
        </pc:spChg>
      </pc:sldChg>
      <pc:sldChg chg="addSp delSp modSp add del mod modTransition">
        <pc:chgData name="Khaled taha" userId="912087602c74ab8a" providerId="LiveId" clId="{58B121E7-63A7-4330-86D4-8A88A1192A57}" dt="2025-07-06T01:13:25.449" v="29378" actId="47"/>
        <pc:sldMkLst>
          <pc:docMk/>
          <pc:sldMk cId="2029043489" sldId="544"/>
        </pc:sldMkLst>
        <pc:spChg chg="add del mod">
          <ac:chgData name="Khaled taha" userId="912087602c74ab8a" providerId="LiveId" clId="{58B121E7-63A7-4330-86D4-8A88A1192A57}" dt="2025-07-06T00:45:05.089" v="28887" actId="478"/>
          <ac:spMkLst>
            <pc:docMk/>
            <pc:sldMk cId="2029043489" sldId="544"/>
            <ac:spMk id="2" creationId="{2B47D1E7-DBB3-D300-26F9-B1E42A888731}"/>
          </ac:spMkLst>
        </pc:spChg>
        <pc:spChg chg="add del mod">
          <ac:chgData name="Khaled taha" userId="912087602c74ab8a" providerId="LiveId" clId="{58B121E7-63A7-4330-86D4-8A88A1192A57}" dt="2025-07-06T00:29:06.362" v="28619" actId="478"/>
          <ac:spMkLst>
            <pc:docMk/>
            <pc:sldMk cId="2029043489" sldId="544"/>
            <ac:spMk id="5" creationId="{856AFEC4-52E7-2B56-0A56-F86233C3281D}"/>
          </ac:spMkLst>
        </pc:spChg>
        <pc:spChg chg="add del mod">
          <ac:chgData name="Khaled taha" userId="912087602c74ab8a" providerId="LiveId" clId="{58B121E7-63A7-4330-86D4-8A88A1192A57}" dt="2025-07-06T00:45:05.089" v="28887" actId="478"/>
          <ac:spMkLst>
            <pc:docMk/>
            <pc:sldMk cId="2029043489" sldId="544"/>
            <ac:spMk id="6" creationId="{CC49A635-1E86-BBD2-649C-20E739BC31A1}"/>
          </ac:spMkLst>
        </pc:spChg>
        <pc:spChg chg="del">
          <ac:chgData name="Khaled taha" userId="912087602c74ab8a" providerId="LiveId" clId="{58B121E7-63A7-4330-86D4-8A88A1192A57}" dt="2025-07-06T00:27:29.569" v="28341" actId="478"/>
          <ac:spMkLst>
            <pc:docMk/>
            <pc:sldMk cId="2029043489" sldId="544"/>
            <ac:spMk id="7" creationId="{E8DE18E5-886D-7158-7ED7-A0AE744120FF}"/>
          </ac:spMkLst>
        </pc:spChg>
        <pc:spChg chg="add mod">
          <ac:chgData name="Khaled taha" userId="912087602c74ab8a" providerId="LiveId" clId="{58B121E7-63A7-4330-86D4-8A88A1192A57}" dt="2025-07-06T00:34:46.017" v="28705" actId="1076"/>
          <ac:spMkLst>
            <pc:docMk/>
            <pc:sldMk cId="2029043489" sldId="544"/>
            <ac:spMk id="9" creationId="{39B76D46-0BDF-7C7E-CA1F-8D30CB55B6C9}"/>
          </ac:spMkLst>
        </pc:spChg>
        <pc:spChg chg="add mod">
          <ac:chgData name="Khaled taha" userId="912087602c74ab8a" providerId="LiveId" clId="{58B121E7-63A7-4330-86D4-8A88A1192A57}" dt="2025-07-06T00:38:24.067" v="28799" actId="242"/>
          <ac:spMkLst>
            <pc:docMk/>
            <pc:sldMk cId="2029043489" sldId="544"/>
            <ac:spMk id="11" creationId="{E024DD2B-4F7F-076A-DC65-A067D5E19B03}"/>
          </ac:spMkLst>
        </pc:spChg>
        <pc:spChg chg="del">
          <ac:chgData name="Khaled taha" userId="912087602c74ab8a" providerId="LiveId" clId="{58B121E7-63A7-4330-86D4-8A88A1192A57}" dt="2025-07-06T00:27:29.569" v="28341" actId="478"/>
          <ac:spMkLst>
            <pc:docMk/>
            <pc:sldMk cId="2029043489" sldId="544"/>
            <ac:spMk id="16" creationId="{70601819-1A3A-11F0-D97B-06BFDF331224}"/>
          </ac:spMkLst>
        </pc:spChg>
        <pc:spChg chg="del">
          <ac:chgData name="Khaled taha" userId="912087602c74ab8a" providerId="LiveId" clId="{58B121E7-63A7-4330-86D4-8A88A1192A57}" dt="2025-07-06T00:27:29.569" v="28341" actId="478"/>
          <ac:spMkLst>
            <pc:docMk/>
            <pc:sldMk cId="2029043489" sldId="544"/>
            <ac:spMk id="18" creationId="{29F383AD-FF74-1059-0FEC-A452F260333F}"/>
          </ac:spMkLst>
        </pc:spChg>
        <pc:spChg chg="add mod">
          <ac:chgData name="Khaled taha" userId="912087602c74ab8a" providerId="LiveId" clId="{58B121E7-63A7-4330-86D4-8A88A1192A57}" dt="2025-07-06T00:34:56.723" v="28707" actId="1076"/>
          <ac:spMkLst>
            <pc:docMk/>
            <pc:sldMk cId="2029043489" sldId="544"/>
            <ac:spMk id="21" creationId="{800DB746-3BD9-FC07-AA03-66437935723C}"/>
          </ac:spMkLst>
        </pc:spChg>
        <pc:spChg chg="del">
          <ac:chgData name="Khaled taha" userId="912087602c74ab8a" providerId="LiveId" clId="{58B121E7-63A7-4330-86D4-8A88A1192A57}" dt="2025-07-06T00:56:03.590" v="28976" actId="478"/>
          <ac:spMkLst>
            <pc:docMk/>
            <pc:sldMk cId="2029043489" sldId="544"/>
            <ac:spMk id="24" creationId="{AA720853-FD3F-B7CA-6867-7B005A407750}"/>
          </ac:spMkLst>
        </pc:spChg>
        <pc:spChg chg="add mod">
          <ac:chgData name="Khaled taha" userId="912087602c74ab8a" providerId="LiveId" clId="{58B121E7-63A7-4330-86D4-8A88A1192A57}" dt="2025-07-06T00:34:49.826" v="28706" actId="1076"/>
          <ac:spMkLst>
            <pc:docMk/>
            <pc:sldMk cId="2029043489" sldId="544"/>
            <ac:spMk id="25" creationId="{9C2B811A-E13E-DB32-4B9D-80BAA88EC835}"/>
          </ac:spMkLst>
        </pc:spChg>
        <pc:spChg chg="add mod">
          <ac:chgData name="Khaled taha" userId="912087602c74ab8a" providerId="LiveId" clId="{58B121E7-63A7-4330-86D4-8A88A1192A57}" dt="2025-07-06T00:34:42.769" v="28704" actId="1076"/>
          <ac:spMkLst>
            <pc:docMk/>
            <pc:sldMk cId="2029043489" sldId="544"/>
            <ac:spMk id="26" creationId="{34B0212F-AD69-A00E-A07A-44155D02608F}"/>
          </ac:spMkLst>
        </pc:spChg>
        <pc:spChg chg="del">
          <ac:chgData name="Khaled taha" userId="912087602c74ab8a" providerId="LiveId" clId="{58B121E7-63A7-4330-86D4-8A88A1192A57}" dt="2025-07-06T00:28:23.896" v="28482" actId="478"/>
          <ac:spMkLst>
            <pc:docMk/>
            <pc:sldMk cId="2029043489" sldId="544"/>
            <ac:spMk id="27" creationId="{4420E7EA-3423-F795-B1DD-F291BA647CEA}"/>
          </ac:spMkLst>
        </pc:spChg>
        <pc:spChg chg="del">
          <ac:chgData name="Khaled taha" userId="912087602c74ab8a" providerId="LiveId" clId="{58B121E7-63A7-4330-86D4-8A88A1192A57}" dt="2025-07-06T00:28:23.896" v="28482" actId="478"/>
          <ac:spMkLst>
            <pc:docMk/>
            <pc:sldMk cId="2029043489" sldId="544"/>
            <ac:spMk id="28" creationId="{71FF2CF9-B1BE-BFDE-6877-A0D301A168B1}"/>
          </ac:spMkLst>
        </pc:spChg>
        <pc:spChg chg="del">
          <ac:chgData name="Khaled taha" userId="912087602c74ab8a" providerId="LiveId" clId="{58B121E7-63A7-4330-86D4-8A88A1192A57}" dt="2025-07-06T00:28:23.896" v="28482" actId="478"/>
          <ac:spMkLst>
            <pc:docMk/>
            <pc:sldMk cId="2029043489" sldId="544"/>
            <ac:spMk id="29" creationId="{B414E0B4-634A-BEF0-5B62-BC26A3FF7DE5}"/>
          </ac:spMkLst>
        </pc:spChg>
        <pc:spChg chg="del">
          <ac:chgData name="Khaled taha" userId="912087602c74ab8a" providerId="LiveId" clId="{58B121E7-63A7-4330-86D4-8A88A1192A57}" dt="2025-07-06T00:28:23.896" v="28482" actId="478"/>
          <ac:spMkLst>
            <pc:docMk/>
            <pc:sldMk cId="2029043489" sldId="544"/>
            <ac:spMk id="30" creationId="{8B78D42F-9760-6638-0BD2-2CC8F8C9D7AF}"/>
          </ac:spMkLst>
        </pc:spChg>
        <pc:spChg chg="del mod">
          <ac:chgData name="Khaled taha" userId="912087602c74ab8a" providerId="LiveId" clId="{58B121E7-63A7-4330-86D4-8A88A1192A57}" dt="2025-07-06T00:45:05.089" v="28887" actId="478"/>
          <ac:spMkLst>
            <pc:docMk/>
            <pc:sldMk cId="2029043489" sldId="544"/>
            <ac:spMk id="31" creationId="{7EFC1155-7D7A-3B5F-A517-255B5F2A47FA}"/>
          </ac:spMkLst>
        </pc:spChg>
        <pc:spChg chg="del mod">
          <ac:chgData name="Khaled taha" userId="912087602c74ab8a" providerId="LiveId" clId="{58B121E7-63A7-4330-86D4-8A88A1192A57}" dt="2025-07-06T00:45:05.089" v="28887" actId="478"/>
          <ac:spMkLst>
            <pc:docMk/>
            <pc:sldMk cId="2029043489" sldId="544"/>
            <ac:spMk id="32" creationId="{1483BE17-FFC9-0620-057E-B8A0D865AE1C}"/>
          </ac:spMkLst>
        </pc:spChg>
        <pc:spChg chg="add mod">
          <ac:chgData name="Khaled taha" userId="912087602c74ab8a" providerId="LiveId" clId="{58B121E7-63A7-4330-86D4-8A88A1192A57}" dt="2025-07-06T00:35:58.442" v="28727" actId="1076"/>
          <ac:spMkLst>
            <pc:docMk/>
            <pc:sldMk cId="2029043489" sldId="544"/>
            <ac:spMk id="33" creationId="{D2E9A708-79A5-1A02-74CC-F0BBAE062964}"/>
          </ac:spMkLst>
        </pc:spChg>
        <pc:spChg chg="add mod">
          <ac:chgData name="Khaled taha" userId="912087602c74ab8a" providerId="LiveId" clId="{58B121E7-63A7-4330-86D4-8A88A1192A57}" dt="2025-07-06T00:36:01.745" v="28728" actId="1076"/>
          <ac:spMkLst>
            <pc:docMk/>
            <pc:sldMk cId="2029043489" sldId="544"/>
            <ac:spMk id="34" creationId="{13409DD9-B706-DAE7-DD7A-F432304F24E6}"/>
          </ac:spMkLst>
        </pc:spChg>
        <pc:spChg chg="add mod">
          <ac:chgData name="Khaled taha" userId="912087602c74ab8a" providerId="LiveId" clId="{58B121E7-63A7-4330-86D4-8A88A1192A57}" dt="2025-07-06T00:36:04.777" v="28729" actId="1076"/>
          <ac:spMkLst>
            <pc:docMk/>
            <pc:sldMk cId="2029043489" sldId="544"/>
            <ac:spMk id="35" creationId="{7DC75C6A-5C31-FEF4-A65C-E11DADD8030C}"/>
          </ac:spMkLst>
        </pc:spChg>
        <pc:spChg chg="add mod">
          <ac:chgData name="Khaled taha" userId="912087602c74ab8a" providerId="LiveId" clId="{58B121E7-63A7-4330-86D4-8A88A1192A57}" dt="2025-07-06T00:36:14.195" v="28734" actId="20577"/>
          <ac:spMkLst>
            <pc:docMk/>
            <pc:sldMk cId="2029043489" sldId="544"/>
            <ac:spMk id="36" creationId="{F2A3B978-6768-3E89-111F-3C09D4A7F3E5}"/>
          </ac:spMkLst>
        </pc:spChg>
        <pc:spChg chg="add mod">
          <ac:chgData name="Khaled taha" userId="912087602c74ab8a" providerId="LiveId" clId="{58B121E7-63A7-4330-86D4-8A88A1192A57}" dt="2025-07-06T00:36:36.555" v="28749" actId="20577"/>
          <ac:spMkLst>
            <pc:docMk/>
            <pc:sldMk cId="2029043489" sldId="544"/>
            <ac:spMk id="37" creationId="{14547234-25E9-EBCF-4618-7C6516B7BA54}"/>
          </ac:spMkLst>
        </pc:spChg>
        <pc:spChg chg="add mod">
          <ac:chgData name="Khaled taha" userId="912087602c74ab8a" providerId="LiveId" clId="{58B121E7-63A7-4330-86D4-8A88A1192A57}" dt="2025-07-06T00:36:54.977" v="28752" actId="20577"/>
          <ac:spMkLst>
            <pc:docMk/>
            <pc:sldMk cId="2029043489" sldId="544"/>
            <ac:spMk id="38" creationId="{7F0DE92A-B304-BF28-FACD-4EE7D53BEEC6}"/>
          </ac:spMkLst>
        </pc:spChg>
        <pc:spChg chg="add mod">
          <ac:chgData name="Khaled taha" userId="912087602c74ab8a" providerId="LiveId" clId="{58B121E7-63A7-4330-86D4-8A88A1192A57}" dt="2025-07-06T00:36:59.032" v="28756" actId="20577"/>
          <ac:spMkLst>
            <pc:docMk/>
            <pc:sldMk cId="2029043489" sldId="544"/>
            <ac:spMk id="39" creationId="{3C625BF2-6694-872B-10EC-EFEDB1B6AE9D}"/>
          </ac:spMkLst>
        </pc:spChg>
        <pc:spChg chg="add mod">
          <ac:chgData name="Khaled taha" userId="912087602c74ab8a" providerId="LiveId" clId="{58B121E7-63A7-4330-86D4-8A88A1192A57}" dt="2025-07-06T00:37:19.829" v="28760" actId="20577"/>
          <ac:spMkLst>
            <pc:docMk/>
            <pc:sldMk cId="2029043489" sldId="544"/>
            <ac:spMk id="40" creationId="{F7D0B975-AC52-122E-6671-F19B67E90113}"/>
          </ac:spMkLst>
        </pc:spChg>
        <pc:spChg chg="add mod">
          <ac:chgData name="Khaled taha" userId="912087602c74ab8a" providerId="LiveId" clId="{58B121E7-63A7-4330-86D4-8A88A1192A57}" dt="2025-07-06T00:37:23.001" v="28764" actId="20577"/>
          <ac:spMkLst>
            <pc:docMk/>
            <pc:sldMk cId="2029043489" sldId="544"/>
            <ac:spMk id="41" creationId="{316B0D81-B920-4741-E5A0-396BEF49623F}"/>
          </ac:spMkLst>
        </pc:spChg>
        <pc:spChg chg="add mod">
          <ac:chgData name="Khaled taha" userId="912087602c74ab8a" providerId="LiveId" clId="{58B121E7-63A7-4330-86D4-8A88A1192A57}" dt="2025-07-06T00:37:28.559" v="28769" actId="20577"/>
          <ac:spMkLst>
            <pc:docMk/>
            <pc:sldMk cId="2029043489" sldId="544"/>
            <ac:spMk id="42" creationId="{A6C0FC9D-0D88-0F93-9574-728BBCDDF4B8}"/>
          </ac:spMkLst>
        </pc:spChg>
        <pc:spChg chg="add mod">
          <ac:chgData name="Khaled taha" userId="912087602c74ab8a" providerId="LiveId" clId="{58B121E7-63A7-4330-86D4-8A88A1192A57}" dt="2025-07-06T00:39:17.897" v="28808" actId="1076"/>
          <ac:spMkLst>
            <pc:docMk/>
            <pc:sldMk cId="2029043489" sldId="544"/>
            <ac:spMk id="43" creationId="{160AB7D1-E343-333E-97A7-5AC99EC73173}"/>
          </ac:spMkLst>
        </pc:spChg>
        <pc:spChg chg="add del mod">
          <ac:chgData name="Khaled taha" userId="912087602c74ab8a" providerId="LiveId" clId="{58B121E7-63A7-4330-86D4-8A88A1192A57}" dt="2025-07-06T00:37:53.909" v="28782" actId="478"/>
          <ac:spMkLst>
            <pc:docMk/>
            <pc:sldMk cId="2029043489" sldId="544"/>
            <ac:spMk id="44" creationId="{7D0ACB3F-2ABE-2FEF-30C2-46569A43C0B3}"/>
          </ac:spMkLst>
        </pc:spChg>
        <pc:spChg chg="add mod">
          <ac:chgData name="Khaled taha" userId="912087602c74ab8a" providerId="LiveId" clId="{58B121E7-63A7-4330-86D4-8A88A1192A57}" dt="2025-07-06T00:39:32.194" v="28810" actId="1076"/>
          <ac:spMkLst>
            <pc:docMk/>
            <pc:sldMk cId="2029043489" sldId="544"/>
            <ac:spMk id="49" creationId="{8E122832-03F0-B090-3F6C-944D4937185F}"/>
          </ac:spMkLst>
        </pc:spChg>
        <pc:spChg chg="add del mod">
          <ac:chgData name="Khaled taha" userId="912087602c74ab8a" providerId="LiveId" clId="{58B121E7-63A7-4330-86D4-8A88A1192A57}" dt="2025-07-06T00:38:49.704" v="28803" actId="478"/>
          <ac:spMkLst>
            <pc:docMk/>
            <pc:sldMk cId="2029043489" sldId="544"/>
            <ac:spMk id="50" creationId="{1A3AD21F-9C9A-32F1-CBFC-39EA388E813D}"/>
          </ac:spMkLst>
        </pc:spChg>
        <pc:spChg chg="add del mod">
          <ac:chgData name="Khaled taha" userId="912087602c74ab8a" providerId="LiveId" clId="{58B121E7-63A7-4330-86D4-8A88A1192A57}" dt="2025-07-06T00:38:49.704" v="28803" actId="478"/>
          <ac:spMkLst>
            <pc:docMk/>
            <pc:sldMk cId="2029043489" sldId="544"/>
            <ac:spMk id="51" creationId="{6559E9BD-5A9A-7B52-7B59-DE4EEC0C8E1A}"/>
          </ac:spMkLst>
        </pc:spChg>
        <pc:spChg chg="add mod">
          <ac:chgData name="Khaled taha" userId="912087602c74ab8a" providerId="LiveId" clId="{58B121E7-63A7-4330-86D4-8A88A1192A57}" dt="2025-07-06T00:41:30.857" v="28864" actId="20577"/>
          <ac:spMkLst>
            <pc:docMk/>
            <pc:sldMk cId="2029043489" sldId="544"/>
            <ac:spMk id="52" creationId="{666DCE1F-8B7A-F162-915E-B1E5D953FE29}"/>
          </ac:spMkLst>
        </pc:spChg>
        <pc:spChg chg="add mod">
          <ac:chgData name="Khaled taha" userId="912087602c74ab8a" providerId="LiveId" clId="{58B121E7-63A7-4330-86D4-8A88A1192A57}" dt="2025-07-06T00:41:30.525" v="28863" actId="20577"/>
          <ac:spMkLst>
            <pc:docMk/>
            <pc:sldMk cId="2029043489" sldId="544"/>
            <ac:spMk id="53" creationId="{2645F62B-F79A-6B55-3548-41106B8DB9A4}"/>
          </ac:spMkLst>
        </pc:spChg>
        <pc:spChg chg="add mod">
          <ac:chgData name="Khaled taha" userId="912087602c74ab8a" providerId="LiveId" clId="{58B121E7-63A7-4330-86D4-8A88A1192A57}" dt="2025-07-06T00:41:26.113" v="28856" actId="20577"/>
          <ac:spMkLst>
            <pc:docMk/>
            <pc:sldMk cId="2029043489" sldId="544"/>
            <ac:spMk id="54" creationId="{0B04C0E2-585A-4C10-23DA-28018298D693}"/>
          </ac:spMkLst>
        </pc:spChg>
        <pc:spChg chg="add mod">
          <ac:chgData name="Khaled taha" userId="912087602c74ab8a" providerId="LiveId" clId="{58B121E7-63A7-4330-86D4-8A88A1192A57}" dt="2025-07-06T00:41:29.037" v="28858" actId="20577"/>
          <ac:spMkLst>
            <pc:docMk/>
            <pc:sldMk cId="2029043489" sldId="544"/>
            <ac:spMk id="55" creationId="{E9FD915E-DE2A-2B61-87DA-FC81FB1EF4C8}"/>
          </ac:spMkLst>
        </pc:spChg>
        <pc:spChg chg="del">
          <ac:chgData name="Khaled taha" userId="912087602c74ab8a" providerId="LiveId" clId="{58B121E7-63A7-4330-86D4-8A88A1192A57}" dt="2025-07-06T00:27:29.569" v="28341" actId="478"/>
          <ac:spMkLst>
            <pc:docMk/>
            <pc:sldMk cId="2029043489" sldId="544"/>
            <ac:spMk id="60" creationId="{DF285DF3-035D-6C67-5377-C9A58598A6DE}"/>
          </ac:spMkLst>
        </pc:spChg>
        <pc:spChg chg="del">
          <ac:chgData name="Khaled taha" userId="912087602c74ab8a" providerId="LiveId" clId="{58B121E7-63A7-4330-86D4-8A88A1192A57}" dt="2025-07-06T00:27:29.569" v="28341" actId="478"/>
          <ac:spMkLst>
            <pc:docMk/>
            <pc:sldMk cId="2029043489" sldId="544"/>
            <ac:spMk id="62" creationId="{05C24270-14C5-2080-BAA2-CA1164800344}"/>
          </ac:spMkLst>
        </pc:spChg>
        <pc:spChg chg="del">
          <ac:chgData name="Khaled taha" userId="912087602c74ab8a" providerId="LiveId" clId="{58B121E7-63A7-4330-86D4-8A88A1192A57}" dt="2025-07-06T00:27:29.569" v="28341" actId="478"/>
          <ac:spMkLst>
            <pc:docMk/>
            <pc:sldMk cId="2029043489" sldId="544"/>
            <ac:spMk id="63" creationId="{63318BF0-2D99-6B3E-4B99-39CB4C6FFDB9}"/>
          </ac:spMkLst>
        </pc:spChg>
        <pc:spChg chg="del">
          <ac:chgData name="Khaled taha" userId="912087602c74ab8a" providerId="LiveId" clId="{58B121E7-63A7-4330-86D4-8A88A1192A57}" dt="2025-07-06T00:27:29.569" v="28341" actId="478"/>
          <ac:spMkLst>
            <pc:docMk/>
            <pc:sldMk cId="2029043489" sldId="544"/>
            <ac:spMk id="64" creationId="{02A57B2D-9C81-A8CA-21C6-B6AA1E9C05D5}"/>
          </ac:spMkLst>
        </pc:spChg>
        <pc:spChg chg="del">
          <ac:chgData name="Khaled taha" userId="912087602c74ab8a" providerId="LiveId" clId="{58B121E7-63A7-4330-86D4-8A88A1192A57}" dt="2025-07-06T00:27:29.569" v="28341" actId="478"/>
          <ac:spMkLst>
            <pc:docMk/>
            <pc:sldMk cId="2029043489" sldId="544"/>
            <ac:spMk id="66" creationId="{9F04175F-38CA-B9E8-5CA7-01ADDE80CA10}"/>
          </ac:spMkLst>
        </pc:spChg>
        <pc:spChg chg="del">
          <ac:chgData name="Khaled taha" userId="912087602c74ab8a" providerId="LiveId" clId="{58B121E7-63A7-4330-86D4-8A88A1192A57}" dt="2025-07-06T00:27:29.569" v="28341" actId="478"/>
          <ac:spMkLst>
            <pc:docMk/>
            <pc:sldMk cId="2029043489" sldId="544"/>
            <ac:spMk id="69" creationId="{B8494909-1124-D5E5-40B4-EAF5098B5F43}"/>
          </ac:spMkLst>
        </pc:spChg>
        <pc:spChg chg="del">
          <ac:chgData name="Khaled taha" userId="912087602c74ab8a" providerId="LiveId" clId="{58B121E7-63A7-4330-86D4-8A88A1192A57}" dt="2025-07-06T00:27:29.569" v="28341" actId="478"/>
          <ac:spMkLst>
            <pc:docMk/>
            <pc:sldMk cId="2029043489" sldId="544"/>
            <ac:spMk id="71" creationId="{81C0B3D0-69B3-54AD-C48A-E96139C6E2A4}"/>
          </ac:spMkLst>
        </pc:spChg>
        <pc:spChg chg="add mod">
          <ac:chgData name="Khaled taha" userId="912087602c74ab8a" providerId="LiveId" clId="{58B121E7-63A7-4330-86D4-8A88A1192A57}" dt="2025-07-06T00:41:30.260" v="28862" actId="20577"/>
          <ac:spMkLst>
            <pc:docMk/>
            <pc:sldMk cId="2029043489" sldId="544"/>
            <ac:spMk id="79" creationId="{C745E459-783A-CC9C-AA8E-42C0ECD0EB7A}"/>
          </ac:spMkLst>
        </pc:spChg>
        <pc:spChg chg="add del mod">
          <ac:chgData name="Khaled taha" userId="912087602c74ab8a" providerId="LiveId" clId="{58B121E7-63A7-4330-86D4-8A88A1192A57}" dt="2025-07-06T00:45:05.089" v="28887" actId="478"/>
          <ac:spMkLst>
            <pc:docMk/>
            <pc:sldMk cId="2029043489" sldId="544"/>
            <ac:spMk id="80" creationId="{7925FDA8-3294-F86F-1DC9-596C0E0218D7}"/>
          </ac:spMkLst>
        </pc:spChg>
        <pc:spChg chg="add del mod">
          <ac:chgData name="Khaled taha" userId="912087602c74ab8a" providerId="LiveId" clId="{58B121E7-63A7-4330-86D4-8A88A1192A57}" dt="2025-07-06T00:28:54.770" v="28616" actId="478"/>
          <ac:spMkLst>
            <pc:docMk/>
            <pc:sldMk cId="2029043489" sldId="544"/>
            <ac:spMk id="81" creationId="{6432DF5A-6EC7-FF82-D8FC-647104E56004}"/>
          </ac:spMkLst>
        </pc:spChg>
        <pc:spChg chg="add del mod">
          <ac:chgData name="Khaled taha" userId="912087602c74ab8a" providerId="LiveId" clId="{58B121E7-63A7-4330-86D4-8A88A1192A57}" dt="2025-07-06T00:29:04.302" v="28618" actId="21"/>
          <ac:spMkLst>
            <pc:docMk/>
            <pc:sldMk cId="2029043489" sldId="544"/>
            <ac:spMk id="82" creationId="{CC49A635-1E86-BBD2-649C-20E739BC31A1}"/>
          </ac:spMkLst>
        </pc:spChg>
        <pc:spChg chg="add del mod">
          <ac:chgData name="Khaled taha" userId="912087602c74ab8a" providerId="LiveId" clId="{58B121E7-63A7-4330-86D4-8A88A1192A57}" dt="2025-07-06T00:45:05.089" v="28887" actId="478"/>
          <ac:spMkLst>
            <pc:docMk/>
            <pc:sldMk cId="2029043489" sldId="544"/>
            <ac:spMk id="83" creationId="{CAD8A3DF-897B-EA5D-EEB1-09CDB2D29FB8}"/>
          </ac:spMkLst>
        </pc:spChg>
        <pc:spChg chg="add mod">
          <ac:chgData name="Khaled taha" userId="912087602c74ab8a" providerId="LiveId" clId="{58B121E7-63A7-4330-86D4-8A88A1192A57}" dt="2025-07-06T00:41:29.933" v="28861" actId="20577"/>
          <ac:spMkLst>
            <pc:docMk/>
            <pc:sldMk cId="2029043489" sldId="544"/>
            <ac:spMk id="84" creationId="{CEE13701-A0F9-5BCF-0151-787C4ADA7E2B}"/>
          </ac:spMkLst>
        </pc:spChg>
        <pc:spChg chg="add mod">
          <ac:chgData name="Khaled taha" userId="912087602c74ab8a" providerId="LiveId" clId="{58B121E7-63A7-4330-86D4-8A88A1192A57}" dt="2025-07-06T00:41:25.637" v="28855" actId="20577"/>
          <ac:spMkLst>
            <pc:docMk/>
            <pc:sldMk cId="2029043489" sldId="544"/>
            <ac:spMk id="85" creationId="{77429625-E4D0-2189-D8C0-52EC2CDC04DD}"/>
          </ac:spMkLst>
        </pc:spChg>
        <pc:spChg chg="add mod">
          <ac:chgData name="Khaled taha" userId="912087602c74ab8a" providerId="LiveId" clId="{58B121E7-63A7-4330-86D4-8A88A1192A57}" dt="2025-07-06T00:41:28.013" v="28857" actId="20577"/>
          <ac:spMkLst>
            <pc:docMk/>
            <pc:sldMk cId="2029043489" sldId="544"/>
            <ac:spMk id="86" creationId="{52356E52-1B02-A715-EF30-7CB4653724C9}"/>
          </ac:spMkLst>
        </pc:spChg>
        <pc:spChg chg="add mod">
          <ac:chgData name="Khaled taha" userId="912087602c74ab8a" providerId="LiveId" clId="{58B121E7-63A7-4330-86D4-8A88A1192A57}" dt="2025-07-06T00:41:29.360" v="28859" actId="20577"/>
          <ac:spMkLst>
            <pc:docMk/>
            <pc:sldMk cId="2029043489" sldId="544"/>
            <ac:spMk id="87" creationId="{35AF72FB-E0AF-285B-7ECB-88043365318D}"/>
          </ac:spMkLst>
        </pc:spChg>
        <pc:spChg chg="add mod">
          <ac:chgData name="Khaled taha" userId="912087602c74ab8a" providerId="LiveId" clId="{58B121E7-63A7-4330-86D4-8A88A1192A57}" dt="2025-07-06T00:41:29.659" v="28860" actId="20577"/>
          <ac:spMkLst>
            <pc:docMk/>
            <pc:sldMk cId="2029043489" sldId="544"/>
            <ac:spMk id="88" creationId="{F55D4E5A-1593-B8ED-6E45-28C22E3FC41B}"/>
          </ac:spMkLst>
        </pc:spChg>
        <pc:spChg chg="add mod">
          <ac:chgData name="Khaled taha" userId="912087602c74ab8a" providerId="LiveId" clId="{58B121E7-63A7-4330-86D4-8A88A1192A57}" dt="2025-07-06T00:46:12.897" v="28893"/>
          <ac:spMkLst>
            <pc:docMk/>
            <pc:sldMk cId="2029043489" sldId="544"/>
            <ac:spMk id="89" creationId="{79D8028C-B326-7757-3749-2D862E141A7A}"/>
          </ac:spMkLst>
        </pc:spChg>
        <pc:spChg chg="add mod">
          <ac:chgData name="Khaled taha" userId="912087602c74ab8a" providerId="LiveId" clId="{58B121E7-63A7-4330-86D4-8A88A1192A57}" dt="2025-07-06T00:46:12.897" v="28893"/>
          <ac:spMkLst>
            <pc:docMk/>
            <pc:sldMk cId="2029043489" sldId="544"/>
            <ac:spMk id="90" creationId="{E5CFE3A2-B68C-F8A4-69D0-03DDD36E4F4B}"/>
          </ac:spMkLst>
        </pc:spChg>
        <pc:spChg chg="add mod">
          <ac:chgData name="Khaled taha" userId="912087602c74ab8a" providerId="LiveId" clId="{58B121E7-63A7-4330-86D4-8A88A1192A57}" dt="2025-07-06T00:56:03.748" v="28977"/>
          <ac:spMkLst>
            <pc:docMk/>
            <pc:sldMk cId="2029043489" sldId="544"/>
            <ac:spMk id="91" creationId="{7C8F3EE6-BD0E-F399-B31F-0F52E4D54601}"/>
          </ac:spMkLst>
        </pc:spChg>
        <pc:cxnChg chg="del mod">
          <ac:chgData name="Khaled taha" userId="912087602c74ab8a" providerId="LiveId" clId="{58B121E7-63A7-4330-86D4-8A88A1192A57}" dt="2025-07-06T00:27:36.777" v="28342" actId="478"/>
          <ac:cxnSpMkLst>
            <pc:docMk/>
            <pc:sldMk cId="2029043489" sldId="544"/>
            <ac:cxnSpMk id="3" creationId="{64D97E90-FDAF-956A-3C15-681BF3B9F92B}"/>
          </ac:cxnSpMkLst>
        </pc:cxnChg>
        <pc:cxnChg chg="del mod">
          <ac:chgData name="Khaled taha" userId="912087602c74ab8a" providerId="LiveId" clId="{58B121E7-63A7-4330-86D4-8A88A1192A57}" dt="2025-07-06T00:27:36.777" v="28342" actId="478"/>
          <ac:cxnSpMkLst>
            <pc:docMk/>
            <pc:sldMk cId="2029043489" sldId="544"/>
            <ac:cxnSpMk id="20" creationId="{8BF70034-BBD3-01B4-8EB1-B44A11BEA813}"/>
          </ac:cxnSpMkLst>
        </pc:cxnChg>
        <pc:cxnChg chg="del mod">
          <ac:chgData name="Khaled taha" userId="912087602c74ab8a" providerId="LiveId" clId="{58B121E7-63A7-4330-86D4-8A88A1192A57}" dt="2025-07-06T00:27:36.777" v="28342" actId="478"/>
          <ac:cxnSpMkLst>
            <pc:docMk/>
            <pc:sldMk cId="2029043489" sldId="544"/>
            <ac:cxnSpMk id="23" creationId="{562AE79F-A3C6-6697-2582-66871B0B4FD1}"/>
          </ac:cxnSpMkLst>
        </pc:cxnChg>
      </pc:sldChg>
      <pc:sldChg chg="addSp delSp modSp add del mod modTransition">
        <pc:chgData name="Khaled taha" userId="912087602c74ab8a" providerId="LiveId" clId="{58B121E7-63A7-4330-86D4-8A88A1192A57}" dt="2025-07-06T01:24:33.117" v="29545" actId="47"/>
        <pc:sldMkLst>
          <pc:docMk/>
          <pc:sldMk cId="981250215" sldId="545"/>
        </pc:sldMkLst>
        <pc:spChg chg="add mod">
          <ac:chgData name="Khaled taha" userId="912087602c74ab8a" providerId="LiveId" clId="{58B121E7-63A7-4330-86D4-8A88A1192A57}" dt="2025-07-06T00:56:18.089" v="28984"/>
          <ac:spMkLst>
            <pc:docMk/>
            <pc:sldMk cId="981250215" sldId="545"/>
            <ac:spMk id="2" creationId="{33A5814F-371E-A37B-724D-4951300CE366}"/>
          </ac:spMkLst>
        </pc:spChg>
        <pc:spChg chg="del">
          <ac:chgData name="Khaled taha" userId="912087602c74ab8a" providerId="LiveId" clId="{58B121E7-63A7-4330-86D4-8A88A1192A57}" dt="2025-07-06T00:56:17.862" v="28983" actId="478"/>
          <ac:spMkLst>
            <pc:docMk/>
            <pc:sldMk cId="981250215" sldId="545"/>
            <ac:spMk id="24" creationId="{A1C5C3DE-47C0-212C-E0B6-6906A9BD2D03}"/>
          </ac:spMkLst>
        </pc:spChg>
        <pc:spChg chg="del">
          <ac:chgData name="Khaled taha" userId="912087602c74ab8a" providerId="LiveId" clId="{58B121E7-63A7-4330-86D4-8A88A1192A57}" dt="2025-07-06T00:41:54.622" v="28867" actId="478"/>
          <ac:spMkLst>
            <pc:docMk/>
            <pc:sldMk cId="981250215" sldId="545"/>
            <ac:spMk id="27" creationId="{25630F86-DE64-E771-FEBB-0EC0C0F49E68}"/>
          </ac:spMkLst>
        </pc:spChg>
        <pc:spChg chg="del">
          <ac:chgData name="Khaled taha" userId="912087602c74ab8a" providerId="LiveId" clId="{58B121E7-63A7-4330-86D4-8A88A1192A57}" dt="2025-07-06T00:41:54.622" v="28867" actId="478"/>
          <ac:spMkLst>
            <pc:docMk/>
            <pc:sldMk cId="981250215" sldId="545"/>
            <ac:spMk id="28" creationId="{DBB6D915-94EE-8839-F7CD-13BB9EE6B40E}"/>
          </ac:spMkLst>
        </pc:spChg>
        <pc:spChg chg="del">
          <ac:chgData name="Khaled taha" userId="912087602c74ab8a" providerId="LiveId" clId="{58B121E7-63A7-4330-86D4-8A88A1192A57}" dt="2025-07-06T00:41:54.622" v="28867" actId="478"/>
          <ac:spMkLst>
            <pc:docMk/>
            <pc:sldMk cId="981250215" sldId="545"/>
            <ac:spMk id="29" creationId="{CBD63B99-1DD5-4035-4E94-B9B12DB2171C}"/>
          </ac:spMkLst>
        </pc:spChg>
        <pc:spChg chg="del">
          <ac:chgData name="Khaled taha" userId="912087602c74ab8a" providerId="LiveId" clId="{58B121E7-63A7-4330-86D4-8A88A1192A57}" dt="2025-07-06T00:41:54.622" v="28867" actId="478"/>
          <ac:spMkLst>
            <pc:docMk/>
            <pc:sldMk cId="981250215" sldId="545"/>
            <ac:spMk id="30" creationId="{54B6CEE1-FDDE-EA4E-F20C-ADED51CF8B9E}"/>
          </ac:spMkLst>
        </pc:spChg>
      </pc:sldChg>
      <pc:sldChg chg="add del">
        <pc:chgData name="Khaled taha" userId="912087602c74ab8a" providerId="LiveId" clId="{58B121E7-63A7-4330-86D4-8A88A1192A57}" dt="2025-07-06T00:28:02.888" v="28345"/>
        <pc:sldMkLst>
          <pc:docMk/>
          <pc:sldMk cId="4091011591" sldId="545"/>
        </pc:sldMkLst>
      </pc:sldChg>
      <pc:sldChg chg="addSp delSp modSp add del mod ord modTransition">
        <pc:chgData name="Khaled taha" userId="912087602c74ab8a" providerId="LiveId" clId="{58B121E7-63A7-4330-86D4-8A88A1192A57}" dt="2025-07-06T00:47:10.818" v="28894" actId="47"/>
        <pc:sldMkLst>
          <pc:docMk/>
          <pc:sldMk cId="3314664650" sldId="546"/>
        </pc:sldMkLst>
        <pc:spChg chg="add del mod">
          <ac:chgData name="Khaled taha" userId="912087602c74ab8a" providerId="LiveId" clId="{58B121E7-63A7-4330-86D4-8A88A1192A57}" dt="2025-07-06T00:43:15.913" v="28875" actId="478"/>
          <ac:spMkLst>
            <pc:docMk/>
            <pc:sldMk cId="3314664650" sldId="546"/>
            <ac:spMk id="2" creationId="{FAA92E37-5846-977B-A5F1-0750476816D5}"/>
          </ac:spMkLst>
        </pc:spChg>
        <pc:spChg chg="add del mod">
          <ac:chgData name="Khaled taha" userId="912087602c74ab8a" providerId="LiveId" clId="{58B121E7-63A7-4330-86D4-8A88A1192A57}" dt="2025-07-06T00:43:15.913" v="28875" actId="478"/>
          <ac:spMkLst>
            <pc:docMk/>
            <pc:sldMk cId="3314664650" sldId="546"/>
            <ac:spMk id="3" creationId="{5E4660FA-8A61-DF6F-EBA9-6CED50E2C916}"/>
          </ac:spMkLst>
        </pc:spChg>
        <pc:spChg chg="mod">
          <ac:chgData name="Khaled taha" userId="912087602c74ab8a" providerId="LiveId" clId="{58B121E7-63A7-4330-86D4-8A88A1192A57}" dt="2025-07-06T00:45:26.720" v="28890" actId="1076"/>
          <ac:spMkLst>
            <pc:docMk/>
            <pc:sldMk cId="3314664650" sldId="546"/>
            <ac:spMk id="24" creationId="{EA739753-9395-8F32-B5BB-ABA72AC7ABB0}"/>
          </ac:spMkLst>
        </pc:spChg>
      </pc:sldChg>
      <pc:sldChg chg="addSp delSp modSp add del mod modTransition">
        <pc:chgData name="Khaled taha" userId="912087602c74ab8a" providerId="LiveId" clId="{58B121E7-63A7-4330-86D4-8A88A1192A57}" dt="2025-07-06T01:24:37.684" v="29546" actId="47"/>
        <pc:sldMkLst>
          <pc:docMk/>
          <pc:sldMk cId="2100688150" sldId="547"/>
        </pc:sldMkLst>
        <pc:spChg chg="add mod">
          <ac:chgData name="Khaled taha" userId="912087602c74ab8a" providerId="LiveId" clId="{58B121E7-63A7-4330-86D4-8A88A1192A57}" dt="2025-07-06T00:45:34.514" v="28891" actId="1076"/>
          <ac:spMkLst>
            <pc:docMk/>
            <pc:sldMk cId="2100688150" sldId="547"/>
            <ac:spMk id="2" creationId="{3C8AA751-DB8E-4191-7624-389CD229582E}"/>
          </ac:spMkLst>
        </pc:spChg>
        <pc:spChg chg="add mod">
          <ac:chgData name="Khaled taha" userId="912087602c74ab8a" providerId="LiveId" clId="{58B121E7-63A7-4330-86D4-8A88A1192A57}" dt="2025-07-06T00:45:34.514" v="28891" actId="1076"/>
          <ac:spMkLst>
            <pc:docMk/>
            <pc:sldMk cId="2100688150" sldId="547"/>
            <ac:spMk id="3" creationId="{E05BE0B2-533A-89CB-8DA5-4ED00316211E}"/>
          </ac:spMkLst>
        </pc:spChg>
        <pc:spChg chg="add del mod">
          <ac:chgData name="Khaled taha" userId="912087602c74ab8a" providerId="LiveId" clId="{58B121E7-63A7-4330-86D4-8A88A1192A57}" dt="2025-07-06T00:47:27.667" v="28895" actId="478"/>
          <ac:spMkLst>
            <pc:docMk/>
            <pc:sldMk cId="2100688150" sldId="547"/>
            <ac:spMk id="4" creationId="{92F9BF61-0154-6167-F291-51D733FF538A}"/>
          </ac:spMkLst>
        </pc:spChg>
        <pc:spChg chg="add del mod">
          <ac:chgData name="Khaled taha" userId="912087602c74ab8a" providerId="LiveId" clId="{58B121E7-63A7-4330-86D4-8A88A1192A57}" dt="2025-07-06T00:47:27.667" v="28895" actId="478"/>
          <ac:spMkLst>
            <pc:docMk/>
            <pc:sldMk cId="2100688150" sldId="547"/>
            <ac:spMk id="5" creationId="{D3C34C54-7BF7-FE1D-D0F1-7C2C97EE11E4}"/>
          </ac:spMkLst>
        </pc:spChg>
        <pc:spChg chg="add mod">
          <ac:chgData name="Khaled taha" userId="912087602c74ab8a" providerId="LiveId" clId="{58B121E7-63A7-4330-86D4-8A88A1192A57}" dt="2025-07-06T00:56:07.107" v="28979"/>
          <ac:spMkLst>
            <pc:docMk/>
            <pc:sldMk cId="2100688150" sldId="547"/>
            <ac:spMk id="6" creationId="{29B5EA37-3D7F-2E90-D98B-5A31862B7C9D}"/>
          </ac:spMkLst>
        </pc:spChg>
        <pc:spChg chg="del">
          <ac:chgData name="Khaled taha" userId="912087602c74ab8a" providerId="LiveId" clId="{58B121E7-63A7-4330-86D4-8A88A1192A57}" dt="2025-07-06T00:56:06.944" v="28978" actId="478"/>
          <ac:spMkLst>
            <pc:docMk/>
            <pc:sldMk cId="2100688150" sldId="547"/>
            <ac:spMk id="24" creationId="{5D97B6E8-E01C-F9FA-0B2F-54E46F1F9FF5}"/>
          </ac:spMkLst>
        </pc:spChg>
        <pc:spChg chg="del mod">
          <ac:chgData name="Khaled taha" userId="912087602c74ab8a" providerId="LiveId" clId="{58B121E7-63A7-4330-86D4-8A88A1192A57}" dt="2025-07-06T00:44:16.951" v="28881" actId="478"/>
          <ac:spMkLst>
            <pc:docMk/>
            <pc:sldMk cId="2100688150" sldId="547"/>
            <ac:spMk id="31" creationId="{01896E44-62B2-E0AA-E5C0-D48CEBE20A88}"/>
          </ac:spMkLst>
        </pc:spChg>
        <pc:spChg chg="del mod">
          <ac:chgData name="Khaled taha" userId="912087602c74ab8a" providerId="LiveId" clId="{58B121E7-63A7-4330-86D4-8A88A1192A57}" dt="2025-07-06T00:44:16.951" v="28881" actId="478"/>
          <ac:spMkLst>
            <pc:docMk/>
            <pc:sldMk cId="2100688150" sldId="547"/>
            <ac:spMk id="32" creationId="{C6EB699E-E406-ADB4-C41F-CFB8DA11D9BC}"/>
          </ac:spMkLst>
        </pc:spChg>
      </pc:sldChg>
      <pc:sldChg chg="addSp delSp modSp add del mod modTransition">
        <pc:chgData name="Khaled taha" userId="912087602c74ab8a" providerId="LiveId" clId="{58B121E7-63A7-4330-86D4-8A88A1192A57}" dt="2025-07-06T01:24:37.684" v="29546" actId="47"/>
        <pc:sldMkLst>
          <pc:docMk/>
          <pc:sldMk cId="2624552382" sldId="548"/>
        </pc:sldMkLst>
        <pc:spChg chg="mod">
          <ac:chgData name="Khaled taha" userId="912087602c74ab8a" providerId="LiveId" clId="{58B121E7-63A7-4330-86D4-8A88A1192A57}" dt="2025-07-06T00:48:33.107" v="28898"/>
          <ac:spMkLst>
            <pc:docMk/>
            <pc:sldMk cId="2624552382" sldId="548"/>
            <ac:spMk id="3" creationId="{06B0650D-846C-DDA2-4C16-A51C9DC0222A}"/>
          </ac:spMkLst>
        </pc:spChg>
        <pc:spChg chg="add mod">
          <ac:chgData name="Khaled taha" userId="912087602c74ab8a" providerId="LiveId" clId="{58B121E7-63A7-4330-86D4-8A88A1192A57}" dt="2025-07-06T00:55:59.629" v="28975"/>
          <ac:spMkLst>
            <pc:docMk/>
            <pc:sldMk cId="2624552382" sldId="548"/>
            <ac:spMk id="4" creationId="{8394CB57-321B-DF0C-C922-76F6E8E491BB}"/>
          </ac:spMkLst>
        </pc:spChg>
        <pc:spChg chg="del">
          <ac:chgData name="Khaled taha" userId="912087602c74ab8a" providerId="LiveId" clId="{58B121E7-63A7-4330-86D4-8A88A1192A57}" dt="2025-07-06T00:55:59.485" v="28974" actId="478"/>
          <ac:spMkLst>
            <pc:docMk/>
            <pc:sldMk cId="2624552382" sldId="548"/>
            <ac:spMk id="24" creationId="{48FEDB7E-1035-8E35-85F9-CB7EBE860C83}"/>
          </ac:spMkLst>
        </pc:spChg>
      </pc:sldChg>
      <pc:sldChg chg="addSp delSp modSp add del mod replId">
        <pc:chgData name="Khaled taha" userId="912087602c74ab8a" providerId="LiveId" clId="{58B121E7-63A7-4330-86D4-8A88A1192A57}" dt="2025-07-06T01:13:20.391" v="29376" actId="47"/>
        <pc:sldMkLst>
          <pc:docMk/>
          <pc:sldMk cId="3401389467" sldId="549"/>
        </pc:sldMkLst>
        <pc:spChg chg="add mod">
          <ac:chgData name="Khaled taha" userId="912087602c74ab8a" providerId="LiveId" clId="{58B121E7-63A7-4330-86D4-8A88A1192A57}" dt="2025-07-06T00:55:43.218" v="28972" actId="1076"/>
          <ac:spMkLst>
            <pc:docMk/>
            <pc:sldMk cId="3401389467" sldId="549"/>
            <ac:spMk id="2" creationId="{4678B528-D7C1-AF94-0A4C-79FA61F05CDA}"/>
          </ac:spMkLst>
        </pc:spChg>
        <pc:spChg chg="add mod">
          <ac:chgData name="Khaled taha" userId="912087602c74ab8a" providerId="LiveId" clId="{58B121E7-63A7-4330-86D4-8A88A1192A57}" dt="2025-07-06T00:59:55.192" v="29033" actId="1076"/>
          <ac:spMkLst>
            <pc:docMk/>
            <pc:sldMk cId="3401389467" sldId="549"/>
            <ac:spMk id="3" creationId="{71E11F01-F13C-78E9-AA6D-2F0F24D023FC}"/>
          </ac:spMkLst>
        </pc:spChg>
        <pc:spChg chg="add mod">
          <ac:chgData name="Khaled taha" userId="912087602c74ab8a" providerId="LiveId" clId="{58B121E7-63A7-4330-86D4-8A88A1192A57}" dt="2025-07-06T00:58:42.327" v="29017" actId="1076"/>
          <ac:spMkLst>
            <pc:docMk/>
            <pc:sldMk cId="3401389467" sldId="549"/>
            <ac:spMk id="4" creationId="{9095DA93-E2F1-B01A-35B5-0046597C81E1}"/>
          </ac:spMkLst>
        </pc:spChg>
        <pc:spChg chg="add mod">
          <ac:chgData name="Khaled taha" userId="912087602c74ab8a" providerId="LiveId" clId="{58B121E7-63A7-4330-86D4-8A88A1192A57}" dt="2025-07-06T00:58:46.456" v="29018" actId="1076"/>
          <ac:spMkLst>
            <pc:docMk/>
            <pc:sldMk cId="3401389467" sldId="549"/>
            <ac:spMk id="5" creationId="{7811BA4D-1AEC-899A-F216-21CE15F989F7}"/>
          </ac:spMkLst>
        </pc:spChg>
        <pc:spChg chg="add mod">
          <ac:chgData name="Khaled taha" userId="912087602c74ab8a" providerId="LiveId" clId="{58B121E7-63A7-4330-86D4-8A88A1192A57}" dt="2025-07-06T00:52:58.180" v="28948" actId="1076"/>
          <ac:spMkLst>
            <pc:docMk/>
            <pc:sldMk cId="3401389467" sldId="549"/>
            <ac:spMk id="6" creationId="{41BF4A9A-DD65-4E96-CE06-B25895C4CBFA}"/>
          </ac:spMkLst>
        </pc:spChg>
        <pc:spChg chg="add mod">
          <ac:chgData name="Khaled taha" userId="912087602c74ab8a" providerId="LiveId" clId="{58B121E7-63A7-4330-86D4-8A88A1192A57}" dt="2025-07-06T00:55:31" v="28969" actId="1076"/>
          <ac:spMkLst>
            <pc:docMk/>
            <pc:sldMk cId="3401389467" sldId="549"/>
            <ac:spMk id="7" creationId="{52551ACB-F119-3694-4B9D-488A68CC918C}"/>
          </ac:spMkLst>
        </pc:spChg>
        <pc:spChg chg="add mod">
          <ac:chgData name="Khaled taha" userId="912087602c74ab8a" providerId="LiveId" clId="{58B121E7-63A7-4330-86D4-8A88A1192A57}" dt="2025-07-06T00:55:31" v="28969" actId="1076"/>
          <ac:spMkLst>
            <pc:docMk/>
            <pc:sldMk cId="3401389467" sldId="549"/>
            <ac:spMk id="8" creationId="{F08DCF3D-2D6A-B04D-DCF4-200109841438}"/>
          </ac:spMkLst>
        </pc:spChg>
        <pc:spChg chg="del">
          <ac:chgData name="Khaled taha" userId="912087602c74ab8a" providerId="LiveId" clId="{58B121E7-63A7-4330-86D4-8A88A1192A57}" dt="2025-07-06T00:49:03.791" v="28901" actId="478"/>
          <ac:spMkLst>
            <pc:docMk/>
            <pc:sldMk cId="3401389467" sldId="549"/>
            <ac:spMk id="9" creationId="{7ACC050E-1C0A-D1AD-B458-0604B36439E0}"/>
          </ac:spMkLst>
        </pc:spChg>
        <pc:spChg chg="add mod">
          <ac:chgData name="Khaled taha" userId="912087602c74ab8a" providerId="LiveId" clId="{58B121E7-63A7-4330-86D4-8A88A1192A57}" dt="2025-07-06T00:55:31" v="28969" actId="1076"/>
          <ac:spMkLst>
            <pc:docMk/>
            <pc:sldMk cId="3401389467" sldId="549"/>
            <ac:spMk id="10" creationId="{CCAB6A54-DD4D-F286-7E8F-68A8154FF1B4}"/>
          </ac:spMkLst>
        </pc:spChg>
        <pc:spChg chg="del">
          <ac:chgData name="Khaled taha" userId="912087602c74ab8a" providerId="LiveId" clId="{58B121E7-63A7-4330-86D4-8A88A1192A57}" dt="2025-07-06T00:49:07.912" v="28902" actId="478"/>
          <ac:spMkLst>
            <pc:docMk/>
            <pc:sldMk cId="3401389467" sldId="549"/>
            <ac:spMk id="11" creationId="{5F95F953-26A6-C37D-F11B-9243ACCF05E3}"/>
          </ac:spMkLst>
        </pc:spChg>
        <pc:spChg chg="add del mod">
          <ac:chgData name="Khaled taha" userId="912087602c74ab8a" providerId="LiveId" clId="{58B121E7-63A7-4330-86D4-8A88A1192A57}" dt="2025-07-06T00:53:35.744" v="28953" actId="478"/>
          <ac:spMkLst>
            <pc:docMk/>
            <pc:sldMk cId="3401389467" sldId="549"/>
            <ac:spMk id="15" creationId="{57A10397-55BF-650E-32B7-EA82941A1CD0}"/>
          </ac:spMkLst>
        </pc:spChg>
        <pc:spChg chg="add del mod">
          <ac:chgData name="Khaled taha" userId="912087602c74ab8a" providerId="LiveId" clId="{58B121E7-63A7-4330-86D4-8A88A1192A57}" dt="2025-07-06T00:53:35.744" v="28953" actId="478"/>
          <ac:spMkLst>
            <pc:docMk/>
            <pc:sldMk cId="3401389467" sldId="549"/>
            <ac:spMk id="16" creationId="{BDF19A47-8EA3-5DDC-FA00-02C06E95AD1A}"/>
          </ac:spMkLst>
        </pc:spChg>
        <pc:spChg chg="add mod">
          <ac:chgData name="Khaled taha" userId="912087602c74ab8a" providerId="LiveId" clId="{58B121E7-63A7-4330-86D4-8A88A1192A57}" dt="2025-07-06T00:55:31" v="28969" actId="1076"/>
          <ac:spMkLst>
            <pc:docMk/>
            <pc:sldMk cId="3401389467" sldId="549"/>
            <ac:spMk id="17" creationId="{1D867D35-C0A1-E0FF-6A06-77F6012257B8}"/>
          </ac:spMkLst>
        </pc:spChg>
        <pc:spChg chg="add mod">
          <ac:chgData name="Khaled taha" userId="912087602c74ab8a" providerId="LiveId" clId="{58B121E7-63A7-4330-86D4-8A88A1192A57}" dt="2025-07-06T00:59:33.571" v="29029" actId="1076"/>
          <ac:spMkLst>
            <pc:docMk/>
            <pc:sldMk cId="3401389467" sldId="549"/>
            <ac:spMk id="18" creationId="{645D34B9-47B8-7046-E15E-21153C171570}"/>
          </ac:spMkLst>
        </pc:spChg>
        <pc:spChg chg="add mod">
          <ac:chgData name="Khaled taha" userId="912087602c74ab8a" providerId="LiveId" clId="{58B121E7-63A7-4330-86D4-8A88A1192A57}" dt="2025-07-06T00:50:24.595" v="28910" actId="571"/>
          <ac:spMkLst>
            <pc:docMk/>
            <pc:sldMk cId="3401389467" sldId="549"/>
            <ac:spMk id="19" creationId="{8F2E0913-5D18-B16A-4504-5C3C8FB9C3DA}"/>
          </ac:spMkLst>
        </pc:spChg>
        <pc:spChg chg="add mod">
          <ac:chgData name="Khaled taha" userId="912087602c74ab8a" providerId="LiveId" clId="{58B121E7-63A7-4330-86D4-8A88A1192A57}" dt="2025-07-06T00:50:24.595" v="28910" actId="571"/>
          <ac:spMkLst>
            <pc:docMk/>
            <pc:sldMk cId="3401389467" sldId="549"/>
            <ac:spMk id="20" creationId="{32125D45-D4FD-0173-8A93-00B490C7DE67}"/>
          </ac:spMkLst>
        </pc:spChg>
        <pc:spChg chg="del">
          <ac:chgData name="Khaled taha" userId="912087602c74ab8a" providerId="LiveId" clId="{58B121E7-63A7-4330-86D4-8A88A1192A57}" dt="2025-07-06T00:49:03.791" v="28901" actId="478"/>
          <ac:spMkLst>
            <pc:docMk/>
            <pc:sldMk cId="3401389467" sldId="549"/>
            <ac:spMk id="21" creationId="{207182E2-29F0-C99A-2CB8-4A877722D9E4}"/>
          </ac:spMkLst>
        </pc:spChg>
        <pc:spChg chg="add mod">
          <ac:chgData name="Khaled taha" userId="912087602c74ab8a" providerId="LiveId" clId="{58B121E7-63A7-4330-86D4-8A88A1192A57}" dt="2025-07-06T00:50:24.595" v="28910" actId="571"/>
          <ac:spMkLst>
            <pc:docMk/>
            <pc:sldMk cId="3401389467" sldId="549"/>
            <ac:spMk id="22" creationId="{B471510A-171B-9473-D637-F552A6924636}"/>
          </ac:spMkLst>
        </pc:spChg>
        <pc:spChg chg="add mod">
          <ac:chgData name="Khaled taha" userId="912087602c74ab8a" providerId="LiveId" clId="{58B121E7-63A7-4330-86D4-8A88A1192A57}" dt="2025-07-06T00:55:31" v="28969" actId="1076"/>
          <ac:spMkLst>
            <pc:docMk/>
            <pc:sldMk cId="3401389467" sldId="549"/>
            <ac:spMk id="23" creationId="{FF2B9587-9DAE-80A4-5691-9FDFEA8F237A}"/>
          </ac:spMkLst>
        </pc:spChg>
        <pc:spChg chg="mod">
          <ac:chgData name="Khaled taha" userId="912087602c74ab8a" providerId="LiveId" clId="{58B121E7-63A7-4330-86D4-8A88A1192A57}" dt="2025-07-06T00:55:49.641" v="28973" actId="1076"/>
          <ac:spMkLst>
            <pc:docMk/>
            <pc:sldMk cId="3401389467" sldId="549"/>
            <ac:spMk id="24" creationId="{4FACB372-AF9E-22AD-5A0E-CD5FD938CBED}"/>
          </ac:spMkLst>
        </pc:spChg>
        <pc:spChg chg="add mod">
          <ac:chgData name="Khaled taha" userId="912087602c74ab8a" providerId="LiveId" clId="{58B121E7-63A7-4330-86D4-8A88A1192A57}" dt="2025-07-06T00:55:31" v="28969" actId="1076"/>
          <ac:spMkLst>
            <pc:docMk/>
            <pc:sldMk cId="3401389467" sldId="549"/>
            <ac:spMk id="27" creationId="{24245D6F-D4E2-5FFE-3757-5744BB5ABE55}"/>
          </ac:spMkLst>
        </pc:spChg>
        <pc:spChg chg="add mod">
          <ac:chgData name="Khaled taha" userId="912087602c74ab8a" providerId="LiveId" clId="{58B121E7-63A7-4330-86D4-8A88A1192A57}" dt="2025-07-06T00:50:31.524" v="28914" actId="571"/>
          <ac:spMkLst>
            <pc:docMk/>
            <pc:sldMk cId="3401389467" sldId="549"/>
            <ac:spMk id="28" creationId="{4F85652A-DBAF-2F28-B1B6-E7CFA34420F9}"/>
          </ac:spMkLst>
        </pc:spChg>
        <pc:spChg chg="add mod">
          <ac:chgData name="Khaled taha" userId="912087602c74ab8a" providerId="LiveId" clId="{58B121E7-63A7-4330-86D4-8A88A1192A57}" dt="2025-07-06T00:50:31.524" v="28914" actId="571"/>
          <ac:spMkLst>
            <pc:docMk/>
            <pc:sldMk cId="3401389467" sldId="549"/>
            <ac:spMk id="29" creationId="{28242C37-15D5-5B74-6C6F-3C2AB6510D6F}"/>
          </ac:spMkLst>
        </pc:spChg>
        <pc:spChg chg="add mod">
          <ac:chgData name="Khaled taha" userId="912087602c74ab8a" providerId="LiveId" clId="{58B121E7-63A7-4330-86D4-8A88A1192A57}" dt="2025-07-06T00:50:31.524" v="28914" actId="571"/>
          <ac:spMkLst>
            <pc:docMk/>
            <pc:sldMk cId="3401389467" sldId="549"/>
            <ac:spMk id="30" creationId="{DFB1AB3D-87E9-95CC-C248-F700FF85E3FB}"/>
          </ac:spMkLst>
        </pc:spChg>
        <pc:spChg chg="add mod">
          <ac:chgData name="Khaled taha" userId="912087602c74ab8a" providerId="LiveId" clId="{58B121E7-63A7-4330-86D4-8A88A1192A57}" dt="2025-07-06T00:55:31" v="28969" actId="1076"/>
          <ac:spMkLst>
            <pc:docMk/>
            <pc:sldMk cId="3401389467" sldId="549"/>
            <ac:spMk id="31" creationId="{B2F254B3-8943-71AC-4F82-E72C4ED7C31E}"/>
          </ac:spMkLst>
        </pc:spChg>
        <pc:spChg chg="add mod">
          <ac:chgData name="Khaled taha" userId="912087602c74ab8a" providerId="LiveId" clId="{58B121E7-63A7-4330-86D4-8A88A1192A57}" dt="2025-07-06T00:55:08.386" v="28966" actId="1076"/>
          <ac:spMkLst>
            <pc:docMk/>
            <pc:sldMk cId="3401389467" sldId="549"/>
            <ac:spMk id="32" creationId="{C6F857C5-841C-5266-0315-B0C81372EBE7}"/>
          </ac:spMkLst>
        </pc:spChg>
        <pc:spChg chg="del">
          <ac:chgData name="Khaled taha" userId="912087602c74ab8a" providerId="LiveId" clId="{58B121E7-63A7-4330-86D4-8A88A1192A57}" dt="2025-07-06T00:49:07.912" v="28902" actId="478"/>
          <ac:spMkLst>
            <pc:docMk/>
            <pc:sldMk cId="3401389467" sldId="549"/>
            <ac:spMk id="33" creationId="{E13CB55A-49DC-9145-74FC-F74C30292E95}"/>
          </ac:spMkLst>
        </pc:spChg>
        <pc:spChg chg="del">
          <ac:chgData name="Khaled taha" userId="912087602c74ab8a" providerId="LiveId" clId="{58B121E7-63A7-4330-86D4-8A88A1192A57}" dt="2025-07-06T00:49:03.791" v="28901" actId="478"/>
          <ac:spMkLst>
            <pc:docMk/>
            <pc:sldMk cId="3401389467" sldId="549"/>
            <ac:spMk id="34" creationId="{43152436-18A7-3062-6301-9E4274CA0D47}"/>
          </ac:spMkLst>
        </pc:spChg>
        <pc:spChg chg="del">
          <ac:chgData name="Khaled taha" userId="912087602c74ab8a" providerId="LiveId" clId="{58B121E7-63A7-4330-86D4-8A88A1192A57}" dt="2025-07-06T00:49:03.791" v="28901" actId="478"/>
          <ac:spMkLst>
            <pc:docMk/>
            <pc:sldMk cId="3401389467" sldId="549"/>
            <ac:spMk id="37" creationId="{C38A1111-89D5-08F6-C115-423AAD3BBDF1}"/>
          </ac:spMkLst>
        </pc:spChg>
        <pc:spChg chg="del">
          <ac:chgData name="Khaled taha" userId="912087602c74ab8a" providerId="LiveId" clId="{58B121E7-63A7-4330-86D4-8A88A1192A57}" dt="2025-07-06T00:49:07.912" v="28902" actId="478"/>
          <ac:spMkLst>
            <pc:docMk/>
            <pc:sldMk cId="3401389467" sldId="549"/>
            <ac:spMk id="38" creationId="{9BF72ABA-8980-3DDB-9400-D90BA0FC0FB9}"/>
          </ac:spMkLst>
        </pc:spChg>
        <pc:spChg chg="del">
          <ac:chgData name="Khaled taha" userId="912087602c74ab8a" providerId="LiveId" clId="{58B121E7-63A7-4330-86D4-8A88A1192A57}" dt="2025-07-06T00:49:03.791" v="28901" actId="478"/>
          <ac:spMkLst>
            <pc:docMk/>
            <pc:sldMk cId="3401389467" sldId="549"/>
            <ac:spMk id="40" creationId="{079E62F7-6A70-2327-27CD-BA765E75F8FB}"/>
          </ac:spMkLst>
        </pc:spChg>
        <pc:spChg chg="del">
          <ac:chgData name="Khaled taha" userId="912087602c74ab8a" providerId="LiveId" clId="{58B121E7-63A7-4330-86D4-8A88A1192A57}" dt="2025-07-06T00:49:03.791" v="28901" actId="478"/>
          <ac:spMkLst>
            <pc:docMk/>
            <pc:sldMk cId="3401389467" sldId="549"/>
            <ac:spMk id="41" creationId="{6AA307F1-27FA-C834-CF75-9F0B913F38A7}"/>
          </ac:spMkLst>
        </pc:spChg>
        <pc:spChg chg="del">
          <ac:chgData name="Khaled taha" userId="912087602c74ab8a" providerId="LiveId" clId="{58B121E7-63A7-4330-86D4-8A88A1192A57}" dt="2025-07-06T00:49:07.912" v="28902" actId="478"/>
          <ac:spMkLst>
            <pc:docMk/>
            <pc:sldMk cId="3401389467" sldId="549"/>
            <ac:spMk id="43" creationId="{6919AB0D-5B8C-ADEC-4337-63396C3D5400}"/>
          </ac:spMkLst>
        </pc:spChg>
        <pc:spChg chg="add mod">
          <ac:chgData name="Khaled taha" userId="912087602c74ab8a" providerId="LiveId" clId="{58B121E7-63A7-4330-86D4-8A88A1192A57}" dt="2025-07-06T00:55:31" v="28969" actId="1076"/>
          <ac:spMkLst>
            <pc:docMk/>
            <pc:sldMk cId="3401389467" sldId="549"/>
            <ac:spMk id="44" creationId="{B5DFEF5D-B7F7-1604-EA19-6D73CDBC909C}"/>
          </ac:spMkLst>
        </pc:spChg>
        <pc:spChg chg="add mod">
          <ac:chgData name="Khaled taha" userId="912087602c74ab8a" providerId="LiveId" clId="{58B121E7-63A7-4330-86D4-8A88A1192A57}" dt="2025-07-06T00:55:21.305" v="28968" actId="1076"/>
          <ac:spMkLst>
            <pc:docMk/>
            <pc:sldMk cId="3401389467" sldId="549"/>
            <ac:spMk id="45" creationId="{2A83352D-2866-15DA-35A9-5986060A497F}"/>
          </ac:spMkLst>
        </pc:spChg>
        <pc:spChg chg="add mod">
          <ac:chgData name="Khaled taha" userId="912087602c74ab8a" providerId="LiveId" clId="{58B121E7-63A7-4330-86D4-8A88A1192A57}" dt="2025-07-06T00:55:12.721" v="28967" actId="1076"/>
          <ac:spMkLst>
            <pc:docMk/>
            <pc:sldMk cId="3401389467" sldId="549"/>
            <ac:spMk id="46" creationId="{623F8608-2D76-E9B0-90DB-9678008F6E34}"/>
          </ac:spMkLst>
        </pc:spChg>
        <pc:spChg chg="add mod">
          <ac:chgData name="Khaled taha" userId="912087602c74ab8a" providerId="LiveId" clId="{58B121E7-63A7-4330-86D4-8A88A1192A57}" dt="2025-07-06T00:55:12.721" v="28967" actId="1076"/>
          <ac:spMkLst>
            <pc:docMk/>
            <pc:sldMk cId="3401389467" sldId="549"/>
            <ac:spMk id="47" creationId="{FD984F9A-ABCA-2B96-4DD8-5B1B5C2AB5A7}"/>
          </ac:spMkLst>
        </pc:spChg>
        <pc:spChg chg="add mod">
          <ac:chgData name="Khaled taha" userId="912087602c74ab8a" providerId="LiveId" clId="{58B121E7-63A7-4330-86D4-8A88A1192A57}" dt="2025-07-06T00:55:31" v="28969" actId="1076"/>
          <ac:spMkLst>
            <pc:docMk/>
            <pc:sldMk cId="3401389467" sldId="549"/>
            <ac:spMk id="48" creationId="{45474407-96F0-1B87-C193-E837AD4660FD}"/>
          </ac:spMkLst>
        </pc:spChg>
        <pc:spChg chg="del">
          <ac:chgData name="Khaled taha" userId="912087602c74ab8a" providerId="LiveId" clId="{58B121E7-63A7-4330-86D4-8A88A1192A57}" dt="2025-07-06T00:49:10.149" v="28903" actId="478"/>
          <ac:spMkLst>
            <pc:docMk/>
            <pc:sldMk cId="3401389467" sldId="549"/>
            <ac:spMk id="49" creationId="{E0022F5C-830D-4E19-6736-13A8E6D36E7A}"/>
          </ac:spMkLst>
        </pc:spChg>
        <pc:spChg chg="add mod">
          <ac:chgData name="Khaled taha" userId="912087602c74ab8a" providerId="LiveId" clId="{58B121E7-63A7-4330-86D4-8A88A1192A57}" dt="2025-07-06T00:55:31" v="28969" actId="1076"/>
          <ac:spMkLst>
            <pc:docMk/>
            <pc:sldMk cId="3401389467" sldId="549"/>
            <ac:spMk id="50" creationId="{196BE2D3-8A20-CF1F-A8F0-9675EED845DE}"/>
          </ac:spMkLst>
        </pc:spChg>
        <pc:spChg chg="add mod">
          <ac:chgData name="Khaled taha" userId="912087602c74ab8a" providerId="LiveId" clId="{58B121E7-63A7-4330-86D4-8A88A1192A57}" dt="2025-07-06T00:58:36.969" v="29016" actId="1076"/>
          <ac:spMkLst>
            <pc:docMk/>
            <pc:sldMk cId="3401389467" sldId="549"/>
            <ac:spMk id="51" creationId="{BC018FC4-4692-726E-B2AC-3841D74A47E3}"/>
          </ac:spMkLst>
        </pc:spChg>
        <pc:spChg chg="del">
          <ac:chgData name="Khaled taha" userId="912087602c74ab8a" providerId="LiveId" clId="{58B121E7-63A7-4330-86D4-8A88A1192A57}" dt="2025-07-06T00:49:03.791" v="28901" actId="478"/>
          <ac:spMkLst>
            <pc:docMk/>
            <pc:sldMk cId="3401389467" sldId="549"/>
            <ac:spMk id="52" creationId="{2B1BBBA1-CEE6-C4FA-67AA-01000A0E3557}"/>
          </ac:spMkLst>
        </pc:spChg>
        <pc:spChg chg="del">
          <ac:chgData name="Khaled taha" userId="912087602c74ab8a" providerId="LiveId" clId="{58B121E7-63A7-4330-86D4-8A88A1192A57}" dt="2025-07-06T00:49:03.791" v="28901" actId="478"/>
          <ac:spMkLst>
            <pc:docMk/>
            <pc:sldMk cId="3401389467" sldId="549"/>
            <ac:spMk id="53" creationId="{17B3F10D-5B59-7BA5-BA29-AAA3EE78B5DA}"/>
          </ac:spMkLst>
        </pc:spChg>
        <pc:spChg chg="del">
          <ac:chgData name="Khaled taha" userId="912087602c74ab8a" providerId="LiveId" clId="{58B121E7-63A7-4330-86D4-8A88A1192A57}" dt="2025-07-06T00:49:03.791" v="28901" actId="478"/>
          <ac:spMkLst>
            <pc:docMk/>
            <pc:sldMk cId="3401389467" sldId="549"/>
            <ac:spMk id="55" creationId="{D1775F32-4CB4-9D0E-4063-D576A90514D8}"/>
          </ac:spMkLst>
        </pc:spChg>
        <pc:spChg chg="add mod">
          <ac:chgData name="Khaled taha" userId="912087602c74ab8a" providerId="LiveId" clId="{58B121E7-63A7-4330-86D4-8A88A1192A57}" dt="2025-07-06T01:04:02.519" v="29131" actId="20577"/>
          <ac:spMkLst>
            <pc:docMk/>
            <pc:sldMk cId="3401389467" sldId="549"/>
            <ac:spMk id="56" creationId="{D08B4053-0B1E-D9C9-9F3F-EC0AE468CCA8}"/>
          </ac:spMkLst>
        </pc:spChg>
        <pc:spChg chg="add mod">
          <ac:chgData name="Khaled taha" userId="912087602c74ab8a" providerId="LiveId" clId="{58B121E7-63A7-4330-86D4-8A88A1192A57}" dt="2025-07-06T01:05:43.562" v="29202" actId="20577"/>
          <ac:spMkLst>
            <pc:docMk/>
            <pc:sldMk cId="3401389467" sldId="549"/>
            <ac:spMk id="57" creationId="{5F1F05AE-8AC5-8EA9-B1EB-927B039CA70F}"/>
          </ac:spMkLst>
        </pc:spChg>
        <pc:spChg chg="add mod">
          <ac:chgData name="Khaled taha" userId="912087602c74ab8a" providerId="LiveId" clId="{58B121E7-63A7-4330-86D4-8A88A1192A57}" dt="2025-07-06T01:07:07.183" v="29267" actId="20577"/>
          <ac:spMkLst>
            <pc:docMk/>
            <pc:sldMk cId="3401389467" sldId="549"/>
            <ac:spMk id="58" creationId="{3356D5CE-FD4F-F7BB-B5C2-DA32DF3A5F6D}"/>
          </ac:spMkLst>
        </pc:spChg>
        <pc:spChg chg="add mod">
          <ac:chgData name="Khaled taha" userId="912087602c74ab8a" providerId="LiveId" clId="{58B121E7-63A7-4330-86D4-8A88A1192A57}" dt="2025-07-06T01:07:18.010" v="29276" actId="14100"/>
          <ac:spMkLst>
            <pc:docMk/>
            <pc:sldMk cId="3401389467" sldId="549"/>
            <ac:spMk id="59" creationId="{8785FB44-14CD-15AE-0E2B-259D667CBA7E}"/>
          </ac:spMkLst>
        </pc:spChg>
        <pc:spChg chg="add mod">
          <ac:chgData name="Khaled taha" userId="912087602c74ab8a" providerId="LiveId" clId="{58B121E7-63A7-4330-86D4-8A88A1192A57}" dt="2025-07-06T01:05:53.666" v="29210" actId="20577"/>
          <ac:spMkLst>
            <pc:docMk/>
            <pc:sldMk cId="3401389467" sldId="549"/>
            <ac:spMk id="60" creationId="{512205D4-4104-D8F7-A652-E60BA87CF438}"/>
          </ac:spMkLst>
        </pc:spChg>
        <pc:spChg chg="add mod">
          <ac:chgData name="Khaled taha" userId="912087602c74ab8a" providerId="LiveId" clId="{58B121E7-63A7-4330-86D4-8A88A1192A57}" dt="2025-07-06T01:04:10.610" v="29139" actId="20577"/>
          <ac:spMkLst>
            <pc:docMk/>
            <pc:sldMk cId="3401389467" sldId="549"/>
            <ac:spMk id="61" creationId="{AE8398B5-3F63-F238-3E47-A4193F3C5310}"/>
          </ac:spMkLst>
        </pc:spChg>
        <pc:spChg chg="add mod">
          <ac:chgData name="Khaled taha" userId="912087602c74ab8a" providerId="LiveId" clId="{58B121E7-63A7-4330-86D4-8A88A1192A57}" dt="2025-07-06T01:02:41.681" v="29070" actId="14100"/>
          <ac:spMkLst>
            <pc:docMk/>
            <pc:sldMk cId="3401389467" sldId="549"/>
            <ac:spMk id="62" creationId="{0BE83743-BB18-E616-891C-F0C70CC1AD1B}"/>
          </ac:spMkLst>
        </pc:spChg>
        <pc:spChg chg="add del mod">
          <ac:chgData name="Khaled taha" userId="912087602c74ab8a" providerId="LiveId" clId="{58B121E7-63A7-4330-86D4-8A88A1192A57}" dt="2025-07-06T01:08:47.569" v="29326" actId="21"/>
          <ac:spMkLst>
            <pc:docMk/>
            <pc:sldMk cId="3401389467" sldId="549"/>
            <ac:spMk id="63" creationId="{25489779-2CB5-2B2B-1A33-57FBEF564E91}"/>
          </ac:spMkLst>
        </pc:spChg>
        <pc:spChg chg="add mod">
          <ac:chgData name="Khaled taha" userId="912087602c74ab8a" providerId="LiveId" clId="{58B121E7-63A7-4330-86D4-8A88A1192A57}" dt="2025-07-06T01:06:02.690" v="29218" actId="20577"/>
          <ac:spMkLst>
            <pc:docMk/>
            <pc:sldMk cId="3401389467" sldId="549"/>
            <ac:spMk id="64" creationId="{6EF42196-7276-FD46-698A-0ED013F8B75B}"/>
          </ac:spMkLst>
        </pc:spChg>
        <pc:spChg chg="add mod">
          <ac:chgData name="Khaled taha" userId="912087602c74ab8a" providerId="LiveId" clId="{58B121E7-63A7-4330-86D4-8A88A1192A57}" dt="2025-07-06T01:04:22.977" v="29153" actId="20577"/>
          <ac:spMkLst>
            <pc:docMk/>
            <pc:sldMk cId="3401389467" sldId="549"/>
            <ac:spMk id="65" creationId="{612442DA-34EB-A85C-7829-53A90115EA09}"/>
          </ac:spMkLst>
        </pc:spChg>
        <pc:spChg chg="add mod">
          <ac:chgData name="Khaled taha" userId="912087602c74ab8a" providerId="LiveId" clId="{58B121E7-63A7-4330-86D4-8A88A1192A57}" dt="2025-07-06T01:02:51.793" v="29078" actId="20577"/>
          <ac:spMkLst>
            <pc:docMk/>
            <pc:sldMk cId="3401389467" sldId="549"/>
            <ac:spMk id="66" creationId="{AE9C1317-05F9-7C77-31E7-8648A41547C2}"/>
          </ac:spMkLst>
        </pc:spChg>
        <pc:spChg chg="add mod">
          <ac:chgData name="Khaled taha" userId="912087602c74ab8a" providerId="LiveId" clId="{58B121E7-63A7-4330-86D4-8A88A1192A57}" dt="2025-07-06T01:10:52.361" v="29343" actId="1076"/>
          <ac:spMkLst>
            <pc:docMk/>
            <pc:sldMk cId="3401389467" sldId="549"/>
            <ac:spMk id="67" creationId="{887F61B9-F123-EC69-C426-D26A21833B22}"/>
          </ac:spMkLst>
        </pc:spChg>
        <pc:spChg chg="add mod">
          <ac:chgData name="Khaled taha" userId="912087602c74ab8a" providerId="LiveId" clId="{58B121E7-63A7-4330-86D4-8A88A1192A57}" dt="2025-07-06T01:06:11.448" v="29226" actId="20577"/>
          <ac:spMkLst>
            <pc:docMk/>
            <pc:sldMk cId="3401389467" sldId="549"/>
            <ac:spMk id="68" creationId="{3AB89489-B9BC-D0B7-379D-A51CAED85783}"/>
          </ac:spMkLst>
        </pc:spChg>
        <pc:spChg chg="add mod">
          <ac:chgData name="Khaled taha" userId="912087602c74ab8a" providerId="LiveId" clId="{58B121E7-63A7-4330-86D4-8A88A1192A57}" dt="2025-07-06T01:04:38.201" v="29161" actId="20577"/>
          <ac:spMkLst>
            <pc:docMk/>
            <pc:sldMk cId="3401389467" sldId="549"/>
            <ac:spMk id="69" creationId="{F3E5693F-255F-54C3-ECA3-926B7F805D62}"/>
          </ac:spMkLst>
        </pc:spChg>
        <pc:spChg chg="add mod">
          <ac:chgData name="Khaled taha" userId="912087602c74ab8a" providerId="LiveId" clId="{58B121E7-63A7-4330-86D4-8A88A1192A57}" dt="2025-07-06T01:03:04.337" v="29087" actId="14100"/>
          <ac:spMkLst>
            <pc:docMk/>
            <pc:sldMk cId="3401389467" sldId="549"/>
            <ac:spMk id="70" creationId="{C733E6B8-9E8E-A987-8013-3D5006468AD2}"/>
          </ac:spMkLst>
        </pc:spChg>
        <pc:spChg chg="add mod">
          <ac:chgData name="Khaled taha" userId="912087602c74ab8a" providerId="LiveId" clId="{58B121E7-63A7-4330-86D4-8A88A1192A57}" dt="2025-07-06T01:10:58.169" v="29344" actId="1076"/>
          <ac:spMkLst>
            <pc:docMk/>
            <pc:sldMk cId="3401389467" sldId="549"/>
            <ac:spMk id="71" creationId="{387BE1CD-516A-9048-EE06-C21160432370}"/>
          </ac:spMkLst>
        </pc:spChg>
        <pc:spChg chg="add mod">
          <ac:chgData name="Khaled taha" userId="912087602c74ab8a" providerId="LiveId" clId="{58B121E7-63A7-4330-86D4-8A88A1192A57}" dt="2025-07-06T01:06:25.833" v="29234" actId="20577"/>
          <ac:spMkLst>
            <pc:docMk/>
            <pc:sldMk cId="3401389467" sldId="549"/>
            <ac:spMk id="72" creationId="{70BD0E31-9A69-B0E6-61B7-CDD3FDB65642}"/>
          </ac:spMkLst>
        </pc:spChg>
        <pc:spChg chg="add mod">
          <ac:chgData name="Khaled taha" userId="912087602c74ab8a" providerId="LiveId" clId="{58B121E7-63A7-4330-86D4-8A88A1192A57}" dt="2025-07-06T01:04:49.625" v="29169" actId="20577"/>
          <ac:spMkLst>
            <pc:docMk/>
            <pc:sldMk cId="3401389467" sldId="549"/>
            <ac:spMk id="73" creationId="{FA0A6636-CE73-5A8D-E2FC-0D0B11167321}"/>
          </ac:spMkLst>
        </pc:spChg>
        <pc:spChg chg="add mod">
          <ac:chgData name="Khaled taha" userId="912087602c74ab8a" providerId="LiveId" clId="{58B121E7-63A7-4330-86D4-8A88A1192A57}" dt="2025-07-06T01:03:22.123" v="29095" actId="20577"/>
          <ac:spMkLst>
            <pc:docMk/>
            <pc:sldMk cId="3401389467" sldId="549"/>
            <ac:spMk id="74" creationId="{63D57373-44BB-1701-98B2-FF070F52AC06}"/>
          </ac:spMkLst>
        </pc:spChg>
        <pc:spChg chg="add mod">
          <ac:chgData name="Khaled taha" userId="912087602c74ab8a" providerId="LiveId" clId="{58B121E7-63A7-4330-86D4-8A88A1192A57}" dt="2025-07-06T01:11:03.129" v="29345" actId="1076"/>
          <ac:spMkLst>
            <pc:docMk/>
            <pc:sldMk cId="3401389467" sldId="549"/>
            <ac:spMk id="75" creationId="{A14356C1-7F14-4C07-CCDB-1F938F2589BE}"/>
          </ac:spMkLst>
        </pc:spChg>
        <pc:spChg chg="add mod">
          <ac:chgData name="Khaled taha" userId="912087602c74ab8a" providerId="LiveId" clId="{58B121E7-63A7-4330-86D4-8A88A1192A57}" dt="2025-07-06T01:06:36.608" v="29242" actId="20577"/>
          <ac:spMkLst>
            <pc:docMk/>
            <pc:sldMk cId="3401389467" sldId="549"/>
            <ac:spMk id="76" creationId="{69857098-80FB-667C-74B5-37B4998D5D45}"/>
          </ac:spMkLst>
        </pc:spChg>
        <pc:spChg chg="add mod">
          <ac:chgData name="Khaled taha" userId="912087602c74ab8a" providerId="LiveId" clId="{58B121E7-63A7-4330-86D4-8A88A1192A57}" dt="2025-07-06T01:05:01.198" v="29177" actId="20577"/>
          <ac:spMkLst>
            <pc:docMk/>
            <pc:sldMk cId="3401389467" sldId="549"/>
            <ac:spMk id="77" creationId="{CDF14F8A-41B6-A56D-A555-1542301E5167}"/>
          </ac:spMkLst>
        </pc:spChg>
        <pc:spChg chg="add mod">
          <ac:chgData name="Khaled taha" userId="912087602c74ab8a" providerId="LiveId" clId="{58B121E7-63A7-4330-86D4-8A88A1192A57}" dt="2025-07-06T01:03:32.787" v="29103" actId="20577"/>
          <ac:spMkLst>
            <pc:docMk/>
            <pc:sldMk cId="3401389467" sldId="549"/>
            <ac:spMk id="78" creationId="{09C411F7-F785-9FB1-5BA6-434F1F63B468}"/>
          </ac:spMkLst>
        </pc:spChg>
        <pc:spChg chg="add mod">
          <ac:chgData name="Khaled taha" userId="912087602c74ab8a" providerId="LiveId" clId="{58B121E7-63A7-4330-86D4-8A88A1192A57}" dt="2025-07-06T01:09:38.937" v="29336" actId="1076"/>
          <ac:spMkLst>
            <pc:docMk/>
            <pc:sldMk cId="3401389467" sldId="549"/>
            <ac:spMk id="80" creationId="{D572523C-948F-E7ED-D456-5ED0C5225F1D}"/>
          </ac:spMkLst>
        </pc:spChg>
        <pc:spChg chg="add mod">
          <ac:chgData name="Khaled taha" userId="912087602c74ab8a" providerId="LiveId" clId="{58B121E7-63A7-4330-86D4-8A88A1192A57}" dt="2025-07-06T01:06:50.113" v="29251" actId="14100"/>
          <ac:spMkLst>
            <pc:docMk/>
            <pc:sldMk cId="3401389467" sldId="549"/>
            <ac:spMk id="81" creationId="{77EC3AF7-6DC9-AC32-F6AB-A0DF0E89EA6C}"/>
          </ac:spMkLst>
        </pc:spChg>
        <pc:spChg chg="add mod">
          <ac:chgData name="Khaled taha" userId="912087602c74ab8a" providerId="LiveId" clId="{58B121E7-63A7-4330-86D4-8A88A1192A57}" dt="2025-07-06T01:05:19.193" v="29186" actId="14100"/>
          <ac:spMkLst>
            <pc:docMk/>
            <pc:sldMk cId="3401389467" sldId="549"/>
            <ac:spMk id="82" creationId="{659CA341-9125-DC8F-8D0D-74EBE33EC70E}"/>
          </ac:spMkLst>
        </pc:spChg>
        <pc:spChg chg="add mod">
          <ac:chgData name="Khaled taha" userId="912087602c74ab8a" providerId="LiveId" clId="{58B121E7-63A7-4330-86D4-8A88A1192A57}" dt="2025-07-06T01:03:46.490" v="29115" actId="20577"/>
          <ac:spMkLst>
            <pc:docMk/>
            <pc:sldMk cId="3401389467" sldId="549"/>
            <ac:spMk id="83" creationId="{DDA8D344-3B26-9B31-F782-091E7E3E6A51}"/>
          </ac:spMkLst>
        </pc:spChg>
        <pc:spChg chg="del">
          <ac:chgData name="Khaled taha" userId="912087602c74ab8a" providerId="LiveId" clId="{58B121E7-63A7-4330-86D4-8A88A1192A57}" dt="2025-07-06T00:49:03.791" v="28901" actId="478"/>
          <ac:spMkLst>
            <pc:docMk/>
            <pc:sldMk cId="3401389467" sldId="549"/>
            <ac:spMk id="88" creationId="{E9946AB2-2F5A-4247-482C-4432B7F25CEF}"/>
          </ac:spMkLst>
        </pc:spChg>
        <pc:spChg chg="mod">
          <ac:chgData name="Khaled taha" userId="912087602c74ab8a" providerId="LiveId" clId="{58B121E7-63A7-4330-86D4-8A88A1192A57}" dt="2025-07-06T00:48:37.001" v="28900"/>
          <ac:spMkLst>
            <pc:docMk/>
            <pc:sldMk cId="3401389467" sldId="549"/>
            <ac:spMk id="90" creationId="{FF9A0814-21C0-4DFB-10F8-82481344091F}"/>
          </ac:spMkLst>
        </pc:spChg>
        <pc:spChg chg="add mod">
          <ac:chgData name="Khaled taha" userId="912087602c74ab8a" providerId="LiveId" clId="{58B121E7-63A7-4330-86D4-8A88A1192A57}" dt="2025-07-06T01:08:37.505" v="29325" actId="20577"/>
          <ac:spMkLst>
            <pc:docMk/>
            <pc:sldMk cId="3401389467" sldId="549"/>
            <ac:spMk id="91" creationId="{18F57E43-C13E-7222-1ED8-9619B3978578}"/>
          </ac:spMkLst>
        </pc:spChg>
        <pc:spChg chg="add mod">
          <ac:chgData name="Khaled taha" userId="912087602c74ab8a" providerId="LiveId" clId="{58B121E7-63A7-4330-86D4-8A88A1192A57}" dt="2025-07-06T01:06:58.613" v="29259" actId="20577"/>
          <ac:spMkLst>
            <pc:docMk/>
            <pc:sldMk cId="3401389467" sldId="549"/>
            <ac:spMk id="92" creationId="{1C40A33D-9C4C-0F54-80A8-E28877FD6ADA}"/>
          </ac:spMkLst>
        </pc:spChg>
        <pc:spChg chg="add mod">
          <ac:chgData name="Khaled taha" userId="912087602c74ab8a" providerId="LiveId" clId="{58B121E7-63A7-4330-86D4-8A88A1192A57}" dt="2025-07-06T01:05:27.604" v="29194" actId="20577"/>
          <ac:spMkLst>
            <pc:docMk/>
            <pc:sldMk cId="3401389467" sldId="549"/>
            <ac:spMk id="93" creationId="{143286F5-41CC-A86A-8E83-BD52FE444824}"/>
          </ac:spMkLst>
        </pc:spChg>
        <pc:spChg chg="add mod">
          <ac:chgData name="Khaled taha" userId="912087602c74ab8a" providerId="LiveId" clId="{58B121E7-63A7-4330-86D4-8A88A1192A57}" dt="2025-07-06T01:03:52.856" v="29123" actId="20577"/>
          <ac:spMkLst>
            <pc:docMk/>
            <pc:sldMk cId="3401389467" sldId="549"/>
            <ac:spMk id="94" creationId="{9928AD06-CF74-ED8E-61E0-6CE489BDB45C}"/>
          </ac:spMkLst>
        </pc:spChg>
        <pc:spChg chg="add mod">
          <ac:chgData name="Khaled taha" userId="912087602c74ab8a" providerId="LiveId" clId="{58B121E7-63A7-4330-86D4-8A88A1192A57}" dt="2025-07-06T01:11:40.838" v="29359" actId="20577"/>
          <ac:spMkLst>
            <pc:docMk/>
            <pc:sldMk cId="3401389467" sldId="549"/>
            <ac:spMk id="95" creationId="{25489779-2CB5-2B2B-1A33-57FBEF564E91}"/>
          </ac:spMkLst>
        </pc:spChg>
      </pc:sldChg>
      <pc:sldChg chg="add del modTransition">
        <pc:chgData name="Khaled taha" userId="912087602c74ab8a" providerId="LiveId" clId="{58B121E7-63A7-4330-86D4-8A88A1192A57}" dt="2025-07-06T01:24:37.684" v="29546" actId="47"/>
        <pc:sldMkLst>
          <pc:docMk/>
          <pc:sldMk cId="3753885057" sldId="549"/>
        </pc:sldMkLst>
      </pc:sldChg>
      <pc:sldChg chg="add del modTransition">
        <pc:chgData name="Khaled taha" userId="912087602c74ab8a" providerId="LiveId" clId="{58B121E7-63A7-4330-86D4-8A88A1192A57}" dt="2025-07-06T01:24:37.684" v="29546" actId="47"/>
        <pc:sldMkLst>
          <pc:docMk/>
          <pc:sldMk cId="4238616755" sldId="550"/>
        </pc:sldMkLst>
      </pc:sldChg>
      <pc:sldChg chg="addSp delSp modSp add del mod modTransition">
        <pc:chgData name="Khaled taha" userId="912087602c74ab8a" providerId="LiveId" clId="{58B121E7-63A7-4330-86D4-8A88A1192A57}" dt="2025-07-06T01:25:44.280" v="29566" actId="47"/>
        <pc:sldMkLst>
          <pc:docMk/>
          <pc:sldMk cId="416571281" sldId="551"/>
        </pc:sldMkLst>
        <pc:spChg chg="add del mod">
          <ac:chgData name="Khaled taha" userId="912087602c74ab8a" providerId="LiveId" clId="{58B121E7-63A7-4330-86D4-8A88A1192A57}" dt="2025-07-06T01:25:39.104" v="29565" actId="21"/>
          <ac:spMkLst>
            <pc:docMk/>
            <pc:sldMk cId="416571281" sldId="551"/>
            <ac:spMk id="4" creationId="{EE7E9E05-28EA-3331-134F-010F9AF74A02}"/>
          </ac:spMkLst>
        </pc:spChg>
        <pc:spChg chg="add mod">
          <ac:chgData name="Khaled taha" userId="912087602c74ab8a" providerId="LiveId" clId="{58B121E7-63A7-4330-86D4-8A88A1192A57}" dt="2025-07-06T01:23:50.418" v="29543" actId="12789"/>
          <ac:spMkLst>
            <pc:docMk/>
            <pc:sldMk cId="416571281" sldId="551"/>
            <ac:spMk id="6" creationId="{43503AC1-A064-7D29-B67A-D7EC857C5B01}"/>
          </ac:spMkLst>
        </pc:spChg>
        <pc:spChg chg="add del mod">
          <ac:chgData name="Khaled taha" userId="912087602c74ab8a" providerId="LiveId" clId="{58B121E7-63A7-4330-86D4-8A88A1192A57}" dt="2025-07-06T01:25:39.104" v="29565" actId="21"/>
          <ac:spMkLst>
            <pc:docMk/>
            <pc:sldMk cId="416571281" sldId="551"/>
            <ac:spMk id="8" creationId="{C27812AC-F270-B400-40CA-67B530C0DB5B}"/>
          </ac:spMkLst>
        </pc:spChg>
        <pc:spChg chg="add del mod">
          <ac:chgData name="Khaled taha" userId="912087602c74ab8a" providerId="LiveId" clId="{58B121E7-63A7-4330-86D4-8A88A1192A57}" dt="2025-07-06T01:25:39.104" v="29565" actId="21"/>
          <ac:spMkLst>
            <pc:docMk/>
            <pc:sldMk cId="416571281" sldId="551"/>
            <ac:spMk id="10" creationId="{CD69D0D0-ED26-E061-754A-7E4A6B0E697A}"/>
          </ac:spMkLst>
        </pc:spChg>
        <pc:spChg chg="add del mod">
          <ac:chgData name="Khaled taha" userId="912087602c74ab8a" providerId="LiveId" clId="{58B121E7-63A7-4330-86D4-8A88A1192A57}" dt="2025-07-06T01:25:39.104" v="29565" actId="21"/>
          <ac:spMkLst>
            <pc:docMk/>
            <pc:sldMk cId="416571281" sldId="551"/>
            <ac:spMk id="15" creationId="{84E1AD2D-9F24-6311-06DB-184DCA6926F2}"/>
          </ac:spMkLst>
        </pc:spChg>
        <pc:spChg chg="add del mod">
          <ac:chgData name="Khaled taha" userId="912087602c74ab8a" providerId="LiveId" clId="{58B121E7-63A7-4330-86D4-8A88A1192A57}" dt="2025-07-06T01:25:39.104" v="29565" actId="21"/>
          <ac:spMkLst>
            <pc:docMk/>
            <pc:sldMk cId="416571281" sldId="551"/>
            <ac:spMk id="17" creationId="{D5C239D6-0858-0E97-8A12-9FEB21452186}"/>
          </ac:spMkLst>
        </pc:spChg>
        <pc:spChg chg="add del mod">
          <ac:chgData name="Khaled taha" userId="912087602c74ab8a" providerId="LiveId" clId="{58B121E7-63A7-4330-86D4-8A88A1192A57}" dt="2025-07-06T01:25:39.104" v="29565" actId="21"/>
          <ac:spMkLst>
            <pc:docMk/>
            <pc:sldMk cId="416571281" sldId="551"/>
            <ac:spMk id="19" creationId="{DAE7AF63-DBA1-9B1C-7B80-10A0D5876933}"/>
          </ac:spMkLst>
        </pc:spChg>
        <pc:spChg chg="add del mod">
          <ac:chgData name="Khaled taha" userId="912087602c74ab8a" providerId="LiveId" clId="{58B121E7-63A7-4330-86D4-8A88A1192A57}" dt="2025-07-06T01:25:39.104" v="29565" actId="21"/>
          <ac:spMkLst>
            <pc:docMk/>
            <pc:sldMk cId="416571281" sldId="551"/>
            <ac:spMk id="21" creationId="{0673C372-65B8-7AC8-7E5E-D4C418AEA170}"/>
          </ac:spMkLst>
        </pc:spChg>
        <pc:spChg chg="add del mod">
          <ac:chgData name="Khaled taha" userId="912087602c74ab8a" providerId="LiveId" clId="{58B121E7-63A7-4330-86D4-8A88A1192A57}" dt="2025-07-06T01:25:39.104" v="29565" actId="21"/>
          <ac:spMkLst>
            <pc:docMk/>
            <pc:sldMk cId="416571281" sldId="551"/>
            <ac:spMk id="23" creationId="{95C5E64F-F48F-8016-F535-6727D0C0032B}"/>
          </ac:spMkLst>
        </pc:spChg>
        <pc:spChg chg="add del mod">
          <ac:chgData name="Khaled taha" userId="912087602c74ab8a" providerId="LiveId" clId="{58B121E7-63A7-4330-86D4-8A88A1192A57}" dt="2025-07-06T01:25:39.104" v="29565" actId="21"/>
          <ac:spMkLst>
            <pc:docMk/>
            <pc:sldMk cId="416571281" sldId="551"/>
            <ac:spMk id="25" creationId="{23B4408E-562A-BEF2-5A9B-59654160D52E}"/>
          </ac:spMkLst>
        </pc:spChg>
        <pc:spChg chg="add del mod">
          <ac:chgData name="Khaled taha" userId="912087602c74ab8a" providerId="LiveId" clId="{58B121E7-63A7-4330-86D4-8A88A1192A57}" dt="2025-07-06T01:25:39.104" v="29565" actId="21"/>
          <ac:spMkLst>
            <pc:docMk/>
            <pc:sldMk cId="416571281" sldId="551"/>
            <ac:spMk id="27" creationId="{2CFDA29D-B80E-D55D-AF01-2B50867F6540}"/>
          </ac:spMkLst>
        </pc:spChg>
        <pc:spChg chg="add del mod ord">
          <ac:chgData name="Khaled taha" userId="912087602c74ab8a" providerId="LiveId" clId="{58B121E7-63A7-4330-86D4-8A88A1192A57}" dt="2025-07-06T01:24:13.560" v="29544" actId="478"/>
          <ac:spMkLst>
            <pc:docMk/>
            <pc:sldMk cId="416571281" sldId="551"/>
            <ac:spMk id="28" creationId="{9AEF96C6-75E9-24CA-A19E-FD5CE316C83C}"/>
          </ac:spMkLst>
        </pc:spChg>
        <pc:spChg chg="add del mod">
          <ac:chgData name="Khaled taha" userId="912087602c74ab8a" providerId="LiveId" clId="{58B121E7-63A7-4330-86D4-8A88A1192A57}" dt="2025-07-06T01:25:16.519" v="29557" actId="21"/>
          <ac:spMkLst>
            <pc:docMk/>
            <pc:sldMk cId="416571281" sldId="551"/>
            <ac:spMk id="38" creationId="{5D390A4F-8F33-5B20-54BE-7116CFFA4936}"/>
          </ac:spMkLst>
        </pc:spChg>
        <pc:cxnChg chg="add del mod">
          <ac:chgData name="Khaled taha" userId="912087602c74ab8a" providerId="LiveId" clId="{58B121E7-63A7-4330-86D4-8A88A1192A57}" dt="2025-07-06T01:23:18.497" v="29536" actId="478"/>
          <ac:cxnSpMkLst>
            <pc:docMk/>
            <pc:sldMk cId="416571281" sldId="551"/>
            <ac:cxnSpMk id="30" creationId="{5A11459F-FC33-212F-EBD3-101E81A790D8}"/>
          </ac:cxnSpMkLst>
        </pc:cxnChg>
      </pc:sldChg>
      <pc:sldChg chg="addSp delSp modSp add del mod">
        <pc:chgData name="Khaled taha" userId="912087602c74ab8a" providerId="LiveId" clId="{58B121E7-63A7-4330-86D4-8A88A1192A57}" dt="2025-07-06T01:34:42.772" v="29727" actId="47"/>
        <pc:sldMkLst>
          <pc:docMk/>
          <pc:sldMk cId="2248229400" sldId="552"/>
        </pc:sldMkLst>
        <pc:spChg chg="add mod">
          <ac:chgData name="Khaled taha" userId="912087602c74ab8a" providerId="LiveId" clId="{58B121E7-63A7-4330-86D4-8A88A1192A57}" dt="2025-07-06T01:26:19.217" v="29575" actId="1076"/>
          <ac:spMkLst>
            <pc:docMk/>
            <pc:sldMk cId="2248229400" sldId="552"/>
            <ac:spMk id="2" creationId="{C27812AC-F270-B400-40CA-67B530C0DB5B}"/>
          </ac:spMkLst>
        </pc:spChg>
        <pc:spChg chg="add mod">
          <ac:chgData name="Khaled taha" userId="912087602c74ab8a" providerId="LiveId" clId="{58B121E7-63A7-4330-86D4-8A88A1192A57}" dt="2025-07-06T01:26:19.217" v="29575" actId="1076"/>
          <ac:spMkLst>
            <pc:docMk/>
            <pc:sldMk cId="2248229400" sldId="552"/>
            <ac:spMk id="4" creationId="{EE7E9E05-28EA-3331-134F-010F9AF74A02}"/>
          </ac:spMkLst>
        </pc:spChg>
        <pc:spChg chg="add mod">
          <ac:chgData name="Khaled taha" userId="912087602c74ab8a" providerId="LiveId" clId="{58B121E7-63A7-4330-86D4-8A88A1192A57}" dt="2025-07-06T01:26:19.217" v="29575" actId="1076"/>
          <ac:spMkLst>
            <pc:docMk/>
            <pc:sldMk cId="2248229400" sldId="552"/>
            <ac:spMk id="6" creationId="{CD69D0D0-ED26-E061-754A-7E4A6B0E697A}"/>
          </ac:spMkLst>
        </pc:spChg>
        <pc:spChg chg="add mod">
          <ac:chgData name="Khaled taha" userId="912087602c74ab8a" providerId="LiveId" clId="{58B121E7-63A7-4330-86D4-8A88A1192A57}" dt="2025-07-06T01:26:19.217" v="29575" actId="1076"/>
          <ac:spMkLst>
            <pc:docMk/>
            <pc:sldMk cId="2248229400" sldId="552"/>
            <ac:spMk id="11" creationId="{84E1AD2D-9F24-6311-06DB-184DCA6926F2}"/>
          </ac:spMkLst>
        </pc:spChg>
        <pc:spChg chg="add mod">
          <ac:chgData name="Khaled taha" userId="912087602c74ab8a" providerId="LiveId" clId="{58B121E7-63A7-4330-86D4-8A88A1192A57}" dt="2025-07-06T01:26:19.217" v="29575" actId="1076"/>
          <ac:spMkLst>
            <pc:docMk/>
            <pc:sldMk cId="2248229400" sldId="552"/>
            <ac:spMk id="12" creationId="{23B4408E-562A-BEF2-5A9B-59654160D52E}"/>
          </ac:spMkLst>
        </pc:spChg>
        <pc:spChg chg="add mod">
          <ac:chgData name="Khaled taha" userId="912087602c74ab8a" providerId="LiveId" clId="{58B121E7-63A7-4330-86D4-8A88A1192A57}" dt="2025-07-06T01:26:19.217" v="29575" actId="1076"/>
          <ac:spMkLst>
            <pc:docMk/>
            <pc:sldMk cId="2248229400" sldId="552"/>
            <ac:spMk id="13" creationId="{2CFDA29D-B80E-D55D-AF01-2B50867F6540}"/>
          </ac:spMkLst>
        </pc:spChg>
        <pc:spChg chg="add mod">
          <ac:chgData name="Khaled taha" userId="912087602c74ab8a" providerId="LiveId" clId="{58B121E7-63A7-4330-86D4-8A88A1192A57}" dt="2025-07-06T01:26:19.217" v="29575" actId="1076"/>
          <ac:spMkLst>
            <pc:docMk/>
            <pc:sldMk cId="2248229400" sldId="552"/>
            <ac:spMk id="17" creationId="{D5C239D6-0858-0E97-8A12-9FEB21452186}"/>
          </ac:spMkLst>
        </pc:spChg>
        <pc:spChg chg="add del mod">
          <ac:chgData name="Khaled taha" userId="912087602c74ab8a" providerId="LiveId" clId="{58B121E7-63A7-4330-86D4-8A88A1192A57}" dt="2025-07-06T01:27:01.647" v="29584" actId="21"/>
          <ac:spMkLst>
            <pc:docMk/>
            <pc:sldMk cId="2248229400" sldId="552"/>
            <ac:spMk id="18" creationId="{0970AB64-13A2-3C1E-25D8-CBB08A8999C5}"/>
          </ac:spMkLst>
        </pc:spChg>
        <pc:spChg chg="add mod">
          <ac:chgData name="Khaled taha" userId="912087602c74ab8a" providerId="LiveId" clId="{58B121E7-63A7-4330-86D4-8A88A1192A57}" dt="2025-07-06T01:26:19.217" v="29575" actId="1076"/>
          <ac:spMkLst>
            <pc:docMk/>
            <pc:sldMk cId="2248229400" sldId="552"/>
            <ac:spMk id="19" creationId="{DAE7AF63-DBA1-9B1C-7B80-10A0D5876933}"/>
          </ac:spMkLst>
        </pc:spChg>
        <pc:spChg chg="add mod">
          <ac:chgData name="Khaled taha" userId="912087602c74ab8a" providerId="LiveId" clId="{58B121E7-63A7-4330-86D4-8A88A1192A57}" dt="2025-07-06T01:26:19.217" v="29575" actId="1076"/>
          <ac:spMkLst>
            <pc:docMk/>
            <pc:sldMk cId="2248229400" sldId="552"/>
            <ac:spMk id="21" creationId="{0673C372-65B8-7AC8-7E5E-D4C418AEA170}"/>
          </ac:spMkLst>
        </pc:spChg>
        <pc:spChg chg="add mod">
          <ac:chgData name="Khaled taha" userId="912087602c74ab8a" providerId="LiveId" clId="{58B121E7-63A7-4330-86D4-8A88A1192A57}" dt="2025-07-06T01:26:19.217" v="29575" actId="1076"/>
          <ac:spMkLst>
            <pc:docMk/>
            <pc:sldMk cId="2248229400" sldId="552"/>
            <ac:spMk id="23" creationId="{95C5E64F-F48F-8016-F535-6727D0C0032B}"/>
          </ac:spMkLst>
        </pc:spChg>
        <pc:spChg chg="del">
          <ac:chgData name="Khaled taha" userId="912087602c74ab8a" providerId="LiveId" clId="{58B121E7-63A7-4330-86D4-8A88A1192A57}" dt="2025-07-06T01:24:44.199" v="29548" actId="478"/>
          <ac:spMkLst>
            <pc:docMk/>
            <pc:sldMk cId="2248229400" sldId="552"/>
            <ac:spMk id="28" creationId="{B2DB61BA-C43B-4EDF-5563-2ADC6CCC533A}"/>
          </ac:spMkLst>
        </pc:spChg>
        <pc:spChg chg="add mod">
          <ac:chgData name="Khaled taha" userId="912087602c74ab8a" providerId="LiveId" clId="{58B121E7-63A7-4330-86D4-8A88A1192A57}" dt="2025-07-06T01:25:28.153" v="29564" actId="14100"/>
          <ac:spMkLst>
            <pc:docMk/>
            <pc:sldMk cId="2248229400" sldId="552"/>
            <ac:spMk id="38" creationId="{5D390A4F-8F33-5B20-54BE-7116CFFA4936}"/>
          </ac:spMkLst>
        </pc:spChg>
      </pc:sldChg>
      <pc:sldChg chg="addSp delSp modSp add mod">
        <pc:chgData name="Khaled taha" userId="912087602c74ab8a" providerId="LiveId" clId="{58B121E7-63A7-4330-86D4-8A88A1192A57}" dt="2025-07-06T02:02:55.099" v="30457" actId="122"/>
        <pc:sldMkLst>
          <pc:docMk/>
          <pc:sldMk cId="1740611056" sldId="553"/>
        </pc:sldMkLst>
        <pc:spChg chg="add mod">
          <ac:chgData name="Khaled taha" userId="912087602c74ab8a" providerId="LiveId" clId="{58B121E7-63A7-4330-86D4-8A88A1192A57}" dt="2025-07-06T01:52:12.736" v="30066" actId="1076"/>
          <ac:spMkLst>
            <pc:docMk/>
            <pc:sldMk cId="1740611056" sldId="553"/>
            <ac:spMk id="2" creationId="{8BAE62E6-2A52-4B2F-BC37-BF3B1A58DFFB}"/>
          </ac:spMkLst>
        </pc:spChg>
        <pc:spChg chg="del">
          <ac:chgData name="Khaled taha" userId="912087602c74ab8a" providerId="LiveId" clId="{58B121E7-63A7-4330-86D4-8A88A1192A57}" dt="2025-07-06T01:27:15.546" v="29586" actId="478"/>
          <ac:spMkLst>
            <pc:docMk/>
            <pc:sldMk cId="1740611056" sldId="553"/>
            <ac:spMk id="3" creationId="{4DB6E04C-406F-A26F-4DB7-D1F0724B515C}"/>
          </ac:spMkLst>
        </pc:spChg>
        <pc:spChg chg="add mod">
          <ac:chgData name="Khaled taha" userId="912087602c74ab8a" providerId="LiveId" clId="{58B121E7-63A7-4330-86D4-8A88A1192A57}" dt="2025-07-06T02:02:55.099" v="30457" actId="122"/>
          <ac:spMkLst>
            <pc:docMk/>
            <pc:sldMk cId="1740611056" sldId="553"/>
            <ac:spMk id="4" creationId="{F29387E6-A5EC-CD95-65A0-7C94410A5134}"/>
          </ac:spMkLst>
        </pc:spChg>
        <pc:spChg chg="del">
          <ac:chgData name="Khaled taha" userId="912087602c74ab8a" providerId="LiveId" clId="{58B121E7-63A7-4330-86D4-8A88A1192A57}" dt="2025-07-06T01:27:15.546" v="29586" actId="478"/>
          <ac:spMkLst>
            <pc:docMk/>
            <pc:sldMk cId="1740611056" sldId="553"/>
            <ac:spMk id="5" creationId="{51C5E099-3F87-89D2-79E6-8AA05A43FE84}"/>
          </ac:spMkLst>
        </pc:spChg>
        <pc:spChg chg="add mod">
          <ac:chgData name="Khaled taha" userId="912087602c74ab8a" providerId="LiveId" clId="{58B121E7-63A7-4330-86D4-8A88A1192A57}" dt="2025-07-06T01:51:07.078" v="30055" actId="164"/>
          <ac:spMkLst>
            <pc:docMk/>
            <pc:sldMk cId="1740611056" sldId="553"/>
            <ac:spMk id="11" creationId="{0E38D2CE-E0A4-F7AB-B0C3-67CD718A454C}"/>
          </ac:spMkLst>
        </pc:spChg>
        <pc:spChg chg="add mod">
          <ac:chgData name="Khaled taha" userId="912087602c74ab8a" providerId="LiveId" clId="{58B121E7-63A7-4330-86D4-8A88A1192A57}" dt="2025-07-06T02:02:55.099" v="30457" actId="122"/>
          <ac:spMkLst>
            <pc:docMk/>
            <pc:sldMk cId="1740611056" sldId="553"/>
            <ac:spMk id="13" creationId="{E497CD72-7468-1383-3215-D5C13485B0EF}"/>
          </ac:spMkLst>
        </pc:spChg>
        <pc:spChg chg="del">
          <ac:chgData name="Khaled taha" userId="912087602c74ab8a" providerId="LiveId" clId="{58B121E7-63A7-4330-86D4-8A88A1192A57}" dt="2025-07-06T01:27:15.546" v="29586" actId="478"/>
          <ac:spMkLst>
            <pc:docMk/>
            <pc:sldMk cId="1740611056" sldId="553"/>
            <ac:spMk id="15" creationId="{6D6A91CF-5181-ADEC-E5C1-0B1B0F48349A}"/>
          </ac:spMkLst>
        </pc:spChg>
        <pc:spChg chg="mod">
          <ac:chgData name="Khaled taha" userId="912087602c74ab8a" providerId="LiveId" clId="{58B121E7-63A7-4330-86D4-8A88A1192A57}" dt="2025-07-06T01:52:08.813" v="30065" actId="1076"/>
          <ac:spMkLst>
            <pc:docMk/>
            <pc:sldMk cId="1740611056" sldId="553"/>
            <ac:spMk id="16" creationId="{ECB7E923-E5DB-157F-094E-5CA8C98F5495}"/>
          </ac:spMkLst>
        </pc:spChg>
        <pc:spChg chg="add mod">
          <ac:chgData name="Khaled taha" userId="912087602c74ab8a" providerId="LiveId" clId="{58B121E7-63A7-4330-86D4-8A88A1192A57}" dt="2025-07-06T01:51:07.078" v="30055" actId="164"/>
          <ac:spMkLst>
            <pc:docMk/>
            <pc:sldMk cId="1740611056" sldId="553"/>
            <ac:spMk id="17" creationId="{CA4D113B-EA88-674A-12AD-BA44F9D0CDA2}"/>
          </ac:spMkLst>
        </pc:spChg>
        <pc:spChg chg="del">
          <ac:chgData name="Khaled taha" userId="912087602c74ab8a" providerId="LiveId" clId="{58B121E7-63A7-4330-86D4-8A88A1192A57}" dt="2025-07-06T01:27:15.546" v="29586" actId="478"/>
          <ac:spMkLst>
            <pc:docMk/>
            <pc:sldMk cId="1740611056" sldId="553"/>
            <ac:spMk id="18" creationId="{EBE26993-B8A1-186B-4CF1-5B6A7076B6B8}"/>
          </ac:spMkLst>
        </pc:spChg>
        <pc:spChg chg="add mod">
          <ac:chgData name="Khaled taha" userId="912087602c74ab8a" providerId="LiveId" clId="{58B121E7-63A7-4330-86D4-8A88A1192A57}" dt="2025-07-06T02:02:55.099" v="30457" actId="122"/>
          <ac:spMkLst>
            <pc:docMk/>
            <pc:sldMk cId="1740611056" sldId="553"/>
            <ac:spMk id="20" creationId="{F6411C0B-BD8C-2B26-385A-B100DA869346}"/>
          </ac:spMkLst>
        </pc:spChg>
        <pc:spChg chg="add mod">
          <ac:chgData name="Khaled taha" userId="912087602c74ab8a" providerId="LiveId" clId="{58B121E7-63A7-4330-86D4-8A88A1192A57}" dt="2025-07-06T01:51:07.078" v="30055" actId="164"/>
          <ac:spMkLst>
            <pc:docMk/>
            <pc:sldMk cId="1740611056" sldId="553"/>
            <ac:spMk id="22" creationId="{2DDE1C40-4D01-EC81-35D9-6A2AD36086C3}"/>
          </ac:spMkLst>
        </pc:spChg>
        <pc:spChg chg="add mod">
          <ac:chgData name="Khaled taha" userId="912087602c74ab8a" providerId="LiveId" clId="{58B121E7-63A7-4330-86D4-8A88A1192A57}" dt="2025-07-06T02:02:55.099" v="30457" actId="122"/>
          <ac:spMkLst>
            <pc:docMk/>
            <pc:sldMk cId="1740611056" sldId="553"/>
            <ac:spMk id="24" creationId="{8FD2DA1B-2E67-F244-6F9B-9CE6A1563BDA}"/>
          </ac:spMkLst>
        </pc:spChg>
        <pc:spChg chg="add mod">
          <ac:chgData name="Khaled taha" userId="912087602c74ab8a" providerId="LiveId" clId="{58B121E7-63A7-4330-86D4-8A88A1192A57}" dt="2025-07-06T02:02:55.099" v="30457" actId="122"/>
          <ac:spMkLst>
            <pc:docMk/>
            <pc:sldMk cId="1740611056" sldId="553"/>
            <ac:spMk id="29" creationId="{43501EDE-7E26-E4EB-7315-E525A3787BF7}"/>
          </ac:spMkLst>
        </pc:spChg>
        <pc:spChg chg="del">
          <ac:chgData name="Khaled taha" userId="912087602c74ab8a" providerId="LiveId" clId="{58B121E7-63A7-4330-86D4-8A88A1192A57}" dt="2025-07-06T01:27:15.546" v="29586" actId="478"/>
          <ac:spMkLst>
            <pc:docMk/>
            <pc:sldMk cId="1740611056" sldId="553"/>
            <ac:spMk id="30" creationId="{2DA5E0D5-EBB0-A3AD-CB3F-6967E88E5A55}"/>
          </ac:spMkLst>
        </pc:spChg>
        <pc:spChg chg="del">
          <ac:chgData name="Khaled taha" userId="912087602c74ab8a" providerId="LiveId" clId="{58B121E7-63A7-4330-86D4-8A88A1192A57}" dt="2025-07-06T01:27:15.546" v="29586" actId="478"/>
          <ac:spMkLst>
            <pc:docMk/>
            <pc:sldMk cId="1740611056" sldId="553"/>
            <ac:spMk id="31" creationId="{3F6F5AAE-CD39-A403-5E1B-8BF168A2FDEB}"/>
          </ac:spMkLst>
        </pc:spChg>
        <pc:spChg chg="del">
          <ac:chgData name="Khaled taha" userId="912087602c74ab8a" providerId="LiveId" clId="{58B121E7-63A7-4330-86D4-8A88A1192A57}" dt="2025-07-06T01:27:15.546" v="29586" actId="478"/>
          <ac:spMkLst>
            <pc:docMk/>
            <pc:sldMk cId="1740611056" sldId="553"/>
            <ac:spMk id="32" creationId="{7DDBA60C-3CAF-476F-7C94-2ABAE139E504}"/>
          </ac:spMkLst>
        </pc:spChg>
        <pc:spChg chg="del">
          <ac:chgData name="Khaled taha" userId="912087602c74ab8a" providerId="LiveId" clId="{58B121E7-63A7-4330-86D4-8A88A1192A57}" dt="2025-07-06T01:27:15.546" v="29586" actId="478"/>
          <ac:spMkLst>
            <pc:docMk/>
            <pc:sldMk cId="1740611056" sldId="553"/>
            <ac:spMk id="33" creationId="{9BDA6A9A-9BE0-344E-2DA2-30EE9A6EA1BA}"/>
          </ac:spMkLst>
        </pc:spChg>
        <pc:spChg chg="add mod">
          <ac:chgData name="Khaled taha" userId="912087602c74ab8a" providerId="LiveId" clId="{58B121E7-63A7-4330-86D4-8A88A1192A57}" dt="2025-07-06T01:51:07.078" v="30055" actId="164"/>
          <ac:spMkLst>
            <pc:docMk/>
            <pc:sldMk cId="1740611056" sldId="553"/>
            <ac:spMk id="35" creationId="{A26C364A-0BEC-7124-10B3-C164C4C21C52}"/>
          </ac:spMkLst>
        </pc:spChg>
        <pc:spChg chg="add mod">
          <ac:chgData name="Khaled taha" userId="912087602c74ab8a" providerId="LiveId" clId="{58B121E7-63A7-4330-86D4-8A88A1192A57}" dt="2025-07-06T01:51:07.078" v="30055" actId="164"/>
          <ac:spMkLst>
            <pc:docMk/>
            <pc:sldMk cId="1740611056" sldId="553"/>
            <ac:spMk id="37" creationId="{DF9A397F-6D82-3F47-D628-A00492FEA811}"/>
          </ac:spMkLst>
        </pc:spChg>
        <pc:spChg chg="del">
          <ac:chgData name="Khaled taha" userId="912087602c74ab8a" providerId="LiveId" clId="{58B121E7-63A7-4330-86D4-8A88A1192A57}" dt="2025-07-06T01:27:54.649" v="29593" actId="478"/>
          <ac:spMkLst>
            <pc:docMk/>
            <pc:sldMk cId="1740611056" sldId="553"/>
            <ac:spMk id="38" creationId="{ADF941B9-CB6D-D767-2B86-8FF44EBBACC2}"/>
          </ac:spMkLst>
        </pc:spChg>
        <pc:spChg chg="add mod">
          <ac:chgData name="Khaled taha" userId="912087602c74ab8a" providerId="LiveId" clId="{58B121E7-63A7-4330-86D4-8A88A1192A57}" dt="2025-07-06T01:56:09.758" v="30208" actId="1038"/>
          <ac:spMkLst>
            <pc:docMk/>
            <pc:sldMk cId="1740611056" sldId="553"/>
            <ac:spMk id="40" creationId="{BAA3F723-5722-0833-7FD5-5BCBF48238F9}"/>
          </ac:spMkLst>
        </pc:spChg>
        <pc:grpChg chg="del">
          <ac:chgData name="Khaled taha" userId="912087602c74ab8a" providerId="LiveId" clId="{58B121E7-63A7-4330-86D4-8A88A1192A57}" dt="2025-07-06T01:57:17.999" v="30346" actId="478"/>
          <ac:grpSpMkLst>
            <pc:docMk/>
            <pc:sldMk cId="1740611056" sldId="553"/>
            <ac:grpSpMk id="8" creationId="{30B5E368-B9FC-9A7D-3F0B-DB8982E013E1}"/>
          </ac:grpSpMkLst>
        </pc:grpChg>
        <pc:grpChg chg="mod">
          <ac:chgData name="Khaled taha" userId="912087602c74ab8a" providerId="LiveId" clId="{58B121E7-63A7-4330-86D4-8A88A1192A57}" dt="2025-07-06T01:51:13.961" v="30056" actId="1076"/>
          <ac:grpSpMkLst>
            <pc:docMk/>
            <pc:sldMk cId="1740611056" sldId="553"/>
            <ac:grpSpMk id="39" creationId="{08F9A81B-56B0-2295-85AB-2509DBF1B151}"/>
          </ac:grpSpMkLst>
        </pc:grpChg>
      </pc:sldChg>
      <pc:sldChg chg="addSp delSp modSp add mod ord">
        <pc:chgData name="Khaled taha" userId="912087602c74ab8a" providerId="LiveId" clId="{58B121E7-63A7-4330-86D4-8A88A1192A57}" dt="2025-07-06T01:57:19.512" v="30347" actId="478"/>
        <pc:sldMkLst>
          <pc:docMk/>
          <pc:sldMk cId="2396615927" sldId="554"/>
        </pc:sldMkLst>
        <pc:spChg chg="del mod">
          <ac:chgData name="Khaled taha" userId="912087602c74ab8a" providerId="LiveId" clId="{58B121E7-63A7-4330-86D4-8A88A1192A57}" dt="2025-07-06T01:36:02.841" v="29745" actId="478"/>
          <ac:spMkLst>
            <pc:docMk/>
            <pc:sldMk cId="2396615927" sldId="554"/>
            <ac:spMk id="2" creationId="{170577D0-E055-DFD9-355D-50A37A05942B}"/>
          </ac:spMkLst>
        </pc:spChg>
        <pc:spChg chg="add mod">
          <ac:chgData name="Khaled taha" userId="912087602c74ab8a" providerId="LiveId" clId="{58B121E7-63A7-4330-86D4-8A88A1192A57}" dt="2025-07-06T01:35:54.235" v="29744" actId="207"/>
          <ac:spMkLst>
            <pc:docMk/>
            <pc:sldMk cId="2396615927" sldId="554"/>
            <ac:spMk id="3" creationId="{36F37435-4A60-EBF7-B082-EE296559545B}"/>
          </ac:spMkLst>
        </pc:spChg>
        <pc:spChg chg="del">
          <ac:chgData name="Khaled taha" userId="912087602c74ab8a" providerId="LiveId" clId="{58B121E7-63A7-4330-86D4-8A88A1192A57}" dt="2025-07-06T01:36:02.841" v="29745" actId="478"/>
          <ac:spMkLst>
            <pc:docMk/>
            <pc:sldMk cId="2396615927" sldId="554"/>
            <ac:spMk id="4" creationId="{2B5C5B34-FCC6-2D52-A79D-6B30CBE26241}"/>
          </ac:spMkLst>
        </pc:spChg>
        <pc:spChg chg="add mod">
          <ac:chgData name="Khaled taha" userId="912087602c74ab8a" providerId="LiveId" clId="{58B121E7-63A7-4330-86D4-8A88A1192A57}" dt="2025-07-06T01:42:06.007" v="29856" actId="1076"/>
          <ac:spMkLst>
            <pc:docMk/>
            <pc:sldMk cId="2396615927" sldId="554"/>
            <ac:spMk id="6" creationId="{5A99C23B-089E-A08D-F357-D4FDEC26BDDC}"/>
          </ac:spMkLst>
        </pc:spChg>
        <pc:spChg chg="del">
          <ac:chgData name="Khaled taha" userId="912087602c74ab8a" providerId="LiveId" clId="{58B121E7-63A7-4330-86D4-8A88A1192A57}" dt="2025-07-06T01:36:02.841" v="29745" actId="478"/>
          <ac:spMkLst>
            <pc:docMk/>
            <pc:sldMk cId="2396615927" sldId="554"/>
            <ac:spMk id="11" creationId="{99F44F55-7C53-2BF0-4B24-A2014E8D0B22}"/>
          </ac:spMkLst>
        </pc:spChg>
        <pc:spChg chg="add mod">
          <ac:chgData name="Khaled taha" userId="912087602c74ab8a" providerId="LiveId" clId="{58B121E7-63A7-4330-86D4-8A88A1192A57}" dt="2025-07-06T01:42:13.686" v="29857" actId="1076"/>
          <ac:spMkLst>
            <pc:docMk/>
            <pc:sldMk cId="2396615927" sldId="554"/>
            <ac:spMk id="14" creationId="{D1997344-A27D-ED32-DB6D-3209A31746EB}"/>
          </ac:spMkLst>
        </pc:spChg>
        <pc:spChg chg="del mod">
          <ac:chgData name="Khaled taha" userId="912087602c74ab8a" providerId="LiveId" clId="{58B121E7-63A7-4330-86D4-8A88A1192A57}" dt="2025-07-06T01:35:27.326" v="29737" actId="478"/>
          <ac:spMkLst>
            <pc:docMk/>
            <pc:sldMk cId="2396615927" sldId="554"/>
            <ac:spMk id="16" creationId="{F30A575B-F57E-5042-BE4A-9268A603ADBD}"/>
          </ac:spMkLst>
        </pc:spChg>
        <pc:spChg chg="del">
          <ac:chgData name="Khaled taha" userId="912087602c74ab8a" providerId="LiveId" clId="{58B121E7-63A7-4330-86D4-8A88A1192A57}" dt="2025-07-06T01:36:02.841" v="29745" actId="478"/>
          <ac:spMkLst>
            <pc:docMk/>
            <pc:sldMk cId="2396615927" sldId="554"/>
            <ac:spMk id="17" creationId="{6CBEA8EF-DA55-BA10-4CAC-1BB3E277EA01}"/>
          </ac:spMkLst>
        </pc:spChg>
        <pc:spChg chg="add mod">
          <ac:chgData name="Khaled taha" userId="912087602c74ab8a" providerId="LiveId" clId="{58B121E7-63A7-4330-86D4-8A88A1192A57}" dt="2025-07-06T01:42:28.519" v="29859" actId="1076"/>
          <ac:spMkLst>
            <pc:docMk/>
            <pc:sldMk cId="2396615927" sldId="554"/>
            <ac:spMk id="18" creationId="{A85140C7-3714-73F3-4FFD-2169F9EA4A2A}"/>
          </ac:spMkLst>
        </pc:spChg>
        <pc:spChg chg="del">
          <ac:chgData name="Khaled taha" userId="912087602c74ab8a" providerId="LiveId" clId="{58B121E7-63A7-4330-86D4-8A88A1192A57}" dt="2025-07-06T01:36:02.841" v="29745" actId="478"/>
          <ac:spMkLst>
            <pc:docMk/>
            <pc:sldMk cId="2396615927" sldId="554"/>
            <ac:spMk id="20" creationId="{4A235E93-24DE-D8F4-C62F-7D8F93B30626}"/>
          </ac:spMkLst>
        </pc:spChg>
        <pc:spChg chg="add mod">
          <ac:chgData name="Khaled taha" userId="912087602c74ab8a" providerId="LiveId" clId="{58B121E7-63A7-4330-86D4-8A88A1192A57}" dt="2025-07-06T01:42:33.606" v="29860" actId="1076"/>
          <ac:spMkLst>
            <pc:docMk/>
            <pc:sldMk cId="2396615927" sldId="554"/>
            <ac:spMk id="21" creationId="{52A54B23-0A9F-B3E3-04DF-1FA02B50A2E4}"/>
          </ac:spMkLst>
        </pc:spChg>
        <pc:spChg chg="del">
          <ac:chgData name="Khaled taha" userId="912087602c74ab8a" providerId="LiveId" clId="{58B121E7-63A7-4330-86D4-8A88A1192A57}" dt="2025-07-06T01:36:02.841" v="29745" actId="478"/>
          <ac:spMkLst>
            <pc:docMk/>
            <pc:sldMk cId="2396615927" sldId="554"/>
            <ac:spMk id="22" creationId="{F8CD6074-086D-1004-6A70-3CA109614A10}"/>
          </ac:spMkLst>
        </pc:spChg>
        <pc:spChg chg="del">
          <ac:chgData name="Khaled taha" userId="912087602c74ab8a" providerId="LiveId" clId="{58B121E7-63A7-4330-86D4-8A88A1192A57}" dt="2025-07-06T01:36:02.841" v="29745" actId="478"/>
          <ac:spMkLst>
            <pc:docMk/>
            <pc:sldMk cId="2396615927" sldId="554"/>
            <ac:spMk id="24" creationId="{8D20ADD1-C113-E7E8-4859-CC19E5ED0B74}"/>
          </ac:spMkLst>
        </pc:spChg>
        <pc:spChg chg="add mod">
          <ac:chgData name="Khaled taha" userId="912087602c74ab8a" providerId="LiveId" clId="{58B121E7-63A7-4330-86D4-8A88A1192A57}" dt="2025-07-06T01:42:37.280" v="29861" actId="1076"/>
          <ac:spMkLst>
            <pc:docMk/>
            <pc:sldMk cId="2396615927" sldId="554"/>
            <ac:spMk id="28" creationId="{C11D9DCA-2832-AF5D-DA1B-9F4169E19A0E}"/>
          </ac:spMkLst>
        </pc:spChg>
        <pc:spChg chg="del">
          <ac:chgData name="Khaled taha" userId="912087602c74ab8a" providerId="LiveId" clId="{58B121E7-63A7-4330-86D4-8A88A1192A57}" dt="2025-07-06T01:36:02.841" v="29745" actId="478"/>
          <ac:spMkLst>
            <pc:docMk/>
            <pc:sldMk cId="2396615927" sldId="554"/>
            <ac:spMk id="29" creationId="{9A0391BA-DEB6-4A88-E7A5-1A1BB6136CD1}"/>
          </ac:spMkLst>
        </pc:spChg>
        <pc:spChg chg="add mod">
          <ac:chgData name="Khaled taha" userId="912087602c74ab8a" providerId="LiveId" clId="{58B121E7-63A7-4330-86D4-8A88A1192A57}" dt="2025-07-06T01:42:41.150" v="29862" actId="1076"/>
          <ac:spMkLst>
            <pc:docMk/>
            <pc:sldMk cId="2396615927" sldId="554"/>
            <ac:spMk id="31" creationId="{238E1367-CBDE-1845-FB4F-273AC5247FA7}"/>
          </ac:spMkLst>
        </pc:spChg>
        <pc:spChg chg="add mod">
          <ac:chgData name="Khaled taha" userId="912087602c74ab8a" providerId="LiveId" clId="{58B121E7-63A7-4330-86D4-8A88A1192A57}" dt="2025-07-06T01:43:37.847" v="29879" actId="1076"/>
          <ac:spMkLst>
            <pc:docMk/>
            <pc:sldMk cId="2396615927" sldId="554"/>
            <ac:spMk id="33" creationId="{53D4B260-4562-B43B-2A42-92D3AD4A7778}"/>
          </ac:spMkLst>
        </pc:spChg>
        <pc:spChg chg="add mod">
          <ac:chgData name="Khaled taha" userId="912087602c74ab8a" providerId="LiveId" clId="{58B121E7-63A7-4330-86D4-8A88A1192A57}" dt="2025-07-06T01:55:24.657" v="30110"/>
          <ac:spMkLst>
            <pc:docMk/>
            <pc:sldMk cId="2396615927" sldId="554"/>
            <ac:spMk id="34" creationId="{BBF3E863-8D27-8E77-75E0-90C8AB50D1CB}"/>
          </ac:spMkLst>
        </pc:spChg>
        <pc:spChg chg="del">
          <ac:chgData name="Khaled taha" userId="912087602c74ab8a" providerId="LiveId" clId="{58B121E7-63A7-4330-86D4-8A88A1192A57}" dt="2025-07-06T01:36:02.841" v="29745" actId="478"/>
          <ac:spMkLst>
            <pc:docMk/>
            <pc:sldMk cId="2396615927" sldId="554"/>
            <ac:spMk id="35" creationId="{B3E14C96-097B-85DF-7754-695AD0A8104F}"/>
          </ac:spMkLst>
        </pc:spChg>
        <pc:spChg chg="add mod">
          <ac:chgData name="Khaled taha" userId="912087602c74ab8a" providerId="LiveId" clId="{58B121E7-63A7-4330-86D4-8A88A1192A57}" dt="2025-07-06T01:55:24.657" v="30110"/>
          <ac:spMkLst>
            <pc:docMk/>
            <pc:sldMk cId="2396615927" sldId="554"/>
            <ac:spMk id="36" creationId="{2F617C5B-00B2-E877-17B2-ECEE4CF6160F}"/>
          </ac:spMkLst>
        </pc:spChg>
        <pc:spChg chg="del">
          <ac:chgData name="Khaled taha" userId="912087602c74ab8a" providerId="LiveId" clId="{58B121E7-63A7-4330-86D4-8A88A1192A57}" dt="2025-07-06T01:36:02.841" v="29745" actId="478"/>
          <ac:spMkLst>
            <pc:docMk/>
            <pc:sldMk cId="2396615927" sldId="554"/>
            <ac:spMk id="37" creationId="{F60E667F-CAC5-A05D-C6F5-05936AB065BC}"/>
          </ac:spMkLst>
        </pc:spChg>
        <pc:spChg chg="add mod">
          <ac:chgData name="Khaled taha" userId="912087602c74ab8a" providerId="LiveId" clId="{58B121E7-63A7-4330-86D4-8A88A1192A57}" dt="2025-07-06T01:55:24.657" v="30110"/>
          <ac:spMkLst>
            <pc:docMk/>
            <pc:sldMk cId="2396615927" sldId="554"/>
            <ac:spMk id="38" creationId="{0E564649-521B-3674-6AB8-9FB35FE01577}"/>
          </ac:spMkLst>
        </pc:spChg>
        <pc:spChg chg="add mod">
          <ac:chgData name="Khaled taha" userId="912087602c74ab8a" providerId="LiveId" clId="{58B121E7-63A7-4330-86D4-8A88A1192A57}" dt="2025-07-06T01:55:24.657" v="30110"/>
          <ac:spMkLst>
            <pc:docMk/>
            <pc:sldMk cId="2396615927" sldId="554"/>
            <ac:spMk id="39" creationId="{20C9C10A-35BB-AEFC-56C5-23D81D589EFC}"/>
          </ac:spMkLst>
        </pc:spChg>
        <pc:spChg chg="add mod">
          <ac:chgData name="Khaled taha" userId="912087602c74ab8a" providerId="LiveId" clId="{58B121E7-63A7-4330-86D4-8A88A1192A57}" dt="2025-07-06T01:55:24.657" v="30110"/>
          <ac:spMkLst>
            <pc:docMk/>
            <pc:sldMk cId="2396615927" sldId="554"/>
            <ac:spMk id="40" creationId="{39AB9B89-0BBE-18D5-70D3-9B4FB2D8BEF2}"/>
          </ac:spMkLst>
        </pc:spChg>
        <pc:spChg chg="add mod">
          <ac:chgData name="Khaled taha" userId="912087602c74ab8a" providerId="LiveId" clId="{58B121E7-63A7-4330-86D4-8A88A1192A57}" dt="2025-07-06T01:55:24.657" v="30110"/>
          <ac:spMkLst>
            <pc:docMk/>
            <pc:sldMk cId="2396615927" sldId="554"/>
            <ac:spMk id="41" creationId="{57738817-8BA1-F833-5605-907DF4DF4447}"/>
          </ac:spMkLst>
        </pc:spChg>
        <pc:spChg chg="add mod">
          <ac:chgData name="Khaled taha" userId="912087602c74ab8a" providerId="LiveId" clId="{58B121E7-63A7-4330-86D4-8A88A1192A57}" dt="2025-07-06T01:55:24.657" v="30110"/>
          <ac:spMkLst>
            <pc:docMk/>
            <pc:sldMk cId="2396615927" sldId="554"/>
            <ac:spMk id="42" creationId="{7586E86A-63AF-34FC-4952-79F5D69FA44F}"/>
          </ac:spMkLst>
        </pc:spChg>
        <pc:spChg chg="add mod">
          <ac:chgData name="Khaled taha" userId="912087602c74ab8a" providerId="LiveId" clId="{58B121E7-63A7-4330-86D4-8A88A1192A57}" dt="2025-07-06T01:55:24.657" v="30110"/>
          <ac:spMkLst>
            <pc:docMk/>
            <pc:sldMk cId="2396615927" sldId="554"/>
            <ac:spMk id="43" creationId="{DD6C2C70-413C-6F3C-5C7D-9AC2628DC381}"/>
          </ac:spMkLst>
        </pc:spChg>
        <pc:spChg chg="add mod">
          <ac:chgData name="Khaled taha" userId="912087602c74ab8a" providerId="LiveId" clId="{58B121E7-63A7-4330-86D4-8A88A1192A57}" dt="2025-07-06T01:55:24.657" v="30110"/>
          <ac:spMkLst>
            <pc:docMk/>
            <pc:sldMk cId="2396615927" sldId="554"/>
            <ac:spMk id="44" creationId="{BEA52607-8FC0-149B-1C7C-902AF796C77B}"/>
          </ac:spMkLst>
        </pc:spChg>
        <pc:spChg chg="add del mod">
          <ac:chgData name="Khaled taha" userId="912087602c74ab8a" providerId="LiveId" clId="{58B121E7-63A7-4330-86D4-8A88A1192A57}" dt="2025-07-06T01:56:31.096" v="30286" actId="478"/>
          <ac:spMkLst>
            <pc:docMk/>
            <pc:sldMk cId="2396615927" sldId="554"/>
            <ac:spMk id="45" creationId="{BFCF928D-9EA1-E636-F453-26C409A32188}"/>
          </ac:spMkLst>
        </pc:spChg>
        <pc:spChg chg="add mod">
          <ac:chgData name="Khaled taha" userId="912087602c74ab8a" providerId="LiveId" clId="{58B121E7-63A7-4330-86D4-8A88A1192A57}" dt="2025-07-06T01:56:36.142" v="30335" actId="1038"/>
          <ac:spMkLst>
            <pc:docMk/>
            <pc:sldMk cId="2396615927" sldId="554"/>
            <ac:spMk id="46" creationId="{4A2CA341-09F2-48BD-45B4-305C9425FF9A}"/>
          </ac:spMkLst>
        </pc:spChg>
        <pc:grpChg chg="del">
          <ac:chgData name="Khaled taha" userId="912087602c74ab8a" providerId="LiveId" clId="{58B121E7-63A7-4330-86D4-8A88A1192A57}" dt="2025-07-06T01:57:19.512" v="30347" actId="478"/>
          <ac:grpSpMkLst>
            <pc:docMk/>
            <pc:sldMk cId="2396615927" sldId="554"/>
            <ac:grpSpMk id="8" creationId="{5AF7805F-1778-9E15-CCB7-1B2051B39199}"/>
          </ac:grpSpMkLst>
        </pc:grpChg>
      </pc:sldChg>
      <pc:sldChg chg="add del">
        <pc:chgData name="Khaled taha" userId="912087602c74ab8a" providerId="LiveId" clId="{58B121E7-63A7-4330-86D4-8A88A1192A57}" dt="2025-07-06T01:41:04.096" v="29838"/>
        <pc:sldMkLst>
          <pc:docMk/>
          <pc:sldMk cId="159867338" sldId="555"/>
        </pc:sldMkLst>
      </pc:sldChg>
      <pc:sldChg chg="addSp delSp modSp add mod">
        <pc:chgData name="Khaled taha" userId="912087602c74ab8a" providerId="LiveId" clId="{58B121E7-63A7-4330-86D4-8A88A1192A57}" dt="2025-07-06T02:02:42.045" v="30455" actId="120"/>
        <pc:sldMkLst>
          <pc:docMk/>
          <pc:sldMk cId="574194089" sldId="555"/>
        </pc:sldMkLst>
        <pc:spChg chg="mod">
          <ac:chgData name="Khaled taha" userId="912087602c74ab8a" providerId="LiveId" clId="{58B121E7-63A7-4330-86D4-8A88A1192A57}" dt="2025-07-06T01:44:22.570" v="29886" actId="207"/>
          <ac:spMkLst>
            <pc:docMk/>
            <pc:sldMk cId="574194089" sldId="555"/>
            <ac:spMk id="3" creationId="{3838B5D0-0170-46E1-89B3-65AB9A8BFB12}"/>
          </ac:spMkLst>
        </pc:spChg>
        <pc:spChg chg="add del">
          <ac:chgData name="Khaled taha" userId="912087602c74ab8a" providerId="LiveId" clId="{58B121E7-63A7-4330-86D4-8A88A1192A57}" dt="2025-07-06T01:44:30.278" v="29888" actId="22"/>
          <ac:spMkLst>
            <pc:docMk/>
            <pc:sldMk cId="574194089" sldId="555"/>
            <ac:spMk id="4" creationId="{A0F30BE6-BCDB-8E93-B0C7-21295B69DD21}"/>
          </ac:spMkLst>
        </pc:spChg>
        <pc:spChg chg="del">
          <ac:chgData name="Khaled taha" userId="912087602c74ab8a" providerId="LiveId" clId="{58B121E7-63A7-4330-86D4-8A88A1192A57}" dt="2025-07-06T01:44:07.881" v="29883" actId="478"/>
          <ac:spMkLst>
            <pc:docMk/>
            <pc:sldMk cId="574194089" sldId="555"/>
            <ac:spMk id="6" creationId="{FCEF483A-27A1-BCA9-856C-33C1601C0882}"/>
          </ac:spMkLst>
        </pc:spChg>
        <pc:spChg chg="add del mod">
          <ac:chgData name="Khaled taha" userId="912087602c74ab8a" providerId="LiveId" clId="{58B121E7-63A7-4330-86D4-8A88A1192A57}" dt="2025-07-06T01:50:07.799" v="30047" actId="478"/>
          <ac:spMkLst>
            <pc:docMk/>
            <pc:sldMk cId="574194089" sldId="555"/>
            <ac:spMk id="11" creationId="{3A6521B5-381F-9FFD-D6F9-F49A8F717358}"/>
          </ac:spMkLst>
        </pc:spChg>
        <pc:spChg chg="add del">
          <ac:chgData name="Khaled taha" userId="912087602c74ab8a" providerId="LiveId" clId="{58B121E7-63A7-4330-86D4-8A88A1192A57}" dt="2025-07-06T01:45:05.868" v="29896" actId="22"/>
          <ac:spMkLst>
            <pc:docMk/>
            <pc:sldMk cId="574194089" sldId="555"/>
            <ac:spMk id="13" creationId="{6A7A6F6C-8E9A-DB5B-622E-DF70D2F6C4EF}"/>
          </ac:spMkLst>
        </pc:spChg>
        <pc:spChg chg="del">
          <ac:chgData name="Khaled taha" userId="912087602c74ab8a" providerId="LiveId" clId="{58B121E7-63A7-4330-86D4-8A88A1192A57}" dt="2025-07-06T01:44:07.881" v="29883" actId="478"/>
          <ac:spMkLst>
            <pc:docMk/>
            <pc:sldMk cId="574194089" sldId="555"/>
            <ac:spMk id="14" creationId="{95C4B1FA-47BA-4518-95C9-2C48CAD4A533}"/>
          </ac:spMkLst>
        </pc:spChg>
        <pc:spChg chg="add del mod">
          <ac:chgData name="Khaled taha" userId="912087602c74ab8a" providerId="LiveId" clId="{58B121E7-63A7-4330-86D4-8A88A1192A57}" dt="2025-07-06T01:48:43.373" v="30004"/>
          <ac:spMkLst>
            <pc:docMk/>
            <pc:sldMk cId="574194089" sldId="555"/>
            <ac:spMk id="16" creationId="{807133DD-0834-5706-C91F-3FD79912322D}"/>
          </ac:spMkLst>
        </pc:spChg>
        <pc:spChg chg="add mod">
          <ac:chgData name="Khaled taha" userId="912087602c74ab8a" providerId="LiveId" clId="{58B121E7-63A7-4330-86D4-8A88A1192A57}" dt="2025-07-06T01:51:59.190" v="30063" actId="1076"/>
          <ac:spMkLst>
            <pc:docMk/>
            <pc:sldMk cId="574194089" sldId="555"/>
            <ac:spMk id="17" creationId="{FA1289B6-909B-8D01-CE93-66B948E3C80C}"/>
          </ac:spMkLst>
        </pc:spChg>
        <pc:spChg chg="del">
          <ac:chgData name="Khaled taha" userId="912087602c74ab8a" providerId="LiveId" clId="{58B121E7-63A7-4330-86D4-8A88A1192A57}" dt="2025-07-06T01:44:07.881" v="29883" actId="478"/>
          <ac:spMkLst>
            <pc:docMk/>
            <pc:sldMk cId="574194089" sldId="555"/>
            <ac:spMk id="18" creationId="{EC8D26CC-F5D4-DDB6-7090-BE745B953B98}"/>
          </ac:spMkLst>
        </pc:spChg>
        <pc:spChg chg="add del mod">
          <ac:chgData name="Khaled taha" userId="912087602c74ab8a" providerId="LiveId" clId="{58B121E7-63A7-4330-86D4-8A88A1192A57}" dt="2025-07-06T01:50:03.072" v="30046" actId="478"/>
          <ac:spMkLst>
            <pc:docMk/>
            <pc:sldMk cId="574194089" sldId="555"/>
            <ac:spMk id="19" creationId="{F3525B3F-7E49-203D-976D-EF08862D2CC3}"/>
          </ac:spMkLst>
        </pc:spChg>
        <pc:spChg chg="add mod">
          <ac:chgData name="Khaled taha" userId="912087602c74ab8a" providerId="LiveId" clId="{58B121E7-63A7-4330-86D4-8A88A1192A57}" dt="2025-07-06T01:52:56.348" v="30069" actId="21"/>
          <ac:spMkLst>
            <pc:docMk/>
            <pc:sldMk cId="574194089" sldId="555"/>
            <ac:spMk id="20" creationId="{C890D984-3216-D1DE-E636-0D9B00FE0272}"/>
          </ac:spMkLst>
        </pc:spChg>
        <pc:spChg chg="del">
          <ac:chgData name="Khaled taha" userId="912087602c74ab8a" providerId="LiveId" clId="{58B121E7-63A7-4330-86D4-8A88A1192A57}" dt="2025-07-06T01:44:07.881" v="29883" actId="478"/>
          <ac:spMkLst>
            <pc:docMk/>
            <pc:sldMk cId="574194089" sldId="555"/>
            <ac:spMk id="21" creationId="{28723DE0-7DD5-0D40-3896-CD84461642FA}"/>
          </ac:spMkLst>
        </pc:spChg>
        <pc:spChg chg="mod">
          <ac:chgData name="Khaled taha" userId="912087602c74ab8a" providerId="LiveId" clId="{58B121E7-63A7-4330-86D4-8A88A1192A57}" dt="2025-07-06T01:51:22.151" v="30057" actId="164"/>
          <ac:spMkLst>
            <pc:docMk/>
            <pc:sldMk cId="574194089" sldId="555"/>
            <ac:spMk id="22" creationId="{337EF081-1642-C8AB-9391-0B523E13C510}"/>
          </ac:spMkLst>
        </pc:spChg>
        <pc:spChg chg="add mod">
          <ac:chgData name="Khaled taha" userId="912087602c74ab8a" providerId="LiveId" clId="{58B121E7-63A7-4330-86D4-8A88A1192A57}" dt="2025-07-06T01:53:03.683" v="30072" actId="21"/>
          <ac:spMkLst>
            <pc:docMk/>
            <pc:sldMk cId="574194089" sldId="555"/>
            <ac:spMk id="23" creationId="{24EB4F92-4884-19A3-8B5A-070F67D6FE3E}"/>
          </ac:spMkLst>
        </pc:spChg>
        <pc:spChg chg="add mod">
          <ac:chgData name="Khaled taha" userId="912087602c74ab8a" providerId="LiveId" clId="{58B121E7-63A7-4330-86D4-8A88A1192A57}" dt="2025-07-06T01:53:40.326" v="30084" actId="21"/>
          <ac:spMkLst>
            <pc:docMk/>
            <pc:sldMk cId="574194089" sldId="555"/>
            <ac:spMk id="24" creationId="{2CA6C83E-FBAE-1B3C-7A50-9E6D7A0ECE33}"/>
          </ac:spMkLst>
        </pc:spChg>
        <pc:spChg chg="del">
          <ac:chgData name="Khaled taha" userId="912087602c74ab8a" providerId="LiveId" clId="{58B121E7-63A7-4330-86D4-8A88A1192A57}" dt="2025-07-06T01:44:07.881" v="29883" actId="478"/>
          <ac:spMkLst>
            <pc:docMk/>
            <pc:sldMk cId="574194089" sldId="555"/>
            <ac:spMk id="28" creationId="{3E014BA4-A4B9-917B-666A-3029FC5C395D}"/>
          </ac:spMkLst>
        </pc:spChg>
        <pc:spChg chg="add mod">
          <ac:chgData name="Khaled taha" userId="912087602c74ab8a" providerId="LiveId" clId="{58B121E7-63A7-4330-86D4-8A88A1192A57}" dt="2025-07-06T01:53:10.431" v="30075" actId="21"/>
          <ac:spMkLst>
            <pc:docMk/>
            <pc:sldMk cId="574194089" sldId="555"/>
            <ac:spMk id="29" creationId="{001F2AB1-4190-9AFD-1CB1-EA545AB2F97A}"/>
          </ac:spMkLst>
        </pc:spChg>
        <pc:spChg chg="add mod">
          <ac:chgData name="Khaled taha" userId="912087602c74ab8a" providerId="LiveId" clId="{58B121E7-63A7-4330-86D4-8A88A1192A57}" dt="2025-07-06T01:54:01.860" v="30092" actId="21"/>
          <ac:spMkLst>
            <pc:docMk/>
            <pc:sldMk cId="574194089" sldId="555"/>
            <ac:spMk id="30" creationId="{E3EDFECC-678C-D048-ADE1-A3D8C6FC45AD}"/>
          </ac:spMkLst>
        </pc:spChg>
        <pc:spChg chg="del">
          <ac:chgData name="Khaled taha" userId="912087602c74ab8a" providerId="LiveId" clId="{58B121E7-63A7-4330-86D4-8A88A1192A57}" dt="2025-07-06T01:44:07.881" v="29883" actId="478"/>
          <ac:spMkLst>
            <pc:docMk/>
            <pc:sldMk cId="574194089" sldId="555"/>
            <ac:spMk id="31" creationId="{00E4A8DB-6519-7D73-00A4-F03059A29D4C}"/>
          </ac:spMkLst>
        </pc:spChg>
        <pc:spChg chg="add mod">
          <ac:chgData name="Khaled taha" userId="912087602c74ab8a" providerId="LiveId" clId="{58B121E7-63A7-4330-86D4-8A88A1192A57}" dt="2025-07-06T01:54:08.897" v="30095" actId="21"/>
          <ac:spMkLst>
            <pc:docMk/>
            <pc:sldMk cId="574194089" sldId="555"/>
            <ac:spMk id="32" creationId="{52481A26-12E5-2AFA-A833-AC2F85A17E8E}"/>
          </ac:spMkLst>
        </pc:spChg>
        <pc:spChg chg="del">
          <ac:chgData name="Khaled taha" userId="912087602c74ab8a" providerId="LiveId" clId="{58B121E7-63A7-4330-86D4-8A88A1192A57}" dt="2025-07-06T01:44:07.881" v="29883" actId="478"/>
          <ac:spMkLst>
            <pc:docMk/>
            <pc:sldMk cId="574194089" sldId="555"/>
            <ac:spMk id="33" creationId="{CF33FF51-E79C-7B7C-E186-270943B0AC39}"/>
          </ac:spMkLst>
        </pc:spChg>
        <pc:spChg chg="add mod">
          <ac:chgData name="Khaled taha" userId="912087602c74ab8a" providerId="LiveId" clId="{58B121E7-63A7-4330-86D4-8A88A1192A57}" dt="2025-07-06T01:53:20.798" v="30079" actId="21"/>
          <ac:spMkLst>
            <pc:docMk/>
            <pc:sldMk cId="574194089" sldId="555"/>
            <ac:spMk id="34" creationId="{E30103E6-556B-81D8-BAE8-F14F46F6DC43}"/>
          </ac:spMkLst>
        </pc:spChg>
        <pc:spChg chg="add del mod">
          <ac:chgData name="Khaled taha" userId="912087602c74ab8a" providerId="LiveId" clId="{58B121E7-63A7-4330-86D4-8A88A1192A57}" dt="2025-07-06T01:50:03.072" v="30046" actId="478"/>
          <ac:spMkLst>
            <pc:docMk/>
            <pc:sldMk cId="574194089" sldId="555"/>
            <ac:spMk id="35" creationId="{9A2A5BA0-9A91-4857-7489-22195FFA8248}"/>
          </ac:spMkLst>
        </pc:spChg>
        <pc:spChg chg="del mod">
          <ac:chgData name="Khaled taha" userId="912087602c74ab8a" providerId="LiveId" clId="{58B121E7-63A7-4330-86D4-8A88A1192A57}" dt="2025-07-06T01:53:26.263" v="30082" actId="478"/>
          <ac:spMkLst>
            <pc:docMk/>
            <pc:sldMk cId="574194089" sldId="555"/>
            <ac:spMk id="38" creationId="{7D1FB40F-9F9E-5EB2-A24E-FAE9C04D6586}"/>
          </ac:spMkLst>
        </pc:spChg>
        <pc:spChg chg="mod">
          <ac:chgData name="Khaled taha" userId="912087602c74ab8a" providerId="LiveId" clId="{58B121E7-63A7-4330-86D4-8A88A1192A57}" dt="2025-07-06T01:54:10.825" v="30096"/>
          <ac:spMkLst>
            <pc:docMk/>
            <pc:sldMk cId="574194089" sldId="555"/>
            <ac:spMk id="39" creationId="{9372D0F9-A792-5A54-4A6D-C5DFB5302439}"/>
          </ac:spMkLst>
        </pc:spChg>
        <pc:spChg chg="mod">
          <ac:chgData name="Khaled taha" userId="912087602c74ab8a" providerId="LiveId" clId="{58B121E7-63A7-4330-86D4-8A88A1192A57}" dt="2025-07-06T02:02:42.045" v="30455" actId="120"/>
          <ac:spMkLst>
            <pc:docMk/>
            <pc:sldMk cId="574194089" sldId="555"/>
            <ac:spMk id="40" creationId="{CFF8E901-40B0-2205-9925-1043D96DFF4F}"/>
          </ac:spMkLst>
        </pc:spChg>
        <pc:spChg chg="mod">
          <ac:chgData name="Khaled taha" userId="912087602c74ab8a" providerId="LiveId" clId="{58B121E7-63A7-4330-86D4-8A88A1192A57}" dt="2025-07-06T01:54:10.825" v="30096"/>
          <ac:spMkLst>
            <pc:docMk/>
            <pc:sldMk cId="574194089" sldId="555"/>
            <ac:spMk id="41" creationId="{179AA7CC-0608-D0AF-D224-E86F668E7805}"/>
          </ac:spMkLst>
        </pc:spChg>
        <pc:spChg chg="mod">
          <ac:chgData name="Khaled taha" userId="912087602c74ab8a" providerId="LiveId" clId="{58B121E7-63A7-4330-86D4-8A88A1192A57}" dt="2025-07-06T02:02:42.045" v="30455" actId="120"/>
          <ac:spMkLst>
            <pc:docMk/>
            <pc:sldMk cId="574194089" sldId="555"/>
            <ac:spMk id="42" creationId="{8845DFD8-FB6E-C020-C593-8214ED0978A5}"/>
          </ac:spMkLst>
        </pc:spChg>
        <pc:spChg chg="mod">
          <ac:chgData name="Khaled taha" userId="912087602c74ab8a" providerId="LiveId" clId="{58B121E7-63A7-4330-86D4-8A88A1192A57}" dt="2025-07-06T01:54:10.825" v="30096"/>
          <ac:spMkLst>
            <pc:docMk/>
            <pc:sldMk cId="574194089" sldId="555"/>
            <ac:spMk id="43" creationId="{8F871A12-6006-22FD-BB65-FCE28B35DB29}"/>
          </ac:spMkLst>
        </pc:spChg>
        <pc:spChg chg="mod">
          <ac:chgData name="Khaled taha" userId="912087602c74ab8a" providerId="LiveId" clId="{58B121E7-63A7-4330-86D4-8A88A1192A57}" dt="2025-07-06T02:02:42.045" v="30455" actId="120"/>
          <ac:spMkLst>
            <pc:docMk/>
            <pc:sldMk cId="574194089" sldId="555"/>
            <ac:spMk id="44" creationId="{09460818-23C6-61D2-7722-FDDF28893C76}"/>
          </ac:spMkLst>
        </pc:spChg>
        <pc:spChg chg="mod">
          <ac:chgData name="Khaled taha" userId="912087602c74ab8a" providerId="LiveId" clId="{58B121E7-63A7-4330-86D4-8A88A1192A57}" dt="2025-07-06T02:02:42.045" v="30455" actId="120"/>
          <ac:spMkLst>
            <pc:docMk/>
            <pc:sldMk cId="574194089" sldId="555"/>
            <ac:spMk id="45" creationId="{AE436DCB-6467-8DDA-17E7-004E909978A4}"/>
          </ac:spMkLst>
        </pc:spChg>
        <pc:spChg chg="mod">
          <ac:chgData name="Khaled taha" userId="912087602c74ab8a" providerId="LiveId" clId="{58B121E7-63A7-4330-86D4-8A88A1192A57}" dt="2025-07-06T01:54:10.825" v="30096"/>
          <ac:spMkLst>
            <pc:docMk/>
            <pc:sldMk cId="574194089" sldId="555"/>
            <ac:spMk id="46" creationId="{F6E004A4-F91E-433A-2F30-B1239FF6EBB3}"/>
          </ac:spMkLst>
        </pc:spChg>
        <pc:spChg chg="del mod">
          <ac:chgData name="Khaled taha" userId="912087602c74ab8a" providerId="LiveId" clId="{58B121E7-63A7-4330-86D4-8A88A1192A57}" dt="2025-07-06T01:53:26.263" v="30082" actId="478"/>
          <ac:spMkLst>
            <pc:docMk/>
            <pc:sldMk cId="574194089" sldId="555"/>
            <ac:spMk id="47" creationId="{6AE754A4-E35A-B226-6EDF-D5F9D2C85AC3}"/>
          </ac:spMkLst>
        </pc:spChg>
        <pc:grpChg chg="del">
          <ac:chgData name="Khaled taha" userId="912087602c74ab8a" providerId="LiveId" clId="{58B121E7-63A7-4330-86D4-8A88A1192A57}" dt="2025-07-06T01:57:21.153" v="30348" actId="478"/>
          <ac:grpSpMkLst>
            <pc:docMk/>
            <pc:sldMk cId="574194089" sldId="555"/>
            <ac:grpSpMk id="8" creationId="{69F6AFC0-2F9B-508D-96E2-482BDE0A19F7}"/>
          </ac:grpSpMkLst>
        </pc:grpChg>
        <pc:grpChg chg="add del mod">
          <ac:chgData name="Khaled taha" userId="912087602c74ab8a" providerId="LiveId" clId="{58B121E7-63A7-4330-86D4-8A88A1192A57}" dt="2025-07-06T01:54:20.331" v="30104" actId="478"/>
          <ac:grpSpMkLst>
            <pc:docMk/>
            <pc:sldMk cId="574194089" sldId="555"/>
            <ac:grpSpMk id="36" creationId="{13EB04FA-5707-51EA-E580-5EF6BF606DD2}"/>
          </ac:grpSpMkLst>
        </pc:grpChg>
        <pc:grpChg chg="mod">
          <ac:chgData name="Khaled taha" userId="912087602c74ab8a" providerId="LiveId" clId="{58B121E7-63A7-4330-86D4-8A88A1192A57}" dt="2025-07-06T01:54:24.006" v="30105" actId="1076"/>
          <ac:grpSpMkLst>
            <pc:docMk/>
            <pc:sldMk cId="574194089" sldId="555"/>
            <ac:grpSpMk id="37" creationId="{B9A82832-2039-F692-1114-64A4C19F463E}"/>
          </ac:grpSpMkLst>
        </pc:grpChg>
      </pc:sldChg>
      <pc:sldChg chg="delSp modSp add mod modTransition">
        <pc:chgData name="Khaled taha" userId="912087602c74ab8a" providerId="LiveId" clId="{58B121E7-63A7-4330-86D4-8A88A1192A57}" dt="2025-07-06T04:47:35.748" v="33010"/>
        <pc:sldMkLst>
          <pc:docMk/>
          <pc:sldMk cId="3240360539" sldId="556"/>
        </pc:sldMkLst>
        <pc:spChg chg="mod">
          <ac:chgData name="Khaled taha" userId="912087602c74ab8a" providerId="LiveId" clId="{58B121E7-63A7-4330-86D4-8A88A1192A57}" dt="2025-07-06T01:57:04.519" v="30341" actId="1076"/>
          <ac:spMkLst>
            <pc:docMk/>
            <pc:sldMk cId="3240360539" sldId="556"/>
            <ac:spMk id="3" creationId="{3C9B46CF-06D0-DD61-2B30-926DEEDF2527}"/>
          </ac:spMkLst>
        </pc:spChg>
        <pc:spChg chg="mod">
          <ac:chgData name="Khaled taha" userId="912087602c74ab8a" providerId="LiveId" clId="{58B121E7-63A7-4330-86D4-8A88A1192A57}" dt="2025-07-06T01:57:04.519" v="30341" actId="1076"/>
          <ac:spMkLst>
            <pc:docMk/>
            <pc:sldMk cId="3240360539" sldId="556"/>
            <ac:spMk id="5" creationId="{F1C3E6D6-E477-CDF3-B547-A2DBFA5DB839}"/>
          </ac:spMkLst>
        </pc:spChg>
        <pc:spChg chg="mod">
          <ac:chgData name="Khaled taha" userId="912087602c74ab8a" providerId="LiveId" clId="{58B121E7-63A7-4330-86D4-8A88A1192A57}" dt="2025-07-06T01:56:59.701" v="30340" actId="1076"/>
          <ac:spMkLst>
            <pc:docMk/>
            <pc:sldMk cId="3240360539" sldId="556"/>
            <ac:spMk id="7" creationId="{2EFC7382-072E-965B-B5DF-3DD9433AAC72}"/>
          </ac:spMkLst>
        </pc:spChg>
        <pc:spChg chg="mod">
          <ac:chgData name="Khaled taha" userId="912087602c74ab8a" providerId="LiveId" clId="{58B121E7-63A7-4330-86D4-8A88A1192A57}" dt="2025-07-06T01:57:04.519" v="30341" actId="1076"/>
          <ac:spMkLst>
            <pc:docMk/>
            <pc:sldMk cId="3240360539" sldId="556"/>
            <ac:spMk id="15" creationId="{588E93E0-5865-984B-F049-1C72BF16D08C}"/>
          </ac:spMkLst>
        </pc:spChg>
        <pc:spChg chg="mod">
          <ac:chgData name="Khaled taha" userId="912087602c74ab8a" providerId="LiveId" clId="{58B121E7-63A7-4330-86D4-8A88A1192A57}" dt="2025-07-06T01:57:04.519" v="30341" actId="1076"/>
          <ac:spMkLst>
            <pc:docMk/>
            <pc:sldMk cId="3240360539" sldId="556"/>
            <ac:spMk id="16" creationId="{FD0F8AFE-D6F9-4968-3A66-EEBBB29E4710}"/>
          </ac:spMkLst>
        </pc:spChg>
        <pc:spChg chg="mod">
          <ac:chgData name="Khaled taha" userId="912087602c74ab8a" providerId="LiveId" clId="{58B121E7-63A7-4330-86D4-8A88A1192A57}" dt="2025-07-06T01:57:04.519" v="30341" actId="1076"/>
          <ac:spMkLst>
            <pc:docMk/>
            <pc:sldMk cId="3240360539" sldId="556"/>
            <ac:spMk id="28" creationId="{E2CDCEA0-7692-CA36-7F5A-3E1CE15F4E77}"/>
          </ac:spMkLst>
        </pc:spChg>
        <pc:spChg chg="mod">
          <ac:chgData name="Khaled taha" userId="912087602c74ab8a" providerId="LiveId" clId="{58B121E7-63A7-4330-86D4-8A88A1192A57}" dt="2025-07-06T01:57:04.519" v="30341" actId="1076"/>
          <ac:spMkLst>
            <pc:docMk/>
            <pc:sldMk cId="3240360539" sldId="556"/>
            <ac:spMk id="30" creationId="{C00356A2-95E0-C0CD-8538-E19D654576AE}"/>
          </ac:spMkLst>
        </pc:spChg>
        <pc:spChg chg="mod">
          <ac:chgData name="Khaled taha" userId="912087602c74ab8a" providerId="LiveId" clId="{58B121E7-63A7-4330-86D4-8A88A1192A57}" dt="2025-07-06T01:57:04.519" v="30341" actId="1076"/>
          <ac:spMkLst>
            <pc:docMk/>
            <pc:sldMk cId="3240360539" sldId="556"/>
            <ac:spMk id="31" creationId="{8CC55C7E-2CB7-AB61-7812-2D818EDC1A25}"/>
          </ac:spMkLst>
        </pc:spChg>
        <pc:spChg chg="mod">
          <ac:chgData name="Khaled taha" userId="912087602c74ab8a" providerId="LiveId" clId="{58B121E7-63A7-4330-86D4-8A88A1192A57}" dt="2025-07-06T01:57:04.519" v="30341" actId="1076"/>
          <ac:spMkLst>
            <pc:docMk/>
            <pc:sldMk cId="3240360539" sldId="556"/>
            <ac:spMk id="32" creationId="{283ACD22-E7B7-A50C-CF0C-F46EC322B373}"/>
          </ac:spMkLst>
        </pc:spChg>
        <pc:spChg chg="mod">
          <ac:chgData name="Khaled taha" userId="912087602c74ab8a" providerId="LiveId" clId="{58B121E7-63A7-4330-86D4-8A88A1192A57}" dt="2025-07-06T01:57:04.519" v="30341" actId="1076"/>
          <ac:spMkLst>
            <pc:docMk/>
            <pc:sldMk cId="3240360539" sldId="556"/>
            <ac:spMk id="33" creationId="{657A0A19-43D7-B202-BE96-20C55FCA464A}"/>
          </ac:spMkLst>
        </pc:spChg>
        <pc:grpChg chg="del">
          <ac:chgData name="Khaled taha" userId="912087602c74ab8a" providerId="LiveId" clId="{58B121E7-63A7-4330-86D4-8A88A1192A57}" dt="2025-07-06T01:57:16.298" v="30345" actId="478"/>
          <ac:grpSpMkLst>
            <pc:docMk/>
            <pc:sldMk cId="3240360539" sldId="556"/>
            <ac:grpSpMk id="8" creationId="{AE1BCF5A-061F-3208-7028-CD9CA4CFBC89}"/>
          </ac:grpSpMkLst>
        </pc:grpChg>
      </pc:sldChg>
      <pc:sldChg chg="addSp delSp modSp add mod">
        <pc:chgData name="Khaled taha" userId="912087602c74ab8a" providerId="LiveId" clId="{58B121E7-63A7-4330-86D4-8A88A1192A57}" dt="2025-07-06T02:02:20.149" v="30452" actId="478"/>
        <pc:sldMkLst>
          <pc:docMk/>
          <pc:sldMk cId="1876422130" sldId="557"/>
        </pc:sldMkLst>
        <pc:spChg chg="del">
          <ac:chgData name="Khaled taha" userId="912087602c74ab8a" providerId="LiveId" clId="{58B121E7-63A7-4330-86D4-8A88A1192A57}" dt="2025-07-06T01:58:32.623" v="30397" actId="478"/>
          <ac:spMkLst>
            <pc:docMk/>
            <pc:sldMk cId="1876422130" sldId="557"/>
            <ac:spMk id="3" creationId="{ED9A2273-7183-59D8-524A-64504176E60A}"/>
          </ac:spMkLst>
        </pc:spChg>
        <pc:spChg chg="add mod ord">
          <ac:chgData name="Khaled taha" userId="912087602c74ab8a" providerId="LiveId" clId="{58B121E7-63A7-4330-86D4-8A88A1192A57}" dt="2025-07-06T02:01:15.216" v="30443" actId="1076"/>
          <ac:spMkLst>
            <pc:docMk/>
            <pc:sldMk cId="1876422130" sldId="557"/>
            <ac:spMk id="6" creationId="{080DD3C9-5008-CE2A-3513-0DD7E6E5AD41}"/>
          </ac:spMkLst>
        </pc:spChg>
        <pc:spChg chg="add del mod">
          <ac:chgData name="Khaled taha" userId="912087602c74ab8a" providerId="LiveId" clId="{58B121E7-63A7-4330-86D4-8A88A1192A57}" dt="2025-07-06T02:02:20.149" v="30452" actId="478"/>
          <ac:spMkLst>
            <pc:docMk/>
            <pc:sldMk cId="1876422130" sldId="557"/>
            <ac:spMk id="7" creationId="{D62BD904-82F8-F1F2-C966-F205613AA2F7}"/>
          </ac:spMkLst>
        </pc:spChg>
        <pc:spChg chg="add mod">
          <ac:chgData name="Khaled taha" userId="912087602c74ab8a" providerId="LiveId" clId="{58B121E7-63A7-4330-86D4-8A88A1192A57}" dt="2025-07-06T02:00:32.229" v="30432" actId="34135"/>
          <ac:spMkLst>
            <pc:docMk/>
            <pc:sldMk cId="1876422130" sldId="557"/>
            <ac:spMk id="8" creationId="{18D6CB26-D47F-E14D-8F46-664B5F856263}"/>
          </ac:spMkLst>
        </pc:spChg>
        <pc:spChg chg="add mod">
          <ac:chgData name="Khaled taha" userId="912087602c74ab8a" providerId="LiveId" clId="{58B121E7-63A7-4330-86D4-8A88A1192A57}" dt="2025-07-06T02:01:33.937" v="30444"/>
          <ac:spMkLst>
            <pc:docMk/>
            <pc:sldMk cId="1876422130" sldId="557"/>
            <ac:spMk id="10" creationId="{7A936D3C-4CDA-762B-8F46-198D6B1ACDDC}"/>
          </ac:spMkLst>
        </pc:spChg>
        <pc:spChg chg="add mod">
          <ac:chgData name="Khaled taha" userId="912087602c74ab8a" providerId="LiveId" clId="{58B121E7-63A7-4330-86D4-8A88A1192A57}" dt="2025-07-06T02:02:00.590" v="30449"/>
          <ac:spMkLst>
            <pc:docMk/>
            <pc:sldMk cId="1876422130" sldId="557"/>
            <ac:spMk id="11" creationId="{347A6318-FB18-95AB-76D8-0BD3D9B8A9C0}"/>
          </ac:spMkLst>
        </pc:spChg>
        <pc:spChg chg="del">
          <ac:chgData name="Khaled taha" userId="912087602c74ab8a" providerId="LiveId" clId="{58B121E7-63A7-4330-86D4-8A88A1192A57}" dt="2025-07-06T01:58:30.123" v="30396" actId="478"/>
          <ac:spMkLst>
            <pc:docMk/>
            <pc:sldMk cId="1876422130" sldId="557"/>
            <ac:spMk id="17" creationId="{B5CA2843-12DD-9E26-986D-8EEBA9540C7B}"/>
          </ac:spMkLst>
        </pc:spChg>
        <pc:grpChg chg="del">
          <ac:chgData name="Khaled taha" userId="912087602c74ab8a" providerId="LiveId" clId="{58B121E7-63A7-4330-86D4-8A88A1192A57}" dt="2025-07-06T01:58:30.123" v="30396" actId="478"/>
          <ac:grpSpMkLst>
            <pc:docMk/>
            <pc:sldMk cId="1876422130" sldId="557"/>
            <ac:grpSpMk id="37" creationId="{EC3C6541-9F47-0743-45B2-E1E876ACAFF1}"/>
          </ac:grpSpMkLst>
        </pc:grpChg>
        <pc:picChg chg="add mod">
          <ac:chgData name="Khaled taha" userId="912087602c74ab8a" providerId="LiveId" clId="{58B121E7-63A7-4330-86D4-8A88A1192A57}" dt="2025-07-06T01:59:46.239" v="30418" actId="1076"/>
          <ac:picMkLst>
            <pc:docMk/>
            <pc:sldMk cId="1876422130" sldId="557"/>
            <ac:picMk id="2" creationId="{8D832E36-1F29-C12C-17B2-F4A9059BCB7C}"/>
          </ac:picMkLst>
        </pc:picChg>
        <pc:picChg chg="add mod">
          <ac:chgData name="Khaled taha" userId="912087602c74ab8a" providerId="LiveId" clId="{58B121E7-63A7-4330-86D4-8A88A1192A57}" dt="2025-07-06T01:59:48.976" v="30419" actId="1076"/>
          <ac:picMkLst>
            <pc:docMk/>
            <pc:sldMk cId="1876422130" sldId="557"/>
            <ac:picMk id="4" creationId="{187CC6C1-0F6C-0699-5C52-4E5A6E90D7BF}"/>
          </ac:picMkLst>
        </pc:picChg>
        <pc:picChg chg="add mod">
          <ac:chgData name="Khaled taha" userId="912087602c74ab8a" providerId="LiveId" clId="{58B121E7-63A7-4330-86D4-8A88A1192A57}" dt="2025-07-06T02:00:08.435" v="30425" actId="14100"/>
          <ac:picMkLst>
            <pc:docMk/>
            <pc:sldMk cId="1876422130" sldId="557"/>
            <ac:picMk id="5" creationId="{6909102D-83C5-94D8-5452-001B0EFFB5AF}"/>
          </ac:picMkLst>
        </pc:picChg>
        <pc:picChg chg="add mod">
          <ac:chgData name="Khaled taha" userId="912087602c74ab8a" providerId="LiveId" clId="{58B121E7-63A7-4330-86D4-8A88A1192A57}" dt="2025-07-06T02:01:33.937" v="30444"/>
          <ac:picMkLst>
            <pc:docMk/>
            <pc:sldMk cId="1876422130" sldId="557"/>
            <ac:picMk id="9" creationId="{0A1AEB1C-EFDB-DA4F-3FCC-1DB5116A014E}"/>
          </ac:picMkLst>
        </pc:picChg>
      </pc:sldChg>
      <pc:sldChg chg="add del ord">
        <pc:chgData name="Khaled taha" userId="912087602c74ab8a" providerId="LiveId" clId="{58B121E7-63A7-4330-86D4-8A88A1192A57}" dt="2025-07-06T01:55:56.408" v="30129" actId="2890"/>
        <pc:sldMkLst>
          <pc:docMk/>
          <pc:sldMk cId="3692353608" sldId="557"/>
        </pc:sldMkLst>
      </pc:sldChg>
      <pc:sldChg chg="addSp delSp modSp add mod">
        <pc:chgData name="Khaled taha" userId="912087602c74ab8a" providerId="LiveId" clId="{58B121E7-63A7-4330-86D4-8A88A1192A57}" dt="2025-07-06T02:06:16.696" v="30559" actId="1076"/>
        <pc:sldMkLst>
          <pc:docMk/>
          <pc:sldMk cId="1723168695" sldId="558"/>
        </pc:sldMkLst>
        <pc:spChg chg="add mod">
          <ac:chgData name="Khaled taha" userId="912087602c74ab8a" providerId="LiveId" clId="{58B121E7-63A7-4330-86D4-8A88A1192A57}" dt="2025-07-06T02:06:16.696" v="30559" actId="1076"/>
          <ac:spMkLst>
            <pc:docMk/>
            <pc:sldMk cId="1723168695" sldId="558"/>
            <ac:spMk id="3" creationId="{B88B6866-A976-C162-2746-869E600ADB38}"/>
          </ac:spMkLst>
        </pc:spChg>
        <pc:spChg chg="del">
          <ac:chgData name="Khaled taha" userId="912087602c74ab8a" providerId="LiveId" clId="{58B121E7-63A7-4330-86D4-8A88A1192A57}" dt="2025-07-06T02:03:32.083" v="30460" actId="478"/>
          <ac:spMkLst>
            <pc:docMk/>
            <pc:sldMk cId="1723168695" sldId="558"/>
            <ac:spMk id="6" creationId="{0A0FFB86-67DD-70A0-2B3E-8DBEA89D053B}"/>
          </ac:spMkLst>
        </pc:spChg>
        <pc:spChg chg="del mod">
          <ac:chgData name="Khaled taha" userId="912087602c74ab8a" providerId="LiveId" clId="{58B121E7-63A7-4330-86D4-8A88A1192A57}" dt="2025-07-06T02:03:32.083" v="30460" actId="478"/>
          <ac:spMkLst>
            <pc:docMk/>
            <pc:sldMk cId="1723168695" sldId="558"/>
            <ac:spMk id="7" creationId="{DFEF9B43-A0ED-2859-6A12-C0EDDC8642BD}"/>
          </ac:spMkLst>
        </pc:spChg>
        <pc:spChg chg="add del mod">
          <ac:chgData name="Khaled taha" userId="912087602c74ab8a" providerId="LiveId" clId="{58B121E7-63A7-4330-86D4-8A88A1192A57}" dt="2025-07-06T02:05:40.319" v="30532" actId="478"/>
          <ac:spMkLst>
            <pc:docMk/>
            <pc:sldMk cId="1723168695" sldId="558"/>
            <ac:spMk id="10" creationId="{C2520A76-1BA3-3CE2-ADB6-444F67A14CAB}"/>
          </ac:spMkLst>
        </pc:spChg>
        <pc:picChg chg="del">
          <ac:chgData name="Khaled taha" userId="912087602c74ab8a" providerId="LiveId" clId="{58B121E7-63A7-4330-86D4-8A88A1192A57}" dt="2025-07-06T02:03:32.083" v="30460" actId="478"/>
          <ac:picMkLst>
            <pc:docMk/>
            <pc:sldMk cId="1723168695" sldId="558"/>
            <ac:picMk id="2" creationId="{9A219087-280E-677C-BA91-9A2E2F126BCE}"/>
          </ac:picMkLst>
        </pc:picChg>
        <pc:picChg chg="del">
          <ac:chgData name="Khaled taha" userId="912087602c74ab8a" providerId="LiveId" clId="{58B121E7-63A7-4330-86D4-8A88A1192A57}" dt="2025-07-06T02:03:32.083" v="30460" actId="478"/>
          <ac:picMkLst>
            <pc:docMk/>
            <pc:sldMk cId="1723168695" sldId="558"/>
            <ac:picMk id="4" creationId="{6351C992-A693-629D-8BF6-C8EAE5AD9A29}"/>
          </ac:picMkLst>
        </pc:picChg>
        <pc:picChg chg="del">
          <ac:chgData name="Khaled taha" userId="912087602c74ab8a" providerId="LiveId" clId="{58B121E7-63A7-4330-86D4-8A88A1192A57}" dt="2025-07-06T02:03:32.083" v="30460" actId="478"/>
          <ac:picMkLst>
            <pc:docMk/>
            <pc:sldMk cId="1723168695" sldId="558"/>
            <ac:picMk id="5" creationId="{B5D9077B-988E-2AAD-C844-A39D5AFC9659}"/>
          </ac:picMkLst>
        </pc:picChg>
        <pc:picChg chg="add mod">
          <ac:chgData name="Khaled taha" userId="912087602c74ab8a" providerId="LiveId" clId="{58B121E7-63A7-4330-86D4-8A88A1192A57}" dt="2025-07-06T02:06:01.967" v="30556" actId="1076"/>
          <ac:picMkLst>
            <pc:docMk/>
            <pc:sldMk cId="1723168695" sldId="558"/>
            <ac:picMk id="9" creationId="{2BAD6BDC-9C57-B5DA-417E-30468A5E1258}"/>
          </ac:picMkLst>
        </pc:picChg>
      </pc:sldChg>
      <pc:sldChg chg="add del">
        <pc:chgData name="Khaled taha" userId="912087602c74ab8a" providerId="LiveId" clId="{58B121E7-63A7-4330-86D4-8A88A1192A57}" dt="2025-07-06T02:03:23.677" v="30459"/>
        <pc:sldMkLst>
          <pc:docMk/>
          <pc:sldMk cId="390153422" sldId="559"/>
        </pc:sldMkLst>
      </pc:sldChg>
      <pc:sldChg chg="addSp delSp modSp add mod">
        <pc:chgData name="Khaled taha" userId="912087602c74ab8a" providerId="LiveId" clId="{58B121E7-63A7-4330-86D4-8A88A1192A57}" dt="2025-07-06T04:43:30.014" v="32946" actId="1076"/>
        <pc:sldMkLst>
          <pc:docMk/>
          <pc:sldMk cId="664175984" sldId="559"/>
        </pc:sldMkLst>
        <pc:spChg chg="add mod">
          <ac:chgData name="Khaled taha" userId="912087602c74ab8a" providerId="LiveId" clId="{58B121E7-63A7-4330-86D4-8A88A1192A57}" dt="2025-07-06T02:10:28.015" v="30604" actId="207"/>
          <ac:spMkLst>
            <pc:docMk/>
            <pc:sldMk cId="664175984" sldId="559"/>
            <ac:spMk id="3" creationId="{31F097C5-0AF6-67FE-6B36-E0E4EE6F0482}"/>
          </ac:spMkLst>
        </pc:spChg>
        <pc:spChg chg="add mod">
          <ac:chgData name="Khaled taha" userId="912087602c74ab8a" providerId="LiveId" clId="{58B121E7-63A7-4330-86D4-8A88A1192A57}" dt="2025-07-06T02:12:27.494" v="30637" actId="1076"/>
          <ac:spMkLst>
            <pc:docMk/>
            <pc:sldMk cId="664175984" sldId="559"/>
            <ac:spMk id="5" creationId="{3EA366DB-3ECD-E2BC-B003-0DDB4DD0174C}"/>
          </ac:spMkLst>
        </pc:spChg>
        <pc:spChg chg="add mod">
          <ac:chgData name="Khaled taha" userId="912087602c74ab8a" providerId="LiveId" clId="{58B121E7-63A7-4330-86D4-8A88A1192A57}" dt="2025-07-06T02:12:27.494" v="30637" actId="1076"/>
          <ac:spMkLst>
            <pc:docMk/>
            <pc:sldMk cId="664175984" sldId="559"/>
            <ac:spMk id="6" creationId="{CA17BCA8-AFCE-4F24-CFCE-11D3DDDB22A6}"/>
          </ac:spMkLst>
        </pc:spChg>
        <pc:spChg chg="add mod">
          <ac:chgData name="Khaled taha" userId="912087602c74ab8a" providerId="LiveId" clId="{58B121E7-63A7-4330-86D4-8A88A1192A57}" dt="2025-07-06T02:12:27.494" v="30637" actId="1076"/>
          <ac:spMkLst>
            <pc:docMk/>
            <pc:sldMk cId="664175984" sldId="559"/>
            <ac:spMk id="12" creationId="{08D86E10-0D83-5595-1218-0B9467C88A15}"/>
          </ac:spMkLst>
        </pc:spChg>
        <pc:spChg chg="add del">
          <ac:chgData name="Khaled taha" userId="912087602c74ab8a" providerId="LiveId" clId="{58B121E7-63A7-4330-86D4-8A88A1192A57}" dt="2025-07-06T02:18:07.376" v="30782" actId="22"/>
          <ac:spMkLst>
            <pc:docMk/>
            <pc:sldMk cId="664175984" sldId="559"/>
            <ac:spMk id="14" creationId="{003A2C47-7516-C245-19C8-C94F8AB6271A}"/>
          </ac:spMkLst>
        </pc:spChg>
        <pc:spChg chg="add del mod">
          <ac:chgData name="Khaled taha" userId="912087602c74ab8a" providerId="LiveId" clId="{58B121E7-63A7-4330-86D4-8A88A1192A57}" dt="2025-07-06T03:21:29.184" v="31753" actId="478"/>
          <ac:spMkLst>
            <pc:docMk/>
            <pc:sldMk cId="664175984" sldId="559"/>
            <ac:spMk id="15" creationId="{E88F3365-5685-605B-6F76-4A43B0DBB3DB}"/>
          </ac:spMkLst>
        </pc:spChg>
        <pc:spChg chg="add del mod">
          <ac:chgData name="Khaled taha" userId="912087602c74ab8a" providerId="LiveId" clId="{58B121E7-63A7-4330-86D4-8A88A1192A57}" dt="2025-07-06T03:21:29.184" v="31753" actId="478"/>
          <ac:spMkLst>
            <pc:docMk/>
            <pc:sldMk cId="664175984" sldId="559"/>
            <ac:spMk id="16" creationId="{05BB2EF3-FACE-5DE5-8BD7-54B78AAE98CF}"/>
          </ac:spMkLst>
        </pc:spChg>
        <pc:spChg chg="add del mod">
          <ac:chgData name="Khaled taha" userId="912087602c74ab8a" providerId="LiveId" clId="{58B121E7-63A7-4330-86D4-8A88A1192A57}" dt="2025-07-06T03:21:29.184" v="31753" actId="478"/>
          <ac:spMkLst>
            <pc:docMk/>
            <pc:sldMk cId="664175984" sldId="559"/>
            <ac:spMk id="17" creationId="{0E63E258-F3D2-910E-0E43-9577BDC7EA3F}"/>
          </ac:spMkLst>
        </pc:spChg>
        <pc:spChg chg="add del mod">
          <ac:chgData name="Khaled taha" userId="912087602c74ab8a" providerId="LiveId" clId="{58B121E7-63A7-4330-86D4-8A88A1192A57}" dt="2025-07-06T03:21:29.184" v="31753" actId="478"/>
          <ac:spMkLst>
            <pc:docMk/>
            <pc:sldMk cId="664175984" sldId="559"/>
            <ac:spMk id="18" creationId="{7805417F-BABC-91F2-4334-9826994AA4A4}"/>
          </ac:spMkLst>
        </pc:spChg>
        <pc:spChg chg="del">
          <ac:chgData name="Khaled taha" userId="912087602c74ab8a" providerId="LiveId" clId="{58B121E7-63A7-4330-86D4-8A88A1192A57}" dt="2025-07-06T02:09:27.099" v="30586" actId="478"/>
          <ac:spMkLst>
            <pc:docMk/>
            <pc:sldMk cId="664175984" sldId="559"/>
            <ac:spMk id="21" creationId="{8EA98BFB-E270-B1F5-8FE7-84C24060CF84}"/>
          </ac:spMkLst>
        </pc:spChg>
        <pc:spChg chg="mod">
          <ac:chgData name="Khaled taha" userId="912087602c74ab8a" providerId="LiveId" clId="{58B121E7-63A7-4330-86D4-8A88A1192A57}" dt="2025-07-06T04:42:37.295" v="32920"/>
          <ac:spMkLst>
            <pc:docMk/>
            <pc:sldMk cId="664175984" sldId="559"/>
            <ac:spMk id="24" creationId="{8815736B-8051-6A88-1CFF-3AE0B9EB01E5}"/>
          </ac:spMkLst>
        </pc:spChg>
        <pc:spChg chg="mod">
          <ac:chgData name="Khaled taha" userId="912087602c74ab8a" providerId="LiveId" clId="{58B121E7-63A7-4330-86D4-8A88A1192A57}" dt="2025-07-06T04:42:37.295" v="32920"/>
          <ac:spMkLst>
            <pc:docMk/>
            <pc:sldMk cId="664175984" sldId="559"/>
            <ac:spMk id="26" creationId="{D7265E8C-653E-9227-6547-554B6A3B3558}"/>
          </ac:spMkLst>
        </pc:spChg>
        <pc:spChg chg="mod">
          <ac:chgData name="Khaled taha" userId="912087602c74ab8a" providerId="LiveId" clId="{58B121E7-63A7-4330-86D4-8A88A1192A57}" dt="2025-07-06T04:42:37.295" v="32920"/>
          <ac:spMkLst>
            <pc:docMk/>
            <pc:sldMk cId="664175984" sldId="559"/>
            <ac:spMk id="28" creationId="{2F444409-1F92-D4BF-371F-F62F932421B1}"/>
          </ac:spMkLst>
        </pc:spChg>
        <pc:spChg chg="mod">
          <ac:chgData name="Khaled taha" userId="912087602c74ab8a" providerId="LiveId" clId="{58B121E7-63A7-4330-86D4-8A88A1192A57}" dt="2025-07-06T04:42:37.295" v="32920"/>
          <ac:spMkLst>
            <pc:docMk/>
            <pc:sldMk cId="664175984" sldId="559"/>
            <ac:spMk id="29" creationId="{9367B8DC-7DC5-8E0B-977C-D3E8C30A3963}"/>
          </ac:spMkLst>
        </pc:spChg>
        <pc:spChg chg="mod">
          <ac:chgData name="Khaled taha" userId="912087602c74ab8a" providerId="LiveId" clId="{58B121E7-63A7-4330-86D4-8A88A1192A57}" dt="2025-07-06T04:42:37.295" v="32920"/>
          <ac:spMkLst>
            <pc:docMk/>
            <pc:sldMk cId="664175984" sldId="559"/>
            <ac:spMk id="31" creationId="{556E4E77-5E05-FFCC-76F8-E0DE4B48E348}"/>
          </ac:spMkLst>
        </pc:spChg>
        <pc:spChg chg="mod">
          <ac:chgData name="Khaled taha" userId="912087602c74ab8a" providerId="LiveId" clId="{58B121E7-63A7-4330-86D4-8A88A1192A57}" dt="2025-07-06T04:42:37.295" v="32920"/>
          <ac:spMkLst>
            <pc:docMk/>
            <pc:sldMk cId="664175984" sldId="559"/>
            <ac:spMk id="33" creationId="{CD8C6E4F-B2FC-3907-262E-51EBBA90FEE8}"/>
          </ac:spMkLst>
        </pc:spChg>
        <pc:spChg chg="mod">
          <ac:chgData name="Khaled taha" userId="912087602c74ab8a" providerId="LiveId" clId="{58B121E7-63A7-4330-86D4-8A88A1192A57}" dt="2025-07-06T04:42:37.295" v="32920"/>
          <ac:spMkLst>
            <pc:docMk/>
            <pc:sldMk cId="664175984" sldId="559"/>
            <ac:spMk id="34" creationId="{FCD7966E-6636-E24A-4F46-DE86A24620A9}"/>
          </ac:spMkLst>
        </pc:spChg>
        <pc:spChg chg="mod">
          <ac:chgData name="Khaled taha" userId="912087602c74ab8a" providerId="LiveId" clId="{58B121E7-63A7-4330-86D4-8A88A1192A57}" dt="2025-07-06T04:42:37.295" v="32920"/>
          <ac:spMkLst>
            <pc:docMk/>
            <pc:sldMk cId="664175984" sldId="559"/>
            <ac:spMk id="36" creationId="{EBF1839A-8D53-4AB8-AFC3-2ABBC34A3A84}"/>
          </ac:spMkLst>
        </pc:spChg>
        <pc:spChg chg="mod">
          <ac:chgData name="Khaled taha" userId="912087602c74ab8a" providerId="LiveId" clId="{58B121E7-63A7-4330-86D4-8A88A1192A57}" dt="2025-07-06T04:42:37.295" v="32920"/>
          <ac:spMkLst>
            <pc:docMk/>
            <pc:sldMk cId="664175984" sldId="559"/>
            <ac:spMk id="38" creationId="{C285808F-9210-5716-9E46-0182CB05B0E2}"/>
          </ac:spMkLst>
        </pc:spChg>
        <pc:spChg chg="mod">
          <ac:chgData name="Khaled taha" userId="912087602c74ab8a" providerId="LiveId" clId="{58B121E7-63A7-4330-86D4-8A88A1192A57}" dt="2025-07-06T04:42:37.295" v="32920"/>
          <ac:spMkLst>
            <pc:docMk/>
            <pc:sldMk cId="664175984" sldId="559"/>
            <ac:spMk id="39" creationId="{5509BCBD-8EC8-BACF-6270-84C36E9F9357}"/>
          </ac:spMkLst>
        </pc:spChg>
        <pc:grpChg chg="del">
          <ac:chgData name="Khaled taha" userId="912087602c74ab8a" providerId="LiveId" clId="{58B121E7-63A7-4330-86D4-8A88A1192A57}" dt="2025-07-06T02:09:27.099" v="30586" actId="478"/>
          <ac:grpSpMkLst>
            <pc:docMk/>
            <pc:sldMk cId="664175984" sldId="559"/>
            <ac:grpSpMk id="8" creationId="{B569BDC4-F7BB-10A0-D837-BE64B9664D7F}"/>
          </ac:grpSpMkLst>
        </pc:grpChg>
        <pc:grpChg chg="mod">
          <ac:chgData name="Khaled taha" userId="912087602c74ab8a" providerId="LiveId" clId="{58B121E7-63A7-4330-86D4-8A88A1192A57}" dt="2025-07-06T04:42:54.955" v="32928" actId="1076"/>
          <ac:grpSpMkLst>
            <pc:docMk/>
            <pc:sldMk cId="664175984" sldId="559"/>
            <ac:grpSpMk id="19" creationId="{01513789-8932-6E78-BAA9-EBF13BAC33F6}"/>
          </ac:grpSpMkLst>
        </pc:grpChg>
        <pc:grpChg chg="mod">
          <ac:chgData name="Khaled taha" userId="912087602c74ab8a" providerId="LiveId" clId="{58B121E7-63A7-4330-86D4-8A88A1192A57}" dt="2025-07-06T04:43:30.014" v="32946" actId="1076"/>
          <ac:grpSpMkLst>
            <pc:docMk/>
            <pc:sldMk cId="664175984" sldId="559"/>
            <ac:grpSpMk id="25" creationId="{CB452739-916F-6392-C8FB-07A6DEE8E20F}"/>
          </ac:grpSpMkLst>
        </pc:grpChg>
        <pc:grpChg chg="mod">
          <ac:chgData name="Khaled taha" userId="912087602c74ab8a" providerId="LiveId" clId="{58B121E7-63A7-4330-86D4-8A88A1192A57}" dt="2025-07-06T04:43:07.756" v="32933" actId="1076"/>
          <ac:grpSpMkLst>
            <pc:docMk/>
            <pc:sldMk cId="664175984" sldId="559"/>
            <ac:grpSpMk id="30" creationId="{0399561D-E5C5-77BA-36C9-4325B93575F7}"/>
          </ac:grpSpMkLst>
        </pc:grpChg>
        <pc:grpChg chg="mod">
          <ac:chgData name="Khaled taha" userId="912087602c74ab8a" providerId="LiveId" clId="{58B121E7-63A7-4330-86D4-8A88A1192A57}" dt="2025-07-06T04:43:19.084" v="32939" actId="1076"/>
          <ac:grpSpMkLst>
            <pc:docMk/>
            <pc:sldMk cId="664175984" sldId="559"/>
            <ac:grpSpMk id="35" creationId="{64187561-C329-5DC6-AE08-F379BE4CFC17}"/>
          </ac:grpSpMkLst>
        </pc:grpChg>
      </pc:sldChg>
      <pc:sldChg chg="add del">
        <pc:chgData name="Khaled taha" userId="912087602c74ab8a" providerId="LiveId" clId="{58B121E7-63A7-4330-86D4-8A88A1192A57}" dt="2025-07-06T02:02:19.217" v="30451" actId="2890"/>
        <pc:sldMkLst>
          <pc:docMk/>
          <pc:sldMk cId="1636275928" sldId="559"/>
        </pc:sldMkLst>
      </pc:sldChg>
      <pc:sldChg chg="add del">
        <pc:chgData name="Khaled taha" userId="912087602c74ab8a" providerId="LiveId" clId="{58B121E7-63A7-4330-86D4-8A88A1192A57}" dt="2025-07-06T02:14:12.588" v="30729" actId="47"/>
        <pc:sldMkLst>
          <pc:docMk/>
          <pc:sldMk cId="125923716" sldId="560"/>
        </pc:sldMkLst>
      </pc:sldChg>
      <pc:sldChg chg="addSp delSp modSp add mod modTransition">
        <pc:chgData name="Khaled taha" userId="912087602c74ab8a" providerId="LiveId" clId="{58B121E7-63A7-4330-86D4-8A88A1192A57}" dt="2025-07-06T03:21:52.391" v="31756"/>
        <pc:sldMkLst>
          <pc:docMk/>
          <pc:sldMk cId="335118618" sldId="561"/>
        </pc:sldMkLst>
        <pc:spChg chg="del">
          <ac:chgData name="Khaled taha" userId="912087602c74ab8a" providerId="LiveId" clId="{58B121E7-63A7-4330-86D4-8A88A1192A57}" dt="2025-07-06T02:16:35.987" v="30762" actId="478"/>
          <ac:spMkLst>
            <pc:docMk/>
            <pc:sldMk cId="335118618" sldId="561"/>
            <ac:spMk id="3" creationId="{65360957-1F76-C082-AA57-F923061E5E10}"/>
          </ac:spMkLst>
        </pc:spChg>
        <pc:spChg chg="del">
          <ac:chgData name="Khaled taha" userId="912087602c74ab8a" providerId="LiveId" clId="{58B121E7-63A7-4330-86D4-8A88A1192A57}" dt="2025-07-06T02:16:33.277" v="30761" actId="478"/>
          <ac:spMkLst>
            <pc:docMk/>
            <pc:sldMk cId="335118618" sldId="561"/>
            <ac:spMk id="5" creationId="{3D17EC86-9027-EDA8-E4D4-7F63185BD126}"/>
          </ac:spMkLst>
        </pc:spChg>
        <pc:spChg chg="del">
          <ac:chgData name="Khaled taha" userId="912087602c74ab8a" providerId="LiveId" clId="{58B121E7-63A7-4330-86D4-8A88A1192A57}" dt="2025-07-06T02:16:33.277" v="30761" actId="478"/>
          <ac:spMkLst>
            <pc:docMk/>
            <pc:sldMk cId="335118618" sldId="561"/>
            <ac:spMk id="6" creationId="{BDEA3CF7-0C24-692B-0F3E-8D51C85C70A9}"/>
          </ac:spMkLst>
        </pc:spChg>
        <pc:spChg chg="add del mod">
          <ac:chgData name="Khaled taha" userId="912087602c74ab8a" providerId="LiveId" clId="{58B121E7-63A7-4330-86D4-8A88A1192A57}" dt="2025-07-06T03:03:30.339" v="31564" actId="478"/>
          <ac:spMkLst>
            <pc:docMk/>
            <pc:sldMk cId="335118618" sldId="561"/>
            <ac:spMk id="8" creationId="{E465A4A8-CBF1-C2E1-D697-CDCBD4D94E5B}"/>
          </ac:spMkLst>
        </pc:spChg>
        <pc:spChg chg="add del mod">
          <ac:chgData name="Khaled taha" userId="912087602c74ab8a" providerId="LiveId" clId="{58B121E7-63A7-4330-86D4-8A88A1192A57}" dt="2025-07-06T03:03:30.339" v="31564" actId="478"/>
          <ac:spMkLst>
            <pc:docMk/>
            <pc:sldMk cId="335118618" sldId="561"/>
            <ac:spMk id="9" creationId="{E6BA2D50-FFA8-27F3-E001-5424E19ED0A5}"/>
          </ac:spMkLst>
        </pc:spChg>
        <pc:spChg chg="add del mod">
          <ac:chgData name="Khaled taha" userId="912087602c74ab8a" providerId="LiveId" clId="{58B121E7-63A7-4330-86D4-8A88A1192A57}" dt="2025-07-06T03:03:30.339" v="31564" actId="478"/>
          <ac:spMkLst>
            <pc:docMk/>
            <pc:sldMk cId="335118618" sldId="561"/>
            <ac:spMk id="10" creationId="{B9D15920-87EB-18E1-0EA4-A625E98462C1}"/>
          </ac:spMkLst>
        </pc:spChg>
        <pc:spChg chg="add del mod">
          <ac:chgData name="Khaled taha" userId="912087602c74ab8a" providerId="LiveId" clId="{58B121E7-63A7-4330-86D4-8A88A1192A57}" dt="2025-07-06T03:03:30.339" v="31564" actId="478"/>
          <ac:spMkLst>
            <pc:docMk/>
            <pc:sldMk cId="335118618" sldId="561"/>
            <ac:spMk id="11" creationId="{A6BC62C4-7E18-42F9-6D46-70713192806D}"/>
          </ac:spMkLst>
        </pc:spChg>
        <pc:spChg chg="del">
          <ac:chgData name="Khaled taha" userId="912087602c74ab8a" providerId="LiveId" clId="{58B121E7-63A7-4330-86D4-8A88A1192A57}" dt="2025-07-06T02:16:33.277" v="30761" actId="478"/>
          <ac:spMkLst>
            <pc:docMk/>
            <pc:sldMk cId="335118618" sldId="561"/>
            <ac:spMk id="12" creationId="{E9773B25-6BC4-AC90-742F-81E09643131C}"/>
          </ac:spMkLst>
        </pc:spChg>
        <pc:spChg chg="add mod ord">
          <ac:chgData name="Khaled taha" userId="912087602c74ab8a" providerId="LiveId" clId="{58B121E7-63A7-4330-86D4-8A88A1192A57}" dt="2025-07-06T03:07:11.721" v="31607" actId="1076"/>
          <ac:spMkLst>
            <pc:docMk/>
            <pc:sldMk cId="335118618" sldId="561"/>
            <ac:spMk id="14" creationId="{CE0DEB25-9CA5-EA1E-1D15-C28682FAA445}"/>
          </ac:spMkLst>
        </pc:spChg>
        <pc:spChg chg="mod">
          <ac:chgData name="Khaled taha" userId="912087602c74ab8a" providerId="LiveId" clId="{58B121E7-63A7-4330-86D4-8A88A1192A57}" dt="2025-07-06T03:03:32.813" v="31566"/>
          <ac:spMkLst>
            <pc:docMk/>
            <pc:sldMk cId="335118618" sldId="561"/>
            <ac:spMk id="16" creationId="{2DCCD92E-040B-8C4B-E172-A463FE64B926}"/>
          </ac:spMkLst>
        </pc:spChg>
        <pc:spChg chg="mod">
          <ac:chgData name="Khaled taha" userId="912087602c74ab8a" providerId="LiveId" clId="{58B121E7-63A7-4330-86D4-8A88A1192A57}" dt="2025-07-06T03:03:32.813" v="31566"/>
          <ac:spMkLst>
            <pc:docMk/>
            <pc:sldMk cId="335118618" sldId="561"/>
            <ac:spMk id="18" creationId="{F6BBD116-0AEC-59CF-EB11-A3D6D032161D}"/>
          </ac:spMkLst>
        </pc:spChg>
        <pc:spChg chg="mod">
          <ac:chgData name="Khaled taha" userId="912087602c74ab8a" providerId="LiveId" clId="{58B121E7-63A7-4330-86D4-8A88A1192A57}" dt="2025-07-06T03:03:32.813" v="31566"/>
          <ac:spMkLst>
            <pc:docMk/>
            <pc:sldMk cId="335118618" sldId="561"/>
            <ac:spMk id="19" creationId="{9590909F-37E9-BD76-91DB-5E3C42837F9F}"/>
          </ac:spMkLst>
        </pc:spChg>
        <pc:spChg chg="mod">
          <ac:chgData name="Khaled taha" userId="912087602c74ab8a" providerId="LiveId" clId="{58B121E7-63A7-4330-86D4-8A88A1192A57}" dt="2025-07-06T03:03:32.813" v="31566"/>
          <ac:spMkLst>
            <pc:docMk/>
            <pc:sldMk cId="335118618" sldId="561"/>
            <ac:spMk id="21" creationId="{8FC2EEDF-BAD5-EE9A-CC3B-43AB7683B300}"/>
          </ac:spMkLst>
        </pc:spChg>
        <pc:spChg chg="mod">
          <ac:chgData name="Khaled taha" userId="912087602c74ab8a" providerId="LiveId" clId="{58B121E7-63A7-4330-86D4-8A88A1192A57}" dt="2025-07-06T03:03:32.813" v="31566"/>
          <ac:spMkLst>
            <pc:docMk/>
            <pc:sldMk cId="335118618" sldId="561"/>
            <ac:spMk id="24" creationId="{BCF65F99-C5D4-FD11-7084-CB6912FD2B40}"/>
          </ac:spMkLst>
        </pc:spChg>
        <pc:spChg chg="mod">
          <ac:chgData name="Khaled taha" userId="912087602c74ab8a" providerId="LiveId" clId="{58B121E7-63A7-4330-86D4-8A88A1192A57}" dt="2025-07-06T03:03:32.813" v="31566"/>
          <ac:spMkLst>
            <pc:docMk/>
            <pc:sldMk cId="335118618" sldId="561"/>
            <ac:spMk id="26" creationId="{304B56C1-248F-6622-2D82-C7D2C335CFB4}"/>
          </ac:spMkLst>
        </pc:spChg>
        <pc:spChg chg="mod">
          <ac:chgData name="Khaled taha" userId="912087602c74ab8a" providerId="LiveId" clId="{58B121E7-63A7-4330-86D4-8A88A1192A57}" dt="2025-07-06T03:03:32.813" v="31566"/>
          <ac:spMkLst>
            <pc:docMk/>
            <pc:sldMk cId="335118618" sldId="561"/>
            <ac:spMk id="28" creationId="{01540261-9ABD-D727-60C5-CDABE8BAE67A}"/>
          </ac:spMkLst>
        </pc:spChg>
        <pc:spChg chg="mod">
          <ac:chgData name="Khaled taha" userId="912087602c74ab8a" providerId="LiveId" clId="{58B121E7-63A7-4330-86D4-8A88A1192A57}" dt="2025-07-06T03:03:32.813" v="31566"/>
          <ac:spMkLst>
            <pc:docMk/>
            <pc:sldMk cId="335118618" sldId="561"/>
            <ac:spMk id="31" creationId="{2F04BF5F-C952-FF49-112A-47E6A2D75B1A}"/>
          </ac:spMkLst>
        </pc:spChg>
        <pc:spChg chg="mod">
          <ac:chgData name="Khaled taha" userId="912087602c74ab8a" providerId="LiveId" clId="{58B121E7-63A7-4330-86D4-8A88A1192A57}" dt="2025-07-06T03:03:32.813" v="31566"/>
          <ac:spMkLst>
            <pc:docMk/>
            <pc:sldMk cId="335118618" sldId="561"/>
            <ac:spMk id="34" creationId="{39666CDC-0031-71B1-666A-D9C4A77A1D3E}"/>
          </ac:spMkLst>
        </pc:spChg>
        <pc:spChg chg="add mod">
          <ac:chgData name="Khaled taha" userId="912087602c74ab8a" providerId="LiveId" clId="{58B121E7-63A7-4330-86D4-8A88A1192A57}" dt="2025-07-06T03:07:11.721" v="31607" actId="1076"/>
          <ac:spMkLst>
            <pc:docMk/>
            <pc:sldMk cId="335118618" sldId="561"/>
            <ac:spMk id="35" creationId="{8CC54275-5EC6-D3AE-DEC4-1EEAAF2F3BF2}"/>
          </ac:spMkLst>
        </pc:spChg>
        <pc:spChg chg="add del mod">
          <ac:chgData name="Khaled taha" userId="912087602c74ab8a" providerId="LiveId" clId="{58B121E7-63A7-4330-86D4-8A88A1192A57}" dt="2025-07-06T03:14:58.504" v="31665" actId="478"/>
          <ac:spMkLst>
            <pc:docMk/>
            <pc:sldMk cId="335118618" sldId="561"/>
            <ac:spMk id="36" creationId="{E361E1DE-427A-D434-932D-097D9B3CDA3A}"/>
          </ac:spMkLst>
        </pc:spChg>
        <pc:spChg chg="add del mod">
          <ac:chgData name="Khaled taha" userId="912087602c74ab8a" providerId="LiveId" clId="{58B121E7-63A7-4330-86D4-8A88A1192A57}" dt="2025-07-06T03:14:58.504" v="31665" actId="478"/>
          <ac:spMkLst>
            <pc:docMk/>
            <pc:sldMk cId="335118618" sldId="561"/>
            <ac:spMk id="37" creationId="{EF1060CE-E1D3-616E-B5EA-AF77980DC48C}"/>
          </ac:spMkLst>
        </pc:spChg>
        <pc:spChg chg="add mod">
          <ac:chgData name="Khaled taha" userId="912087602c74ab8a" providerId="LiveId" clId="{58B121E7-63A7-4330-86D4-8A88A1192A57}" dt="2025-07-06T03:14:52.689" v="31664"/>
          <ac:spMkLst>
            <pc:docMk/>
            <pc:sldMk cId="335118618" sldId="561"/>
            <ac:spMk id="38" creationId="{B882F157-3B56-1435-3833-F1D92AC880ED}"/>
          </ac:spMkLst>
        </pc:spChg>
        <pc:spChg chg="add mod">
          <ac:chgData name="Khaled taha" userId="912087602c74ab8a" providerId="LiveId" clId="{58B121E7-63A7-4330-86D4-8A88A1192A57}" dt="2025-07-06T03:14:52.689" v="31664"/>
          <ac:spMkLst>
            <pc:docMk/>
            <pc:sldMk cId="335118618" sldId="561"/>
            <ac:spMk id="39" creationId="{D9EB0458-7026-3252-128B-5808E71FF831}"/>
          </ac:spMkLst>
        </pc:spChg>
        <pc:spChg chg="add del mod">
          <ac:chgData name="Khaled taha" userId="912087602c74ab8a" providerId="LiveId" clId="{58B121E7-63A7-4330-86D4-8A88A1192A57}" dt="2025-07-06T03:21:47.522" v="31755" actId="478"/>
          <ac:spMkLst>
            <pc:docMk/>
            <pc:sldMk cId="335118618" sldId="561"/>
            <ac:spMk id="40" creationId="{97737EDC-465D-0D33-FDCE-3A1E8C84984A}"/>
          </ac:spMkLst>
        </pc:spChg>
        <pc:spChg chg="add del mod">
          <ac:chgData name="Khaled taha" userId="912087602c74ab8a" providerId="LiveId" clId="{58B121E7-63A7-4330-86D4-8A88A1192A57}" dt="2025-07-06T03:21:47.522" v="31755" actId="478"/>
          <ac:spMkLst>
            <pc:docMk/>
            <pc:sldMk cId="335118618" sldId="561"/>
            <ac:spMk id="41" creationId="{D12EB827-3EC4-5507-04DF-64D082562B5D}"/>
          </ac:spMkLst>
        </pc:spChg>
        <pc:grpChg chg="mod">
          <ac:chgData name="Khaled taha" userId="912087602c74ab8a" providerId="LiveId" clId="{58B121E7-63A7-4330-86D4-8A88A1192A57}" dt="2025-07-06T03:07:11.721" v="31607" actId="1076"/>
          <ac:grpSpMkLst>
            <pc:docMk/>
            <pc:sldMk cId="335118618" sldId="561"/>
            <ac:grpSpMk id="15" creationId="{5ACFDB2A-A6BB-D06C-D015-CD4405F7F5F7}"/>
          </ac:grpSpMkLst>
        </pc:grpChg>
        <pc:grpChg chg="mod">
          <ac:chgData name="Khaled taha" userId="912087602c74ab8a" providerId="LiveId" clId="{58B121E7-63A7-4330-86D4-8A88A1192A57}" dt="2025-07-06T03:07:11.721" v="31607" actId="1076"/>
          <ac:grpSpMkLst>
            <pc:docMk/>
            <pc:sldMk cId="335118618" sldId="561"/>
            <ac:grpSpMk id="20" creationId="{6A9574CF-E5F2-1419-5623-0063160BD428}"/>
          </ac:grpSpMkLst>
        </pc:grpChg>
        <pc:grpChg chg="mod">
          <ac:chgData name="Khaled taha" userId="912087602c74ab8a" providerId="LiveId" clId="{58B121E7-63A7-4330-86D4-8A88A1192A57}" dt="2025-07-06T03:07:11.721" v="31607" actId="1076"/>
          <ac:grpSpMkLst>
            <pc:docMk/>
            <pc:sldMk cId="335118618" sldId="561"/>
            <ac:grpSpMk id="25" creationId="{A0098433-A535-2C82-A6DD-9D84126CEB41}"/>
          </ac:grpSpMkLst>
        </pc:grpChg>
        <pc:grpChg chg="mod">
          <ac:chgData name="Khaled taha" userId="912087602c74ab8a" providerId="LiveId" clId="{58B121E7-63A7-4330-86D4-8A88A1192A57}" dt="2025-07-06T03:07:11.721" v="31607" actId="1076"/>
          <ac:grpSpMkLst>
            <pc:docMk/>
            <pc:sldMk cId="335118618" sldId="561"/>
            <ac:grpSpMk id="30" creationId="{0C14EF18-B3DC-8268-D69E-D088989FC14E}"/>
          </ac:grpSpMkLst>
        </pc:grpChg>
      </pc:sldChg>
      <pc:sldChg chg="addSp delSp modSp add mod delAnim modAnim">
        <pc:chgData name="Khaled taha" userId="912087602c74ab8a" providerId="LiveId" clId="{58B121E7-63A7-4330-86D4-8A88A1192A57}" dt="2025-07-06T03:14:21.744" v="31661" actId="1076"/>
        <pc:sldMkLst>
          <pc:docMk/>
          <pc:sldMk cId="774489975" sldId="562"/>
        </pc:sldMkLst>
        <pc:spChg chg="add del mod">
          <ac:chgData name="Khaled taha" userId="912087602c74ab8a" providerId="LiveId" clId="{58B121E7-63A7-4330-86D4-8A88A1192A57}" dt="2025-07-06T02:19:49.341" v="30818" actId="478"/>
          <ac:spMkLst>
            <pc:docMk/>
            <pc:sldMk cId="774489975" sldId="562"/>
            <ac:spMk id="3" creationId="{13701F53-349B-2717-19FB-5E020F7AD116}"/>
          </ac:spMkLst>
        </pc:spChg>
        <pc:spChg chg="del mod">
          <ac:chgData name="Khaled taha" userId="912087602c74ab8a" providerId="LiveId" clId="{58B121E7-63A7-4330-86D4-8A88A1192A57}" dt="2025-07-06T02:31:21.774" v="30947" actId="478"/>
          <ac:spMkLst>
            <pc:docMk/>
            <pc:sldMk cId="774489975" sldId="562"/>
            <ac:spMk id="8" creationId="{A38AFDA6-AD9B-8332-4C52-54A99D63324B}"/>
          </ac:spMkLst>
        </pc:spChg>
        <pc:spChg chg="del mod">
          <ac:chgData name="Khaled taha" userId="912087602c74ab8a" providerId="LiveId" clId="{58B121E7-63A7-4330-86D4-8A88A1192A57}" dt="2025-07-06T02:31:21.774" v="30947" actId="478"/>
          <ac:spMkLst>
            <pc:docMk/>
            <pc:sldMk cId="774489975" sldId="562"/>
            <ac:spMk id="9" creationId="{8C6973F6-0D81-F28A-122C-94EF4C84C82C}"/>
          </ac:spMkLst>
        </pc:spChg>
        <pc:spChg chg="del mod">
          <ac:chgData name="Khaled taha" userId="912087602c74ab8a" providerId="LiveId" clId="{58B121E7-63A7-4330-86D4-8A88A1192A57}" dt="2025-07-06T02:31:21.774" v="30947" actId="478"/>
          <ac:spMkLst>
            <pc:docMk/>
            <pc:sldMk cId="774489975" sldId="562"/>
            <ac:spMk id="10" creationId="{953FA282-9B77-9E07-9D3E-CB5EDF958E57}"/>
          </ac:spMkLst>
        </pc:spChg>
        <pc:spChg chg="del mod">
          <ac:chgData name="Khaled taha" userId="912087602c74ab8a" providerId="LiveId" clId="{58B121E7-63A7-4330-86D4-8A88A1192A57}" dt="2025-07-06T02:31:21.774" v="30947" actId="478"/>
          <ac:spMkLst>
            <pc:docMk/>
            <pc:sldMk cId="774489975" sldId="562"/>
            <ac:spMk id="11" creationId="{73B9D492-EDDF-375D-4C5F-23454B5BBE7B}"/>
          </ac:spMkLst>
        </pc:spChg>
        <pc:spChg chg="add del mod">
          <ac:chgData name="Khaled taha" userId="912087602c74ab8a" providerId="LiveId" clId="{58B121E7-63A7-4330-86D4-8A88A1192A57}" dt="2025-07-06T02:34:03.532" v="30985" actId="478"/>
          <ac:spMkLst>
            <pc:docMk/>
            <pc:sldMk cId="774489975" sldId="562"/>
            <ac:spMk id="13" creationId="{915926C2-08C9-A995-F973-EFB0265D0F52}"/>
          </ac:spMkLst>
        </pc:spChg>
        <pc:spChg chg="del mod">
          <ac:chgData name="Khaled taha" userId="912087602c74ab8a" providerId="LiveId" clId="{58B121E7-63A7-4330-86D4-8A88A1192A57}" dt="2025-07-06T02:31:21.774" v="30947" actId="478"/>
          <ac:spMkLst>
            <pc:docMk/>
            <pc:sldMk cId="774489975" sldId="562"/>
            <ac:spMk id="14" creationId="{837F3246-33D4-B8A9-0F87-021C89018F7B}"/>
          </ac:spMkLst>
        </pc:spChg>
        <pc:spChg chg="add del mod">
          <ac:chgData name="Khaled taha" userId="912087602c74ab8a" providerId="LiveId" clId="{58B121E7-63A7-4330-86D4-8A88A1192A57}" dt="2025-07-06T02:34:03.532" v="30985" actId="478"/>
          <ac:spMkLst>
            <pc:docMk/>
            <pc:sldMk cId="774489975" sldId="562"/>
            <ac:spMk id="15" creationId="{BD139634-BA05-F33C-2DEB-69139BCAEBBC}"/>
          </ac:spMkLst>
        </pc:spChg>
        <pc:spChg chg="add mod">
          <ac:chgData name="Khaled taha" userId="912087602c74ab8a" providerId="LiveId" clId="{58B121E7-63A7-4330-86D4-8A88A1192A57}" dt="2025-07-06T02:28:25.946" v="30919"/>
          <ac:spMkLst>
            <pc:docMk/>
            <pc:sldMk cId="774489975" sldId="562"/>
            <ac:spMk id="16" creationId="{3CC0FFEB-9061-62BA-2F55-97C81FE7E79D}"/>
          </ac:spMkLst>
        </pc:spChg>
        <pc:spChg chg="add mod">
          <ac:chgData name="Khaled taha" userId="912087602c74ab8a" providerId="LiveId" clId="{58B121E7-63A7-4330-86D4-8A88A1192A57}" dt="2025-07-06T02:28:25.946" v="30919"/>
          <ac:spMkLst>
            <pc:docMk/>
            <pc:sldMk cId="774489975" sldId="562"/>
            <ac:spMk id="17" creationId="{553309D1-31B4-2233-DCFE-DD6491131E29}"/>
          </ac:spMkLst>
        </pc:spChg>
        <pc:spChg chg="add mod">
          <ac:chgData name="Khaled taha" userId="912087602c74ab8a" providerId="LiveId" clId="{58B121E7-63A7-4330-86D4-8A88A1192A57}" dt="2025-07-06T02:31:14.712" v="30946"/>
          <ac:spMkLst>
            <pc:docMk/>
            <pc:sldMk cId="774489975" sldId="562"/>
            <ac:spMk id="18" creationId="{9051E1E6-3393-5991-DE8C-FCAA9C07B7F0}"/>
          </ac:spMkLst>
        </pc:spChg>
        <pc:spChg chg="add mod">
          <ac:chgData name="Khaled taha" userId="912087602c74ab8a" providerId="LiveId" clId="{58B121E7-63A7-4330-86D4-8A88A1192A57}" dt="2025-07-06T02:31:14.712" v="30946"/>
          <ac:spMkLst>
            <pc:docMk/>
            <pc:sldMk cId="774489975" sldId="562"/>
            <ac:spMk id="19" creationId="{EC31B921-557A-0C48-B2C4-A73841D479DB}"/>
          </ac:spMkLst>
        </pc:spChg>
        <pc:spChg chg="add mod">
          <ac:chgData name="Khaled taha" userId="912087602c74ab8a" providerId="LiveId" clId="{58B121E7-63A7-4330-86D4-8A88A1192A57}" dt="2025-07-06T02:31:14.712" v="30946"/>
          <ac:spMkLst>
            <pc:docMk/>
            <pc:sldMk cId="774489975" sldId="562"/>
            <ac:spMk id="20" creationId="{EC8A885A-352C-C95D-08C9-C20DFB4E483E}"/>
          </ac:spMkLst>
        </pc:spChg>
        <pc:spChg chg="add mod">
          <ac:chgData name="Khaled taha" userId="912087602c74ab8a" providerId="LiveId" clId="{58B121E7-63A7-4330-86D4-8A88A1192A57}" dt="2025-07-06T02:31:14.712" v="30946"/>
          <ac:spMkLst>
            <pc:docMk/>
            <pc:sldMk cId="774489975" sldId="562"/>
            <ac:spMk id="21" creationId="{36BA65BC-DB02-CFAC-8A97-F95E97B295A2}"/>
          </ac:spMkLst>
        </pc:spChg>
        <pc:spChg chg="add mod">
          <ac:chgData name="Khaled taha" userId="912087602c74ab8a" providerId="LiveId" clId="{58B121E7-63A7-4330-86D4-8A88A1192A57}" dt="2025-07-06T02:31:14.712" v="30946"/>
          <ac:spMkLst>
            <pc:docMk/>
            <pc:sldMk cId="774489975" sldId="562"/>
            <ac:spMk id="22" creationId="{5FCC6518-2A5D-8098-6B85-5369FDC89317}"/>
          </ac:spMkLst>
        </pc:spChg>
        <pc:spChg chg="add del mod">
          <ac:chgData name="Khaled taha" userId="912087602c74ab8a" providerId="LiveId" clId="{58B121E7-63A7-4330-86D4-8A88A1192A57}" dt="2025-07-06T03:07:18.351" v="31608" actId="478"/>
          <ac:spMkLst>
            <pc:docMk/>
            <pc:sldMk cId="774489975" sldId="562"/>
            <ac:spMk id="23" creationId="{8A5737E4-F974-EAC3-92A4-AD6E15A4322D}"/>
          </ac:spMkLst>
        </pc:spChg>
        <pc:spChg chg="add del mod">
          <ac:chgData name="Khaled taha" userId="912087602c74ab8a" providerId="LiveId" clId="{58B121E7-63A7-4330-86D4-8A88A1192A57}" dt="2025-07-06T03:07:18.351" v="31608" actId="478"/>
          <ac:spMkLst>
            <pc:docMk/>
            <pc:sldMk cId="774489975" sldId="562"/>
            <ac:spMk id="24" creationId="{BB54B32C-0229-925B-9068-8E0012C58C6C}"/>
          </ac:spMkLst>
        </pc:spChg>
        <pc:spChg chg="add del mod">
          <ac:chgData name="Khaled taha" userId="912087602c74ab8a" providerId="LiveId" clId="{58B121E7-63A7-4330-86D4-8A88A1192A57}" dt="2025-07-06T03:07:18.351" v="31608" actId="478"/>
          <ac:spMkLst>
            <pc:docMk/>
            <pc:sldMk cId="774489975" sldId="562"/>
            <ac:spMk id="25" creationId="{1E0791B0-DD5E-E0D1-7967-F206B2570B3A}"/>
          </ac:spMkLst>
        </pc:spChg>
        <pc:spChg chg="add del mod">
          <ac:chgData name="Khaled taha" userId="912087602c74ab8a" providerId="LiveId" clId="{58B121E7-63A7-4330-86D4-8A88A1192A57}" dt="2025-07-06T03:07:18.351" v="31608" actId="478"/>
          <ac:spMkLst>
            <pc:docMk/>
            <pc:sldMk cId="774489975" sldId="562"/>
            <ac:spMk id="26" creationId="{06A91A69-691C-D8C6-CD47-BEDE12EE18ED}"/>
          </ac:spMkLst>
        </pc:spChg>
        <pc:spChg chg="add del mod">
          <ac:chgData name="Khaled taha" userId="912087602c74ab8a" providerId="LiveId" clId="{58B121E7-63A7-4330-86D4-8A88A1192A57}" dt="2025-07-06T03:07:18.351" v="31608" actId="478"/>
          <ac:spMkLst>
            <pc:docMk/>
            <pc:sldMk cId="774489975" sldId="562"/>
            <ac:spMk id="27" creationId="{9AE9975B-4BB7-DFD7-7108-CB370C2FDB4B}"/>
          </ac:spMkLst>
        </pc:spChg>
        <pc:spChg chg="add del mod">
          <ac:chgData name="Khaled taha" userId="912087602c74ab8a" providerId="LiveId" clId="{58B121E7-63A7-4330-86D4-8A88A1192A57}" dt="2025-07-06T03:07:18.351" v="31608" actId="478"/>
          <ac:spMkLst>
            <pc:docMk/>
            <pc:sldMk cId="774489975" sldId="562"/>
            <ac:spMk id="29" creationId="{E093717C-019C-20C7-3443-E028EF03F9A4}"/>
          </ac:spMkLst>
        </pc:spChg>
        <pc:spChg chg="add del mod">
          <ac:chgData name="Khaled taha" userId="912087602c74ab8a" providerId="LiveId" clId="{58B121E7-63A7-4330-86D4-8A88A1192A57}" dt="2025-07-06T03:07:18.351" v="31608" actId="478"/>
          <ac:spMkLst>
            <pc:docMk/>
            <pc:sldMk cId="774489975" sldId="562"/>
            <ac:spMk id="30" creationId="{27AD66D7-5208-152A-6422-2D3B6D102850}"/>
          </ac:spMkLst>
        </pc:spChg>
        <pc:spChg chg="add mod">
          <ac:chgData name="Khaled taha" userId="912087602c74ab8a" providerId="LiveId" clId="{58B121E7-63A7-4330-86D4-8A88A1192A57}" dt="2025-07-06T03:07:19.438" v="31609"/>
          <ac:spMkLst>
            <pc:docMk/>
            <pc:sldMk cId="774489975" sldId="562"/>
            <ac:spMk id="31" creationId="{B7AEEF95-9E4E-ECF2-83B7-1B52F5721C07}"/>
          </ac:spMkLst>
        </pc:spChg>
        <pc:spChg chg="add mod">
          <ac:chgData name="Khaled taha" userId="912087602c74ab8a" providerId="LiveId" clId="{58B121E7-63A7-4330-86D4-8A88A1192A57}" dt="2025-07-06T03:07:19.438" v="31609"/>
          <ac:spMkLst>
            <pc:docMk/>
            <pc:sldMk cId="774489975" sldId="562"/>
            <ac:spMk id="32" creationId="{9CC6C480-7BCF-8582-55B6-417138BD5B00}"/>
          </ac:spMkLst>
        </pc:spChg>
        <pc:spChg chg="mod">
          <ac:chgData name="Khaled taha" userId="912087602c74ab8a" providerId="LiveId" clId="{58B121E7-63A7-4330-86D4-8A88A1192A57}" dt="2025-07-06T03:07:25.061" v="31610"/>
          <ac:spMkLst>
            <pc:docMk/>
            <pc:sldMk cId="774489975" sldId="562"/>
            <ac:spMk id="34" creationId="{1F24BFF6-CCEC-AE3F-73BC-6A4A540E351A}"/>
          </ac:spMkLst>
        </pc:spChg>
        <pc:spChg chg="mod">
          <ac:chgData name="Khaled taha" userId="912087602c74ab8a" providerId="LiveId" clId="{58B121E7-63A7-4330-86D4-8A88A1192A57}" dt="2025-07-06T03:07:25.061" v="31610"/>
          <ac:spMkLst>
            <pc:docMk/>
            <pc:sldMk cId="774489975" sldId="562"/>
            <ac:spMk id="36" creationId="{018F1B5F-FAAC-6491-D012-C77DE78B2A2F}"/>
          </ac:spMkLst>
        </pc:spChg>
        <pc:spChg chg="mod">
          <ac:chgData name="Khaled taha" userId="912087602c74ab8a" providerId="LiveId" clId="{58B121E7-63A7-4330-86D4-8A88A1192A57}" dt="2025-07-06T03:07:25.061" v="31610"/>
          <ac:spMkLst>
            <pc:docMk/>
            <pc:sldMk cId="774489975" sldId="562"/>
            <ac:spMk id="37" creationId="{80C94E77-8552-6F31-1991-0E1CFFBD2B74}"/>
          </ac:spMkLst>
        </pc:spChg>
        <pc:spChg chg="mod">
          <ac:chgData name="Khaled taha" userId="912087602c74ab8a" providerId="LiveId" clId="{58B121E7-63A7-4330-86D4-8A88A1192A57}" dt="2025-07-06T03:07:25.061" v="31610"/>
          <ac:spMkLst>
            <pc:docMk/>
            <pc:sldMk cId="774489975" sldId="562"/>
            <ac:spMk id="42" creationId="{14CDDE92-09CA-DC60-FF10-63C801557E4B}"/>
          </ac:spMkLst>
        </pc:spChg>
        <pc:spChg chg="mod">
          <ac:chgData name="Khaled taha" userId="912087602c74ab8a" providerId="LiveId" clId="{58B121E7-63A7-4330-86D4-8A88A1192A57}" dt="2025-07-06T03:07:25.061" v="31610"/>
          <ac:spMkLst>
            <pc:docMk/>
            <pc:sldMk cId="774489975" sldId="562"/>
            <ac:spMk id="46" creationId="{306D5B76-E296-B129-1DDF-4665435FC910}"/>
          </ac:spMkLst>
        </pc:spChg>
        <pc:spChg chg="mod">
          <ac:chgData name="Khaled taha" userId="912087602c74ab8a" providerId="LiveId" clId="{58B121E7-63A7-4330-86D4-8A88A1192A57}" dt="2025-07-06T03:07:25.061" v="31610"/>
          <ac:spMkLst>
            <pc:docMk/>
            <pc:sldMk cId="774489975" sldId="562"/>
            <ac:spMk id="49" creationId="{B6052B50-A744-0851-CCD7-DE7731F4899E}"/>
          </ac:spMkLst>
        </pc:spChg>
        <pc:spChg chg="mod">
          <ac:chgData name="Khaled taha" userId="912087602c74ab8a" providerId="LiveId" clId="{58B121E7-63A7-4330-86D4-8A88A1192A57}" dt="2025-07-06T03:07:25.061" v="31610"/>
          <ac:spMkLst>
            <pc:docMk/>
            <pc:sldMk cId="774489975" sldId="562"/>
            <ac:spMk id="52" creationId="{23A1995B-3718-CF01-0180-805E7B0A8426}"/>
          </ac:spMkLst>
        </pc:spChg>
        <pc:spChg chg="add mod">
          <ac:chgData name="Khaled taha" userId="912087602c74ab8a" providerId="LiveId" clId="{58B121E7-63A7-4330-86D4-8A88A1192A57}" dt="2025-07-06T03:07:25.061" v="31610"/>
          <ac:spMkLst>
            <pc:docMk/>
            <pc:sldMk cId="774489975" sldId="562"/>
            <ac:spMk id="53" creationId="{00C25D05-098E-0B00-F38B-CF8FDB536BB8}"/>
          </ac:spMkLst>
        </pc:spChg>
        <pc:spChg chg="add mod">
          <ac:chgData name="Khaled taha" userId="912087602c74ab8a" providerId="LiveId" clId="{58B121E7-63A7-4330-86D4-8A88A1192A57}" dt="2025-07-06T03:07:25.061" v="31610"/>
          <ac:spMkLst>
            <pc:docMk/>
            <pc:sldMk cId="774489975" sldId="562"/>
            <ac:spMk id="54" creationId="{C58779FF-03FE-ABC0-8A0E-BFEC82774CFA}"/>
          </ac:spMkLst>
        </pc:spChg>
        <pc:spChg chg="mod">
          <ac:chgData name="Khaled taha" userId="912087602c74ab8a" providerId="LiveId" clId="{58B121E7-63A7-4330-86D4-8A88A1192A57}" dt="2025-07-06T03:13:46.918" v="31656" actId="1076"/>
          <ac:spMkLst>
            <pc:docMk/>
            <pc:sldMk cId="774489975" sldId="562"/>
            <ac:spMk id="55" creationId="{6AB9DF59-B808-263E-9590-7CC753DF53D6}"/>
          </ac:spMkLst>
        </pc:spChg>
        <pc:spChg chg="add mod">
          <ac:chgData name="Khaled taha" userId="912087602c74ab8a" providerId="LiveId" clId="{58B121E7-63A7-4330-86D4-8A88A1192A57}" dt="2025-07-06T03:14:21.744" v="31661" actId="1076"/>
          <ac:spMkLst>
            <pc:docMk/>
            <pc:sldMk cId="774489975" sldId="562"/>
            <ac:spMk id="56" creationId="{93352708-0A45-008C-16FE-8740DF1B5580}"/>
          </ac:spMkLst>
        </pc:spChg>
        <pc:spChg chg="add mod">
          <ac:chgData name="Khaled taha" userId="912087602c74ab8a" providerId="LiveId" clId="{58B121E7-63A7-4330-86D4-8A88A1192A57}" dt="2025-07-06T03:14:05.135" v="31660" actId="1076"/>
          <ac:spMkLst>
            <pc:docMk/>
            <pc:sldMk cId="774489975" sldId="562"/>
            <ac:spMk id="57" creationId="{02A261AB-247B-B088-B647-22E810443777}"/>
          </ac:spMkLst>
        </pc:spChg>
        <pc:spChg chg="add mod">
          <ac:chgData name="Khaled taha" userId="912087602c74ab8a" providerId="LiveId" clId="{58B121E7-63A7-4330-86D4-8A88A1192A57}" dt="2025-07-06T03:13:56.215" v="31659" actId="1076"/>
          <ac:spMkLst>
            <pc:docMk/>
            <pc:sldMk cId="774489975" sldId="562"/>
            <ac:spMk id="58" creationId="{D226FB2E-379A-03F1-A943-3F55BE4F359D}"/>
          </ac:spMkLst>
        </pc:spChg>
        <pc:cxnChg chg="add del mod">
          <ac:chgData name="Khaled taha" userId="912087602c74ab8a" providerId="LiveId" clId="{58B121E7-63A7-4330-86D4-8A88A1192A57}" dt="2025-07-06T02:34:03.532" v="30985" actId="478"/>
          <ac:cxnSpMkLst>
            <pc:docMk/>
            <pc:sldMk cId="774489975" sldId="562"/>
            <ac:cxnSpMk id="6" creationId="{99175F21-093D-BBC6-E183-7FCC00E697EF}"/>
          </ac:cxnSpMkLst>
        </pc:cxnChg>
        <pc:cxnChg chg="add del mod">
          <ac:chgData name="Khaled taha" userId="912087602c74ab8a" providerId="LiveId" clId="{58B121E7-63A7-4330-86D4-8A88A1192A57}" dt="2025-07-06T03:07:18.351" v="31608" actId="478"/>
          <ac:cxnSpMkLst>
            <pc:docMk/>
            <pc:sldMk cId="774489975" sldId="562"/>
            <ac:cxnSpMk id="28" creationId="{7903A6A4-459B-E655-64F7-E78A6E5517B8}"/>
          </ac:cxnSpMkLst>
        </pc:cxnChg>
      </pc:sldChg>
      <pc:sldChg chg="addSp delSp modSp add del mod delAnim modAnim">
        <pc:chgData name="Khaled taha" userId="912087602c74ab8a" providerId="LiveId" clId="{58B121E7-63A7-4330-86D4-8A88A1192A57}" dt="2025-07-06T03:14:43.223" v="31662" actId="47"/>
        <pc:sldMkLst>
          <pc:docMk/>
          <pc:sldMk cId="2410707469" sldId="563"/>
        </pc:sldMkLst>
        <pc:spChg chg="add del mod">
          <ac:chgData name="Khaled taha" userId="912087602c74ab8a" providerId="LiveId" clId="{58B121E7-63A7-4330-86D4-8A88A1192A57}" dt="2025-07-06T02:31:29.607" v="30949" actId="478"/>
          <ac:spMkLst>
            <pc:docMk/>
            <pc:sldMk cId="2410707469" sldId="563"/>
            <ac:spMk id="3" creationId="{1BED5A6A-6CCC-7404-C445-83747CC30828}"/>
          </ac:spMkLst>
        </pc:spChg>
        <pc:spChg chg="add del mod">
          <ac:chgData name="Khaled taha" userId="912087602c74ab8a" providerId="LiveId" clId="{58B121E7-63A7-4330-86D4-8A88A1192A57}" dt="2025-07-06T02:31:29.607" v="30949" actId="478"/>
          <ac:spMkLst>
            <pc:docMk/>
            <pc:sldMk cId="2410707469" sldId="563"/>
            <ac:spMk id="5" creationId="{C2A5A5CD-9B93-0075-4E81-3AC80C002102}"/>
          </ac:spMkLst>
        </pc:spChg>
        <pc:spChg chg="del">
          <ac:chgData name="Khaled taha" userId="912087602c74ab8a" providerId="LiveId" clId="{58B121E7-63A7-4330-86D4-8A88A1192A57}" dt="2025-07-06T02:20:38.925" v="30828" actId="478"/>
          <ac:spMkLst>
            <pc:docMk/>
            <pc:sldMk cId="2410707469" sldId="563"/>
            <ac:spMk id="8" creationId="{8B44BE92-6348-737C-02B2-76CB567EED71}"/>
          </ac:spMkLst>
        </pc:spChg>
        <pc:spChg chg="del mod">
          <ac:chgData name="Khaled taha" userId="912087602c74ab8a" providerId="LiveId" clId="{58B121E7-63A7-4330-86D4-8A88A1192A57}" dt="2025-07-06T02:31:29.607" v="30949" actId="478"/>
          <ac:spMkLst>
            <pc:docMk/>
            <pc:sldMk cId="2410707469" sldId="563"/>
            <ac:spMk id="9" creationId="{820630AC-27B8-B521-8473-DC0E07F867D7}"/>
          </ac:spMkLst>
        </pc:spChg>
        <pc:spChg chg="del">
          <ac:chgData name="Khaled taha" userId="912087602c74ab8a" providerId="LiveId" clId="{58B121E7-63A7-4330-86D4-8A88A1192A57}" dt="2025-07-06T02:20:38.925" v="30828" actId="478"/>
          <ac:spMkLst>
            <pc:docMk/>
            <pc:sldMk cId="2410707469" sldId="563"/>
            <ac:spMk id="10" creationId="{D90C70D9-9FDF-AC4B-B81D-83C54EA88541}"/>
          </ac:spMkLst>
        </pc:spChg>
        <pc:spChg chg="del">
          <ac:chgData name="Khaled taha" userId="912087602c74ab8a" providerId="LiveId" clId="{58B121E7-63A7-4330-86D4-8A88A1192A57}" dt="2025-07-06T02:31:29.607" v="30949" actId="478"/>
          <ac:spMkLst>
            <pc:docMk/>
            <pc:sldMk cId="2410707469" sldId="563"/>
            <ac:spMk id="11" creationId="{6C656688-B0F7-73EB-FB79-14CB1F8060B4}"/>
          </ac:spMkLst>
        </pc:spChg>
        <pc:spChg chg="del">
          <ac:chgData name="Khaled taha" userId="912087602c74ab8a" providerId="LiveId" clId="{58B121E7-63A7-4330-86D4-8A88A1192A57}" dt="2025-07-06T02:31:29.607" v="30949" actId="478"/>
          <ac:spMkLst>
            <pc:docMk/>
            <pc:sldMk cId="2410707469" sldId="563"/>
            <ac:spMk id="14" creationId="{967E91B0-2A81-C420-C71B-03C2A87D8C00}"/>
          </ac:spMkLst>
        </pc:spChg>
        <pc:spChg chg="add del mod">
          <ac:chgData name="Khaled taha" userId="912087602c74ab8a" providerId="LiveId" clId="{58B121E7-63A7-4330-86D4-8A88A1192A57}" dt="2025-07-06T02:39:18.290" v="31029" actId="478"/>
          <ac:spMkLst>
            <pc:docMk/>
            <pc:sldMk cId="2410707469" sldId="563"/>
            <ac:spMk id="15" creationId="{55353FF8-8ED7-E0D5-9204-5436DF2F68C9}"/>
          </ac:spMkLst>
        </pc:spChg>
        <pc:spChg chg="add mod">
          <ac:chgData name="Khaled taha" userId="912087602c74ab8a" providerId="LiveId" clId="{58B121E7-63A7-4330-86D4-8A88A1192A57}" dt="2025-07-06T02:33:42.032" v="30983" actId="1076"/>
          <ac:spMkLst>
            <pc:docMk/>
            <pc:sldMk cId="2410707469" sldId="563"/>
            <ac:spMk id="16" creationId="{171D70CB-0245-F37A-2A78-369967417DCD}"/>
          </ac:spMkLst>
        </pc:spChg>
        <pc:spChg chg="add mod">
          <ac:chgData name="Khaled taha" userId="912087602c74ab8a" providerId="LiveId" clId="{58B121E7-63A7-4330-86D4-8A88A1192A57}" dt="2025-07-06T02:31:29.905" v="30950"/>
          <ac:spMkLst>
            <pc:docMk/>
            <pc:sldMk cId="2410707469" sldId="563"/>
            <ac:spMk id="18" creationId="{26B01E7A-6577-3E16-9EBC-18B82F28C3EA}"/>
          </ac:spMkLst>
        </pc:spChg>
        <pc:spChg chg="add mod">
          <ac:chgData name="Khaled taha" userId="912087602c74ab8a" providerId="LiveId" clId="{58B121E7-63A7-4330-86D4-8A88A1192A57}" dt="2025-07-06T02:31:29.905" v="30950"/>
          <ac:spMkLst>
            <pc:docMk/>
            <pc:sldMk cId="2410707469" sldId="563"/>
            <ac:spMk id="19" creationId="{5799903F-374C-BE47-2AE6-8862EBF341F8}"/>
          </ac:spMkLst>
        </pc:spChg>
        <pc:spChg chg="add mod">
          <ac:chgData name="Khaled taha" userId="912087602c74ab8a" providerId="LiveId" clId="{58B121E7-63A7-4330-86D4-8A88A1192A57}" dt="2025-07-06T02:31:29.905" v="30950"/>
          <ac:spMkLst>
            <pc:docMk/>
            <pc:sldMk cId="2410707469" sldId="563"/>
            <ac:spMk id="20" creationId="{7E3C4A03-F6B0-F0FA-947E-D9EAA3D0931D}"/>
          </ac:spMkLst>
        </pc:spChg>
        <pc:spChg chg="add mod">
          <ac:chgData name="Khaled taha" userId="912087602c74ab8a" providerId="LiveId" clId="{58B121E7-63A7-4330-86D4-8A88A1192A57}" dt="2025-07-06T02:31:29.905" v="30950"/>
          <ac:spMkLst>
            <pc:docMk/>
            <pc:sldMk cId="2410707469" sldId="563"/>
            <ac:spMk id="21" creationId="{CF1D7CDB-E876-5793-C15F-8566E16CDBCA}"/>
          </ac:spMkLst>
        </pc:spChg>
        <pc:spChg chg="add mod">
          <ac:chgData name="Khaled taha" userId="912087602c74ab8a" providerId="LiveId" clId="{58B121E7-63A7-4330-86D4-8A88A1192A57}" dt="2025-07-06T02:31:29.905" v="30950"/>
          <ac:spMkLst>
            <pc:docMk/>
            <pc:sldMk cId="2410707469" sldId="563"/>
            <ac:spMk id="22" creationId="{C2F7323A-D40F-425C-4C87-6B1CBDC0FE76}"/>
          </ac:spMkLst>
        </pc:spChg>
        <pc:spChg chg="add mod">
          <ac:chgData name="Khaled taha" userId="912087602c74ab8a" providerId="LiveId" clId="{58B121E7-63A7-4330-86D4-8A88A1192A57}" dt="2025-07-06T02:32:56.058" v="30975" actId="1076"/>
          <ac:spMkLst>
            <pc:docMk/>
            <pc:sldMk cId="2410707469" sldId="563"/>
            <ac:spMk id="24" creationId="{9AA37A8E-CD28-9135-DB81-30B1F7681052}"/>
          </ac:spMkLst>
        </pc:spChg>
        <pc:spChg chg="add mod">
          <ac:chgData name="Khaled taha" userId="912087602c74ab8a" providerId="LiveId" clId="{58B121E7-63A7-4330-86D4-8A88A1192A57}" dt="2025-07-06T02:33:45.872" v="30984" actId="1076"/>
          <ac:spMkLst>
            <pc:docMk/>
            <pc:sldMk cId="2410707469" sldId="563"/>
            <ac:spMk id="25" creationId="{44E8B946-B389-D33F-5F30-1B760C3DD395}"/>
          </ac:spMkLst>
        </pc:spChg>
        <pc:spChg chg="add mod">
          <ac:chgData name="Khaled taha" userId="912087602c74ab8a" providerId="LiveId" clId="{58B121E7-63A7-4330-86D4-8A88A1192A57}" dt="2025-07-06T02:39:18.473" v="31030"/>
          <ac:spMkLst>
            <pc:docMk/>
            <pc:sldMk cId="2410707469" sldId="563"/>
            <ac:spMk id="30" creationId="{303DCE81-A2A0-BEE8-2456-B6A44AF791FA}"/>
          </ac:spMkLst>
        </pc:spChg>
        <pc:cxnChg chg="add del mod">
          <ac:chgData name="Khaled taha" userId="912087602c74ab8a" providerId="LiveId" clId="{58B121E7-63A7-4330-86D4-8A88A1192A57}" dt="2025-07-06T02:39:18.290" v="31029" actId="478"/>
          <ac:cxnSpMkLst>
            <pc:docMk/>
            <pc:sldMk cId="2410707469" sldId="563"/>
            <ac:cxnSpMk id="6" creationId="{6A224B19-5EE5-2BBB-A9B5-E1D2A2EB7EF6}"/>
          </ac:cxnSpMkLst>
        </pc:cxnChg>
        <pc:cxnChg chg="add mod">
          <ac:chgData name="Khaled taha" userId="912087602c74ab8a" providerId="LiveId" clId="{58B121E7-63A7-4330-86D4-8A88A1192A57}" dt="2025-07-06T02:27:35.906" v="30905"/>
          <ac:cxnSpMkLst>
            <pc:docMk/>
            <pc:sldMk cId="2410707469" sldId="563"/>
            <ac:cxnSpMk id="17" creationId="{E2E0B0B5-1696-8181-62D2-4A64AF82255A}"/>
          </ac:cxnSpMkLst>
        </pc:cxnChg>
        <pc:cxnChg chg="add mod">
          <ac:chgData name="Khaled taha" userId="912087602c74ab8a" providerId="LiveId" clId="{58B121E7-63A7-4330-86D4-8A88A1192A57}" dt="2025-07-06T02:33:17.873" v="30978" actId="14100"/>
          <ac:cxnSpMkLst>
            <pc:docMk/>
            <pc:sldMk cId="2410707469" sldId="563"/>
            <ac:cxnSpMk id="23" creationId="{DB2FB2B4-F8FF-5F15-3964-A0BB0C6DCFCD}"/>
          </ac:cxnSpMkLst>
        </pc:cxnChg>
        <pc:cxnChg chg="add mod">
          <ac:chgData name="Khaled taha" userId="912087602c74ab8a" providerId="LiveId" clId="{58B121E7-63A7-4330-86D4-8A88A1192A57}" dt="2025-07-06T02:39:18.473" v="31030"/>
          <ac:cxnSpMkLst>
            <pc:docMk/>
            <pc:sldMk cId="2410707469" sldId="563"/>
            <ac:cxnSpMk id="29" creationId="{AC600666-26FE-3DE4-20BB-B2CA782E83AB}"/>
          </ac:cxnSpMkLst>
        </pc:cxnChg>
      </pc:sldChg>
      <pc:sldChg chg="addSp delSp modSp add del mod delAnim modAnim">
        <pc:chgData name="Khaled taha" userId="912087602c74ab8a" providerId="LiveId" clId="{58B121E7-63A7-4330-86D4-8A88A1192A57}" dt="2025-07-06T03:17:52.069" v="31698" actId="47"/>
        <pc:sldMkLst>
          <pc:docMk/>
          <pc:sldMk cId="4092909586" sldId="564"/>
        </pc:sldMkLst>
        <pc:spChg chg="del">
          <ac:chgData name="Khaled taha" userId="912087602c74ab8a" providerId="LiveId" clId="{58B121E7-63A7-4330-86D4-8A88A1192A57}" dt="2025-07-06T02:31:38.340" v="30951" actId="478"/>
          <ac:spMkLst>
            <pc:docMk/>
            <pc:sldMk cId="4092909586" sldId="564"/>
            <ac:spMk id="3" creationId="{D81DF1FD-1616-6FEA-B864-3A00526BAD1F}"/>
          </ac:spMkLst>
        </pc:spChg>
        <pc:spChg chg="del">
          <ac:chgData name="Khaled taha" userId="912087602c74ab8a" providerId="LiveId" clId="{58B121E7-63A7-4330-86D4-8A88A1192A57}" dt="2025-07-06T02:27:51.507" v="30910" actId="478"/>
          <ac:spMkLst>
            <pc:docMk/>
            <pc:sldMk cId="4092909586" sldId="564"/>
            <ac:spMk id="5" creationId="{AA300464-2875-CC9B-12D9-1222452DC405}"/>
          </ac:spMkLst>
        </pc:spChg>
        <pc:spChg chg="add del mod">
          <ac:chgData name="Khaled taha" userId="912087602c74ab8a" providerId="LiveId" clId="{58B121E7-63A7-4330-86D4-8A88A1192A57}" dt="2025-07-06T02:31:38.340" v="30951" actId="478"/>
          <ac:spMkLst>
            <pc:docMk/>
            <pc:sldMk cId="4092909586" sldId="564"/>
            <ac:spMk id="8" creationId="{7CF71335-2835-C735-125C-B0886D8E3AFF}"/>
          </ac:spMkLst>
        </pc:spChg>
        <pc:spChg chg="del">
          <ac:chgData name="Khaled taha" userId="912087602c74ab8a" providerId="LiveId" clId="{58B121E7-63A7-4330-86D4-8A88A1192A57}" dt="2025-07-06T02:31:38.340" v="30951" actId="478"/>
          <ac:spMkLst>
            <pc:docMk/>
            <pc:sldMk cId="4092909586" sldId="564"/>
            <ac:spMk id="9" creationId="{3B481AF3-60EA-1DA8-CBC8-A6F7EB99CFAC}"/>
          </ac:spMkLst>
        </pc:spChg>
        <pc:spChg chg="add del mod">
          <ac:chgData name="Khaled taha" userId="912087602c74ab8a" providerId="LiveId" clId="{58B121E7-63A7-4330-86D4-8A88A1192A57}" dt="2025-07-06T02:31:38.340" v="30951" actId="478"/>
          <ac:spMkLst>
            <pc:docMk/>
            <pc:sldMk cId="4092909586" sldId="564"/>
            <ac:spMk id="10" creationId="{0D65BD39-E798-332B-B57A-E50B11C92125}"/>
          </ac:spMkLst>
        </pc:spChg>
        <pc:spChg chg="del">
          <ac:chgData name="Khaled taha" userId="912087602c74ab8a" providerId="LiveId" clId="{58B121E7-63A7-4330-86D4-8A88A1192A57}" dt="2025-07-06T02:28:35.497" v="30921" actId="478"/>
          <ac:spMkLst>
            <pc:docMk/>
            <pc:sldMk cId="4092909586" sldId="564"/>
            <ac:spMk id="11" creationId="{915171B5-F445-A248-BF40-ED58AB965660}"/>
          </ac:spMkLst>
        </pc:spChg>
        <pc:spChg chg="del">
          <ac:chgData name="Khaled taha" userId="912087602c74ab8a" providerId="LiveId" clId="{58B121E7-63A7-4330-86D4-8A88A1192A57}" dt="2025-07-06T02:31:38.340" v="30951" actId="478"/>
          <ac:spMkLst>
            <pc:docMk/>
            <pc:sldMk cId="4092909586" sldId="564"/>
            <ac:spMk id="14" creationId="{9ED4BA2F-73D4-757D-DB1F-9F0ECDC75D22}"/>
          </ac:spMkLst>
        </pc:spChg>
        <pc:spChg chg="del">
          <ac:chgData name="Khaled taha" userId="912087602c74ab8a" providerId="LiveId" clId="{58B121E7-63A7-4330-86D4-8A88A1192A57}" dt="2025-07-06T02:28:48.255" v="30923" actId="478"/>
          <ac:spMkLst>
            <pc:docMk/>
            <pc:sldMk cId="4092909586" sldId="564"/>
            <ac:spMk id="15" creationId="{CD4F5F14-BC5B-8117-7A13-2C22426DF819}"/>
          </ac:spMkLst>
        </pc:spChg>
        <pc:spChg chg="del">
          <ac:chgData name="Khaled taha" userId="912087602c74ab8a" providerId="LiveId" clId="{58B121E7-63A7-4330-86D4-8A88A1192A57}" dt="2025-07-06T02:28:48.255" v="30923" actId="478"/>
          <ac:spMkLst>
            <pc:docMk/>
            <pc:sldMk cId="4092909586" sldId="564"/>
            <ac:spMk id="16" creationId="{A2D8E2B5-38B4-BB15-E003-99FB4A911A9D}"/>
          </ac:spMkLst>
        </pc:spChg>
        <pc:spChg chg="add del mod">
          <ac:chgData name="Khaled taha" userId="912087602c74ab8a" providerId="LiveId" clId="{58B121E7-63A7-4330-86D4-8A88A1192A57}" dt="2025-07-06T02:38:01.210" v="31019" actId="478"/>
          <ac:spMkLst>
            <pc:docMk/>
            <pc:sldMk cId="4092909586" sldId="564"/>
            <ac:spMk id="17" creationId="{87F297D9-9282-3C6B-A811-265C841BE292}"/>
          </ac:spMkLst>
        </pc:spChg>
        <pc:spChg chg="add del mod">
          <ac:chgData name="Khaled taha" userId="912087602c74ab8a" providerId="LiveId" clId="{58B121E7-63A7-4330-86D4-8A88A1192A57}" dt="2025-07-06T02:38:01.210" v="31019" actId="478"/>
          <ac:spMkLst>
            <pc:docMk/>
            <pc:sldMk cId="4092909586" sldId="564"/>
            <ac:spMk id="19" creationId="{09D240B3-DC71-239B-B908-94B53D271010}"/>
          </ac:spMkLst>
        </pc:spChg>
        <pc:spChg chg="add mod">
          <ac:chgData name="Khaled taha" userId="912087602c74ab8a" providerId="LiveId" clId="{58B121E7-63A7-4330-86D4-8A88A1192A57}" dt="2025-07-06T02:31:38.797" v="30952"/>
          <ac:spMkLst>
            <pc:docMk/>
            <pc:sldMk cId="4092909586" sldId="564"/>
            <ac:spMk id="20" creationId="{D2FA3139-CF10-B3F3-A24E-1FA5AF1CF15E}"/>
          </ac:spMkLst>
        </pc:spChg>
        <pc:spChg chg="add mod">
          <ac:chgData name="Khaled taha" userId="912087602c74ab8a" providerId="LiveId" clId="{58B121E7-63A7-4330-86D4-8A88A1192A57}" dt="2025-07-06T02:31:38.797" v="30952"/>
          <ac:spMkLst>
            <pc:docMk/>
            <pc:sldMk cId="4092909586" sldId="564"/>
            <ac:spMk id="21" creationId="{199FBF15-633C-B496-1EE1-D90C34BB3079}"/>
          </ac:spMkLst>
        </pc:spChg>
        <pc:spChg chg="add mod">
          <ac:chgData name="Khaled taha" userId="912087602c74ab8a" providerId="LiveId" clId="{58B121E7-63A7-4330-86D4-8A88A1192A57}" dt="2025-07-06T02:31:38.797" v="30952"/>
          <ac:spMkLst>
            <pc:docMk/>
            <pc:sldMk cId="4092909586" sldId="564"/>
            <ac:spMk id="22" creationId="{45BC3483-3BD1-3D56-8B39-10559D893E22}"/>
          </ac:spMkLst>
        </pc:spChg>
        <pc:spChg chg="add mod">
          <ac:chgData name="Khaled taha" userId="912087602c74ab8a" providerId="LiveId" clId="{58B121E7-63A7-4330-86D4-8A88A1192A57}" dt="2025-07-06T02:31:38.797" v="30952"/>
          <ac:spMkLst>
            <pc:docMk/>
            <pc:sldMk cId="4092909586" sldId="564"/>
            <ac:spMk id="23" creationId="{F622C319-BAF4-E2A9-4B90-F61B07E3C876}"/>
          </ac:spMkLst>
        </pc:spChg>
        <pc:spChg chg="add mod">
          <ac:chgData name="Khaled taha" userId="912087602c74ab8a" providerId="LiveId" clId="{58B121E7-63A7-4330-86D4-8A88A1192A57}" dt="2025-07-06T02:31:38.797" v="30952"/>
          <ac:spMkLst>
            <pc:docMk/>
            <pc:sldMk cId="4092909586" sldId="564"/>
            <ac:spMk id="24" creationId="{6B63264F-A67A-1A87-5756-5616BDA73B09}"/>
          </ac:spMkLst>
        </pc:spChg>
        <pc:spChg chg="add del mod">
          <ac:chgData name="Khaled taha" userId="912087602c74ab8a" providerId="LiveId" clId="{58B121E7-63A7-4330-86D4-8A88A1192A57}" dt="2025-07-06T02:38:59.446" v="31027" actId="478"/>
          <ac:spMkLst>
            <pc:docMk/>
            <pc:sldMk cId="4092909586" sldId="564"/>
            <ac:spMk id="26" creationId="{86F57DA8-B85F-6AAF-1AA3-EECD8DAD7064}"/>
          </ac:spMkLst>
        </pc:spChg>
        <pc:spChg chg="add mod">
          <ac:chgData name="Khaled taha" userId="912087602c74ab8a" providerId="LiveId" clId="{58B121E7-63A7-4330-86D4-8A88A1192A57}" dt="2025-07-06T02:34:15.025" v="30987"/>
          <ac:spMkLst>
            <pc:docMk/>
            <pc:sldMk cId="4092909586" sldId="564"/>
            <ac:spMk id="27" creationId="{CB3BBD63-650D-16A8-64FB-A3E1D17C8283}"/>
          </ac:spMkLst>
        </pc:spChg>
        <pc:spChg chg="add mod">
          <ac:chgData name="Khaled taha" userId="912087602c74ab8a" providerId="LiveId" clId="{58B121E7-63A7-4330-86D4-8A88A1192A57}" dt="2025-07-06T02:34:15.025" v="30987"/>
          <ac:spMkLst>
            <pc:docMk/>
            <pc:sldMk cId="4092909586" sldId="564"/>
            <ac:spMk id="29" creationId="{B6DE1480-4A5B-DD3C-8354-00FE0A12AD3A}"/>
          </ac:spMkLst>
        </pc:spChg>
        <pc:spChg chg="add mod">
          <ac:chgData name="Khaled taha" userId="912087602c74ab8a" providerId="LiveId" clId="{58B121E7-63A7-4330-86D4-8A88A1192A57}" dt="2025-07-06T02:34:15.025" v="30987"/>
          <ac:spMkLst>
            <pc:docMk/>
            <pc:sldMk cId="4092909586" sldId="564"/>
            <ac:spMk id="30" creationId="{EA4A94C2-3707-438A-2773-2D262EC8D0BE}"/>
          </ac:spMkLst>
        </pc:spChg>
        <pc:spChg chg="add del mod">
          <ac:chgData name="Khaled taha" userId="912087602c74ab8a" providerId="LiveId" clId="{58B121E7-63A7-4330-86D4-8A88A1192A57}" dt="2025-07-06T02:38:28.804" v="31022" actId="478"/>
          <ac:spMkLst>
            <pc:docMk/>
            <pc:sldMk cId="4092909586" sldId="564"/>
            <ac:spMk id="33" creationId="{8550A95A-C88F-1520-E3AC-AB61D7C2BC1D}"/>
          </ac:spMkLst>
        </pc:spChg>
        <pc:spChg chg="add del mod">
          <ac:chgData name="Khaled taha" userId="912087602c74ab8a" providerId="LiveId" clId="{58B121E7-63A7-4330-86D4-8A88A1192A57}" dt="2025-07-06T02:38:28.804" v="31022" actId="478"/>
          <ac:spMkLst>
            <pc:docMk/>
            <pc:sldMk cId="4092909586" sldId="564"/>
            <ac:spMk id="34" creationId="{9C1AB666-5434-A0AC-20F0-32F2EB8500A1}"/>
          </ac:spMkLst>
        </pc:spChg>
        <pc:spChg chg="add mod">
          <ac:chgData name="Khaled taha" userId="912087602c74ab8a" providerId="LiveId" clId="{58B121E7-63A7-4330-86D4-8A88A1192A57}" dt="2025-07-06T02:38:02.182" v="31020"/>
          <ac:spMkLst>
            <pc:docMk/>
            <pc:sldMk cId="4092909586" sldId="564"/>
            <ac:spMk id="36" creationId="{4B121D8F-1F35-8CE6-5455-1B95FB186A6A}"/>
          </ac:spMkLst>
        </pc:spChg>
        <pc:spChg chg="add mod">
          <ac:chgData name="Khaled taha" userId="912087602c74ab8a" providerId="LiveId" clId="{58B121E7-63A7-4330-86D4-8A88A1192A57}" dt="2025-07-06T02:38:02.182" v="31020"/>
          <ac:spMkLst>
            <pc:docMk/>
            <pc:sldMk cId="4092909586" sldId="564"/>
            <ac:spMk id="37" creationId="{9E3F825A-6142-A8CC-6ACF-AE39BD840548}"/>
          </ac:spMkLst>
        </pc:spChg>
        <pc:spChg chg="add mod">
          <ac:chgData name="Khaled taha" userId="912087602c74ab8a" providerId="LiveId" clId="{58B121E7-63A7-4330-86D4-8A88A1192A57}" dt="2025-07-06T02:38:59.665" v="31028"/>
          <ac:spMkLst>
            <pc:docMk/>
            <pc:sldMk cId="4092909586" sldId="564"/>
            <ac:spMk id="39" creationId="{232F1306-A470-A1A6-5DBF-5F359BE19E0F}"/>
          </ac:spMkLst>
        </pc:spChg>
        <pc:cxnChg chg="del">
          <ac:chgData name="Khaled taha" userId="912087602c74ab8a" providerId="LiveId" clId="{58B121E7-63A7-4330-86D4-8A88A1192A57}" dt="2025-07-06T02:28:48.255" v="30923" actId="478"/>
          <ac:cxnSpMkLst>
            <pc:docMk/>
            <pc:sldMk cId="4092909586" sldId="564"/>
            <ac:cxnSpMk id="6" creationId="{572C838A-10C2-4779-66C5-BE5AB058024A}"/>
          </ac:cxnSpMkLst>
        </pc:cxnChg>
        <pc:cxnChg chg="add del mod">
          <ac:chgData name="Khaled taha" userId="912087602c74ab8a" providerId="LiveId" clId="{58B121E7-63A7-4330-86D4-8A88A1192A57}" dt="2025-07-06T02:38:01.210" v="31019" actId="478"/>
          <ac:cxnSpMkLst>
            <pc:docMk/>
            <pc:sldMk cId="4092909586" sldId="564"/>
            <ac:cxnSpMk id="12" creationId="{78D82A04-C77C-3011-50A4-F16F37AC3579}"/>
          </ac:cxnSpMkLst>
        </pc:cxnChg>
        <pc:cxnChg chg="add del mod">
          <ac:chgData name="Khaled taha" userId="912087602c74ab8a" providerId="LiveId" clId="{58B121E7-63A7-4330-86D4-8A88A1192A57}" dt="2025-07-06T02:38:59.446" v="31027" actId="478"/>
          <ac:cxnSpMkLst>
            <pc:docMk/>
            <pc:sldMk cId="4092909586" sldId="564"/>
            <ac:cxnSpMk id="25" creationId="{1C48E481-9445-703F-E1DE-B39EEEA906B0}"/>
          </ac:cxnSpMkLst>
        </pc:cxnChg>
        <pc:cxnChg chg="add mod">
          <ac:chgData name="Khaled taha" userId="912087602c74ab8a" providerId="LiveId" clId="{58B121E7-63A7-4330-86D4-8A88A1192A57}" dt="2025-07-06T02:34:15.025" v="30987"/>
          <ac:cxnSpMkLst>
            <pc:docMk/>
            <pc:sldMk cId="4092909586" sldId="564"/>
            <ac:cxnSpMk id="28" creationId="{43E13CBB-C9C9-3207-9060-9D51335D5E10}"/>
          </ac:cxnSpMkLst>
        </pc:cxnChg>
        <pc:cxnChg chg="add del mod">
          <ac:chgData name="Khaled taha" userId="912087602c74ab8a" providerId="LiveId" clId="{58B121E7-63A7-4330-86D4-8A88A1192A57}" dt="2025-07-06T02:38:30.242" v="31023" actId="478"/>
          <ac:cxnSpMkLst>
            <pc:docMk/>
            <pc:sldMk cId="4092909586" sldId="564"/>
            <ac:cxnSpMk id="32" creationId="{2AF4938D-60B9-A0E0-D3E5-D784382F9073}"/>
          </ac:cxnSpMkLst>
        </pc:cxnChg>
        <pc:cxnChg chg="add mod">
          <ac:chgData name="Khaled taha" userId="912087602c74ab8a" providerId="LiveId" clId="{58B121E7-63A7-4330-86D4-8A88A1192A57}" dt="2025-07-06T02:38:02.182" v="31020"/>
          <ac:cxnSpMkLst>
            <pc:docMk/>
            <pc:sldMk cId="4092909586" sldId="564"/>
            <ac:cxnSpMk id="35" creationId="{BE9930CC-4143-0265-6AEF-DB08CE7D799C}"/>
          </ac:cxnSpMkLst>
        </pc:cxnChg>
        <pc:cxnChg chg="add mod">
          <ac:chgData name="Khaled taha" userId="912087602c74ab8a" providerId="LiveId" clId="{58B121E7-63A7-4330-86D4-8A88A1192A57}" dt="2025-07-06T02:38:59.665" v="31028"/>
          <ac:cxnSpMkLst>
            <pc:docMk/>
            <pc:sldMk cId="4092909586" sldId="564"/>
            <ac:cxnSpMk id="38" creationId="{A32981CF-E650-7D06-1195-F9F9AD912AF8}"/>
          </ac:cxnSpMkLst>
        </pc:cxnChg>
      </pc:sldChg>
      <pc:sldChg chg="addSp delSp modSp add del mod addAnim delAnim modAnim">
        <pc:chgData name="Khaled taha" userId="912087602c74ab8a" providerId="LiveId" clId="{58B121E7-63A7-4330-86D4-8A88A1192A57}" dt="2025-07-06T03:21:09.214" v="31752" actId="47"/>
        <pc:sldMkLst>
          <pc:docMk/>
          <pc:sldMk cId="3978935009" sldId="565"/>
        </pc:sldMkLst>
        <pc:spChg chg="del">
          <ac:chgData name="Khaled taha" userId="912087602c74ab8a" providerId="LiveId" clId="{58B121E7-63A7-4330-86D4-8A88A1192A57}" dt="2025-07-06T02:28:05.021" v="30913" actId="478"/>
          <ac:spMkLst>
            <pc:docMk/>
            <pc:sldMk cId="3978935009" sldId="565"/>
            <ac:spMk id="3" creationId="{9408AA87-5756-8673-F550-F9C046BBCEFB}"/>
          </ac:spMkLst>
        </pc:spChg>
        <pc:spChg chg="del">
          <ac:chgData name="Khaled taha" userId="912087602c74ab8a" providerId="LiveId" clId="{58B121E7-63A7-4330-86D4-8A88A1192A57}" dt="2025-07-06T02:27:44.519" v="30908" actId="478"/>
          <ac:spMkLst>
            <pc:docMk/>
            <pc:sldMk cId="3978935009" sldId="565"/>
            <ac:spMk id="5" creationId="{8D00D416-4771-A4AB-C612-AEE51434A20F}"/>
          </ac:spMkLst>
        </pc:spChg>
        <pc:spChg chg="add del mod">
          <ac:chgData name="Khaled taha" userId="912087602c74ab8a" providerId="LiveId" clId="{58B121E7-63A7-4330-86D4-8A88A1192A57}" dt="2025-07-06T02:28:08.483" v="30915" actId="478"/>
          <ac:spMkLst>
            <pc:docMk/>
            <pc:sldMk cId="3978935009" sldId="565"/>
            <ac:spMk id="8" creationId="{F45AD516-E3B9-03B7-D28A-6CA65EE23531}"/>
          </ac:spMkLst>
        </pc:spChg>
        <pc:spChg chg="del">
          <ac:chgData name="Khaled taha" userId="912087602c74ab8a" providerId="LiveId" clId="{58B121E7-63A7-4330-86D4-8A88A1192A57}" dt="2025-07-06T02:28:08.483" v="30915" actId="478"/>
          <ac:spMkLst>
            <pc:docMk/>
            <pc:sldMk cId="3978935009" sldId="565"/>
            <ac:spMk id="9" creationId="{E522CA67-72D9-F943-208E-32887DA9FE59}"/>
          </ac:spMkLst>
        </pc:spChg>
        <pc:spChg chg="add mod">
          <ac:chgData name="Khaled taha" userId="912087602c74ab8a" providerId="LiveId" clId="{58B121E7-63A7-4330-86D4-8A88A1192A57}" dt="2025-07-06T02:28:00.107" v="30912"/>
          <ac:spMkLst>
            <pc:docMk/>
            <pc:sldMk cId="3978935009" sldId="565"/>
            <ac:spMk id="10" creationId="{0B5E9CC4-9899-56A9-A9ED-5989A27D83FF}"/>
          </ac:spMkLst>
        </pc:spChg>
        <pc:spChg chg="del">
          <ac:chgData name="Khaled taha" userId="912087602c74ab8a" providerId="LiveId" clId="{58B121E7-63A7-4330-86D4-8A88A1192A57}" dt="2025-07-06T02:28:08.483" v="30915" actId="478"/>
          <ac:spMkLst>
            <pc:docMk/>
            <pc:sldMk cId="3978935009" sldId="565"/>
            <ac:spMk id="11" creationId="{0B4FEE6D-6775-E2EA-0460-53AED73E9334}"/>
          </ac:spMkLst>
        </pc:spChg>
        <pc:spChg chg="add del mod">
          <ac:chgData name="Khaled taha" userId="912087602c74ab8a" providerId="LiveId" clId="{58B121E7-63A7-4330-86D4-8A88A1192A57}" dt="2025-07-06T02:31:45.843" v="30953" actId="478"/>
          <ac:spMkLst>
            <pc:docMk/>
            <pc:sldMk cId="3978935009" sldId="565"/>
            <ac:spMk id="12" creationId="{3D9E5002-B02C-CDFF-E22E-1C7025F886CA}"/>
          </ac:spMkLst>
        </pc:spChg>
        <pc:spChg chg="add del mod">
          <ac:chgData name="Khaled taha" userId="912087602c74ab8a" providerId="LiveId" clId="{58B121E7-63A7-4330-86D4-8A88A1192A57}" dt="2025-07-06T02:31:45.843" v="30953" actId="478"/>
          <ac:spMkLst>
            <pc:docMk/>
            <pc:sldMk cId="3978935009" sldId="565"/>
            <ac:spMk id="13" creationId="{B1646B34-B53B-F587-4D80-F9CE7E5D30AC}"/>
          </ac:spMkLst>
        </pc:spChg>
        <pc:spChg chg="del">
          <ac:chgData name="Khaled taha" userId="912087602c74ab8a" providerId="LiveId" clId="{58B121E7-63A7-4330-86D4-8A88A1192A57}" dt="2025-07-06T02:31:45.843" v="30953" actId="478"/>
          <ac:spMkLst>
            <pc:docMk/>
            <pc:sldMk cId="3978935009" sldId="565"/>
            <ac:spMk id="14" creationId="{D7D731B3-FBCD-1C04-3C3F-E86A162D9CC5}"/>
          </ac:spMkLst>
        </pc:spChg>
        <pc:spChg chg="del">
          <ac:chgData name="Khaled taha" userId="912087602c74ab8a" providerId="LiveId" clId="{58B121E7-63A7-4330-86D4-8A88A1192A57}" dt="2025-07-06T02:28:11.007" v="30916" actId="478"/>
          <ac:spMkLst>
            <pc:docMk/>
            <pc:sldMk cId="3978935009" sldId="565"/>
            <ac:spMk id="15" creationId="{1DF6BDD3-139E-FC1B-67D6-8294BFACECA6}"/>
          </ac:spMkLst>
        </pc:spChg>
        <pc:spChg chg="del">
          <ac:chgData name="Khaled taha" userId="912087602c74ab8a" providerId="LiveId" clId="{58B121E7-63A7-4330-86D4-8A88A1192A57}" dt="2025-07-06T02:28:11.007" v="30916" actId="478"/>
          <ac:spMkLst>
            <pc:docMk/>
            <pc:sldMk cId="3978935009" sldId="565"/>
            <ac:spMk id="16" creationId="{02F530B0-C9C7-69C2-1EF1-B596E3829E13}"/>
          </ac:spMkLst>
        </pc:spChg>
        <pc:spChg chg="add del mod">
          <ac:chgData name="Khaled taha" userId="912087602c74ab8a" providerId="LiveId" clId="{58B121E7-63A7-4330-86D4-8A88A1192A57}" dt="2025-07-06T02:31:45.843" v="30953" actId="478"/>
          <ac:spMkLst>
            <pc:docMk/>
            <pc:sldMk cId="3978935009" sldId="565"/>
            <ac:spMk id="17" creationId="{62B8476F-BBE9-BEF0-64B1-5E7AA401F94F}"/>
          </ac:spMkLst>
        </pc:spChg>
        <pc:spChg chg="add del mod">
          <ac:chgData name="Khaled taha" userId="912087602c74ab8a" providerId="LiveId" clId="{58B121E7-63A7-4330-86D4-8A88A1192A57}" dt="2025-07-06T02:31:45.843" v="30953" actId="478"/>
          <ac:spMkLst>
            <pc:docMk/>
            <pc:sldMk cId="3978935009" sldId="565"/>
            <ac:spMk id="18" creationId="{9820A16F-12BF-1EA2-309D-F7182CC921C8}"/>
          </ac:spMkLst>
        </pc:spChg>
        <pc:spChg chg="add mod">
          <ac:chgData name="Khaled taha" userId="912087602c74ab8a" providerId="LiveId" clId="{58B121E7-63A7-4330-86D4-8A88A1192A57}" dt="2025-07-06T02:31:46.121" v="30954"/>
          <ac:spMkLst>
            <pc:docMk/>
            <pc:sldMk cId="3978935009" sldId="565"/>
            <ac:spMk id="20" creationId="{F9AF42A6-8453-D631-B60F-D38C79DD9273}"/>
          </ac:spMkLst>
        </pc:spChg>
        <pc:spChg chg="add mod">
          <ac:chgData name="Khaled taha" userId="912087602c74ab8a" providerId="LiveId" clId="{58B121E7-63A7-4330-86D4-8A88A1192A57}" dt="2025-07-06T02:31:46.121" v="30954"/>
          <ac:spMkLst>
            <pc:docMk/>
            <pc:sldMk cId="3978935009" sldId="565"/>
            <ac:spMk id="21" creationId="{D9B8A0FD-0B02-5DFD-18D8-AE723D55B1CF}"/>
          </ac:spMkLst>
        </pc:spChg>
        <pc:spChg chg="add mod">
          <ac:chgData name="Khaled taha" userId="912087602c74ab8a" providerId="LiveId" clId="{58B121E7-63A7-4330-86D4-8A88A1192A57}" dt="2025-07-06T02:31:46.121" v="30954"/>
          <ac:spMkLst>
            <pc:docMk/>
            <pc:sldMk cId="3978935009" sldId="565"/>
            <ac:spMk id="22" creationId="{8E8412C1-C207-0FD6-B244-B65FFFE255BD}"/>
          </ac:spMkLst>
        </pc:spChg>
        <pc:spChg chg="add mod">
          <ac:chgData name="Khaled taha" userId="912087602c74ab8a" providerId="LiveId" clId="{58B121E7-63A7-4330-86D4-8A88A1192A57}" dt="2025-07-06T02:31:46.121" v="30954"/>
          <ac:spMkLst>
            <pc:docMk/>
            <pc:sldMk cId="3978935009" sldId="565"/>
            <ac:spMk id="23" creationId="{C46505A7-69F8-A0B1-E3E6-BF827F70A910}"/>
          </ac:spMkLst>
        </pc:spChg>
        <pc:spChg chg="add mod">
          <ac:chgData name="Khaled taha" userId="912087602c74ab8a" providerId="LiveId" clId="{58B121E7-63A7-4330-86D4-8A88A1192A57}" dt="2025-07-06T02:31:46.121" v="30954"/>
          <ac:spMkLst>
            <pc:docMk/>
            <pc:sldMk cId="3978935009" sldId="565"/>
            <ac:spMk id="24" creationId="{08369B8E-0B2B-0411-23C6-65D4AB275609}"/>
          </ac:spMkLst>
        </pc:spChg>
        <pc:spChg chg="add mod">
          <ac:chgData name="Khaled taha" userId="912087602c74ab8a" providerId="LiveId" clId="{58B121E7-63A7-4330-86D4-8A88A1192A57}" dt="2025-07-06T02:37:19.391" v="31011" actId="1076"/>
          <ac:spMkLst>
            <pc:docMk/>
            <pc:sldMk cId="3978935009" sldId="565"/>
            <ac:spMk id="26" creationId="{F88C8943-A79E-03DA-7180-3A33F6F77811}"/>
          </ac:spMkLst>
        </pc:spChg>
        <pc:spChg chg="add mod">
          <ac:chgData name="Khaled taha" userId="912087602c74ab8a" providerId="LiveId" clId="{58B121E7-63A7-4330-86D4-8A88A1192A57}" dt="2025-07-06T02:56:41.202" v="31469" actId="1076"/>
          <ac:spMkLst>
            <pc:docMk/>
            <pc:sldMk cId="3978935009" sldId="565"/>
            <ac:spMk id="27" creationId="{EB9D6F3A-BC2A-ACAB-6B34-A9ABEC4F30C2}"/>
          </ac:spMkLst>
        </pc:spChg>
        <pc:spChg chg="add mod">
          <ac:chgData name="Khaled taha" userId="912087602c74ab8a" providerId="LiveId" clId="{58B121E7-63A7-4330-86D4-8A88A1192A57}" dt="2025-07-06T02:37:31.402" v="31014" actId="1076"/>
          <ac:spMkLst>
            <pc:docMk/>
            <pc:sldMk cId="3978935009" sldId="565"/>
            <ac:spMk id="29" creationId="{7D723961-919F-FB7A-7CCF-33DD852983B5}"/>
          </ac:spMkLst>
        </pc:spChg>
        <pc:spChg chg="add mod">
          <ac:chgData name="Khaled taha" userId="912087602c74ab8a" providerId="LiveId" clId="{58B121E7-63A7-4330-86D4-8A88A1192A57}" dt="2025-07-06T02:56:41.202" v="31469" actId="1076"/>
          <ac:spMkLst>
            <pc:docMk/>
            <pc:sldMk cId="3978935009" sldId="565"/>
            <ac:spMk id="30" creationId="{286FE369-9DE3-D3FC-3316-70C612D2C007}"/>
          </ac:spMkLst>
        </pc:spChg>
        <pc:spChg chg="add mod">
          <ac:chgData name="Khaled taha" userId="912087602c74ab8a" providerId="LiveId" clId="{58B121E7-63A7-4330-86D4-8A88A1192A57}" dt="2025-07-06T02:37:49.327" v="31018" actId="1076"/>
          <ac:spMkLst>
            <pc:docMk/>
            <pc:sldMk cId="3978935009" sldId="565"/>
            <ac:spMk id="32" creationId="{4B9B0E5A-4175-1FFE-DA77-F8180ADAB91A}"/>
          </ac:spMkLst>
        </pc:spChg>
        <pc:spChg chg="add mod">
          <ac:chgData name="Khaled taha" userId="912087602c74ab8a" providerId="LiveId" clId="{58B121E7-63A7-4330-86D4-8A88A1192A57}" dt="2025-07-06T02:56:41.202" v="31469" actId="1076"/>
          <ac:spMkLst>
            <pc:docMk/>
            <pc:sldMk cId="3978935009" sldId="565"/>
            <ac:spMk id="33" creationId="{5B4539AA-79C6-5B09-A0A3-88BCD05BA91B}"/>
          </ac:spMkLst>
        </pc:spChg>
        <pc:spChg chg="add mod">
          <ac:chgData name="Khaled taha" userId="912087602c74ab8a" providerId="LiveId" clId="{58B121E7-63A7-4330-86D4-8A88A1192A57}" dt="2025-07-06T02:51:12.763" v="31460" actId="1076"/>
          <ac:spMkLst>
            <pc:docMk/>
            <pc:sldMk cId="3978935009" sldId="565"/>
            <ac:spMk id="35" creationId="{71E5ACCD-7F85-EB30-8591-FEC62D2AAFEE}"/>
          </ac:spMkLst>
        </pc:spChg>
        <pc:spChg chg="add mod">
          <ac:chgData name="Khaled taha" userId="912087602c74ab8a" providerId="LiveId" clId="{58B121E7-63A7-4330-86D4-8A88A1192A57}" dt="2025-07-06T02:56:41.202" v="31469" actId="1076"/>
          <ac:spMkLst>
            <pc:docMk/>
            <pc:sldMk cId="3978935009" sldId="565"/>
            <ac:spMk id="36" creationId="{80408B9F-7CED-B23D-173C-0DE59B2BA2CF}"/>
          </ac:spMkLst>
        </pc:spChg>
        <pc:spChg chg="add del mod">
          <ac:chgData name="Khaled taha" userId="912087602c74ab8a" providerId="LiveId" clId="{58B121E7-63A7-4330-86D4-8A88A1192A57}" dt="2025-07-06T02:46:36.672" v="31182" actId="478"/>
          <ac:spMkLst>
            <pc:docMk/>
            <pc:sldMk cId="3978935009" sldId="565"/>
            <ac:spMk id="41" creationId="{9E44ECF7-01CD-87AB-3F6D-0F6ACE325CA2}"/>
          </ac:spMkLst>
        </pc:spChg>
        <pc:spChg chg="add mod">
          <ac:chgData name="Khaled taha" userId="912087602c74ab8a" providerId="LiveId" clId="{58B121E7-63A7-4330-86D4-8A88A1192A57}" dt="2025-07-06T02:46:41.035" v="31279" actId="1037"/>
          <ac:spMkLst>
            <pc:docMk/>
            <pc:sldMk cId="3978935009" sldId="565"/>
            <ac:spMk id="42" creationId="{7A5AC23A-D732-FE51-39A6-5E4BC39818D3}"/>
          </ac:spMkLst>
        </pc:spChg>
        <pc:spChg chg="add mod">
          <ac:chgData name="Khaled taha" userId="912087602c74ab8a" providerId="LiveId" clId="{58B121E7-63A7-4330-86D4-8A88A1192A57}" dt="2025-07-06T02:46:41.035" v="31279" actId="1037"/>
          <ac:spMkLst>
            <pc:docMk/>
            <pc:sldMk cId="3978935009" sldId="565"/>
            <ac:spMk id="43" creationId="{1759773F-080C-729B-F527-E31434C9FB89}"/>
          </ac:spMkLst>
        </pc:spChg>
        <pc:spChg chg="add mod">
          <ac:chgData name="Khaled taha" userId="912087602c74ab8a" providerId="LiveId" clId="{58B121E7-63A7-4330-86D4-8A88A1192A57}" dt="2025-07-06T02:46:41.035" v="31279" actId="1037"/>
          <ac:spMkLst>
            <pc:docMk/>
            <pc:sldMk cId="3978935009" sldId="565"/>
            <ac:spMk id="44" creationId="{59ABE8C1-27AD-A233-CCED-9036085EB799}"/>
          </ac:spMkLst>
        </pc:spChg>
        <pc:spChg chg="add mod">
          <ac:chgData name="Khaled taha" userId="912087602c74ab8a" providerId="LiveId" clId="{58B121E7-63A7-4330-86D4-8A88A1192A57}" dt="2025-07-06T02:46:41.035" v="31279" actId="1037"/>
          <ac:spMkLst>
            <pc:docMk/>
            <pc:sldMk cId="3978935009" sldId="565"/>
            <ac:spMk id="45" creationId="{32B5C97A-4319-0257-AEBF-B69DB7C09E06}"/>
          </ac:spMkLst>
        </pc:spChg>
        <pc:spChg chg="add mod">
          <ac:chgData name="Khaled taha" userId="912087602c74ab8a" providerId="LiveId" clId="{58B121E7-63A7-4330-86D4-8A88A1192A57}" dt="2025-07-06T02:46:41.035" v="31279" actId="1037"/>
          <ac:spMkLst>
            <pc:docMk/>
            <pc:sldMk cId="3978935009" sldId="565"/>
            <ac:spMk id="46" creationId="{4C1DD59B-4CCE-3FE7-995B-45A7A9CCDC1A}"/>
          </ac:spMkLst>
        </pc:spChg>
        <pc:spChg chg="add mod">
          <ac:chgData name="Khaled taha" userId="912087602c74ab8a" providerId="LiveId" clId="{58B121E7-63A7-4330-86D4-8A88A1192A57}" dt="2025-07-06T02:46:41.035" v="31279" actId="1037"/>
          <ac:spMkLst>
            <pc:docMk/>
            <pc:sldMk cId="3978935009" sldId="565"/>
            <ac:spMk id="47" creationId="{1252C0C5-D987-485E-4A64-D2C48015B4A9}"/>
          </ac:spMkLst>
        </pc:spChg>
        <pc:spChg chg="add mod">
          <ac:chgData name="Khaled taha" userId="912087602c74ab8a" providerId="LiveId" clId="{58B121E7-63A7-4330-86D4-8A88A1192A57}" dt="2025-07-06T02:46:41.035" v="31279" actId="1037"/>
          <ac:spMkLst>
            <pc:docMk/>
            <pc:sldMk cId="3978935009" sldId="565"/>
            <ac:spMk id="48" creationId="{AA772F95-FF64-41AC-43C7-2CEFE0B7450A}"/>
          </ac:spMkLst>
        </pc:spChg>
        <pc:cxnChg chg="del">
          <ac:chgData name="Khaled taha" userId="912087602c74ab8a" providerId="LiveId" clId="{58B121E7-63A7-4330-86D4-8A88A1192A57}" dt="2025-07-06T02:28:15.135" v="30917" actId="478"/>
          <ac:cxnSpMkLst>
            <pc:docMk/>
            <pc:sldMk cId="3978935009" sldId="565"/>
            <ac:cxnSpMk id="6" creationId="{D78A5EC5-128E-2F8B-40F1-DD03C48B7D41}"/>
          </ac:cxnSpMkLst>
        </pc:cxnChg>
        <pc:cxnChg chg="add del mod">
          <ac:chgData name="Khaled taha" userId="912087602c74ab8a" providerId="LiveId" clId="{58B121E7-63A7-4330-86D4-8A88A1192A57}" dt="2025-07-06T02:51:13.968" v="31461" actId="478"/>
          <ac:cxnSpMkLst>
            <pc:docMk/>
            <pc:sldMk cId="3978935009" sldId="565"/>
            <ac:cxnSpMk id="19" creationId="{123DFCAD-9B79-050A-FF93-80A71937F3D1}"/>
          </ac:cxnSpMkLst>
        </pc:cxnChg>
        <pc:cxnChg chg="add del mod">
          <ac:chgData name="Khaled taha" userId="912087602c74ab8a" providerId="LiveId" clId="{58B121E7-63A7-4330-86D4-8A88A1192A57}" dt="2025-07-06T02:51:13.968" v="31461" actId="478"/>
          <ac:cxnSpMkLst>
            <pc:docMk/>
            <pc:sldMk cId="3978935009" sldId="565"/>
            <ac:cxnSpMk id="28" creationId="{81F30A27-380C-04B2-F9DF-893A211E43D5}"/>
          </ac:cxnSpMkLst>
        </pc:cxnChg>
        <pc:cxnChg chg="add del mod">
          <ac:chgData name="Khaled taha" userId="912087602c74ab8a" providerId="LiveId" clId="{58B121E7-63A7-4330-86D4-8A88A1192A57}" dt="2025-07-06T02:51:13.968" v="31461" actId="478"/>
          <ac:cxnSpMkLst>
            <pc:docMk/>
            <pc:sldMk cId="3978935009" sldId="565"/>
            <ac:cxnSpMk id="31" creationId="{6D226EDC-87E1-7DCC-F124-92BE0381A11B}"/>
          </ac:cxnSpMkLst>
        </pc:cxnChg>
        <pc:cxnChg chg="add del mod">
          <ac:chgData name="Khaled taha" userId="912087602c74ab8a" providerId="LiveId" clId="{58B121E7-63A7-4330-86D4-8A88A1192A57}" dt="2025-07-06T02:51:13.968" v="31461" actId="478"/>
          <ac:cxnSpMkLst>
            <pc:docMk/>
            <pc:sldMk cId="3978935009" sldId="565"/>
            <ac:cxnSpMk id="34" creationId="{5C659A99-CBCF-13ED-0D11-E29AFB071CFA}"/>
          </ac:cxnSpMkLst>
        </pc:cxnChg>
      </pc:sldChg>
      <pc:sldChg chg="addSp delSp modSp add mod delAnim">
        <pc:chgData name="Khaled taha" userId="912087602c74ab8a" providerId="LiveId" clId="{58B121E7-63A7-4330-86D4-8A88A1192A57}" dt="2025-07-06T02:49:34.475" v="31456" actId="1037"/>
        <pc:sldMkLst>
          <pc:docMk/>
          <pc:sldMk cId="218947892" sldId="566"/>
        </pc:sldMkLst>
        <pc:spChg chg="add mod">
          <ac:chgData name="Khaled taha" userId="912087602c74ab8a" providerId="LiveId" clId="{58B121E7-63A7-4330-86D4-8A88A1192A57}" dt="2025-07-06T02:40:52.496" v="31040"/>
          <ac:spMkLst>
            <pc:docMk/>
            <pc:sldMk cId="218947892" sldId="566"/>
            <ac:spMk id="6" creationId="{BB1E67D2-9183-9389-43CE-33DBB11D8EB7}"/>
          </ac:spMkLst>
        </pc:spChg>
        <pc:spChg chg="mod">
          <ac:chgData name="Khaled taha" userId="912087602c74ab8a" providerId="LiveId" clId="{58B121E7-63A7-4330-86D4-8A88A1192A57}" dt="2025-07-06T02:40:52.496" v="31040"/>
          <ac:spMkLst>
            <pc:docMk/>
            <pc:sldMk cId="218947892" sldId="566"/>
            <ac:spMk id="10" creationId="{2A30FF18-2253-3E68-A5C2-388BF75DC7D8}"/>
          </ac:spMkLst>
        </pc:spChg>
        <pc:spChg chg="add del mod">
          <ac:chgData name="Khaled taha" userId="912087602c74ab8a" providerId="LiveId" clId="{58B121E7-63A7-4330-86D4-8A88A1192A57}" dt="2025-07-06T02:41:00.137" v="31043" actId="478"/>
          <ac:spMkLst>
            <pc:docMk/>
            <pc:sldMk cId="218947892" sldId="566"/>
            <ac:spMk id="11" creationId="{3C3E57D7-7EBB-7E08-3EB4-C61ABADE2C15}"/>
          </ac:spMkLst>
        </pc:spChg>
        <pc:spChg chg="del mod">
          <ac:chgData name="Khaled taha" userId="912087602c74ab8a" providerId="LiveId" clId="{58B121E7-63A7-4330-86D4-8A88A1192A57}" dt="2025-07-06T02:41:00.137" v="31043" actId="478"/>
          <ac:spMkLst>
            <pc:docMk/>
            <pc:sldMk cId="218947892" sldId="566"/>
            <ac:spMk id="12" creationId="{109D7EAE-27C2-F4F2-9FFF-C064929182E9}"/>
          </ac:spMkLst>
        </pc:spChg>
        <pc:spChg chg="mod">
          <ac:chgData name="Khaled taha" userId="912087602c74ab8a" providerId="LiveId" clId="{58B121E7-63A7-4330-86D4-8A88A1192A57}" dt="2025-07-06T02:40:52.496" v="31040"/>
          <ac:spMkLst>
            <pc:docMk/>
            <pc:sldMk cId="218947892" sldId="566"/>
            <ac:spMk id="14" creationId="{A42D54B4-793C-DA31-540E-992B8378EC82}"/>
          </ac:spMkLst>
        </pc:spChg>
        <pc:spChg chg="del">
          <ac:chgData name="Khaled taha" userId="912087602c74ab8a" providerId="LiveId" clId="{58B121E7-63A7-4330-86D4-8A88A1192A57}" dt="2025-07-06T02:40:42.158" v="31035" actId="478"/>
          <ac:spMkLst>
            <pc:docMk/>
            <pc:sldMk cId="218947892" sldId="566"/>
            <ac:spMk id="20" creationId="{B094CE56-9205-7186-AD22-44C29DFEB145}"/>
          </ac:spMkLst>
        </pc:spChg>
        <pc:spChg chg="del">
          <ac:chgData name="Khaled taha" userId="912087602c74ab8a" providerId="LiveId" clId="{58B121E7-63A7-4330-86D4-8A88A1192A57}" dt="2025-07-06T02:40:42.158" v="31035" actId="478"/>
          <ac:spMkLst>
            <pc:docMk/>
            <pc:sldMk cId="218947892" sldId="566"/>
            <ac:spMk id="21" creationId="{F5F86723-FEBD-A93A-030E-8F987A1067D4}"/>
          </ac:spMkLst>
        </pc:spChg>
        <pc:spChg chg="del">
          <ac:chgData name="Khaled taha" userId="912087602c74ab8a" providerId="LiveId" clId="{58B121E7-63A7-4330-86D4-8A88A1192A57}" dt="2025-07-06T02:40:45.996" v="31036" actId="478"/>
          <ac:spMkLst>
            <pc:docMk/>
            <pc:sldMk cId="218947892" sldId="566"/>
            <ac:spMk id="22" creationId="{821ACFB3-9744-1D6A-A013-3755D96F857C}"/>
          </ac:spMkLst>
        </pc:spChg>
        <pc:spChg chg="del">
          <ac:chgData name="Khaled taha" userId="912087602c74ab8a" providerId="LiveId" clId="{58B121E7-63A7-4330-86D4-8A88A1192A57}" dt="2025-07-06T02:40:45.996" v="31036" actId="478"/>
          <ac:spMkLst>
            <pc:docMk/>
            <pc:sldMk cId="218947892" sldId="566"/>
            <ac:spMk id="23" creationId="{C251DF21-ED72-1EC4-320A-43A080B7E94B}"/>
          </ac:spMkLst>
        </pc:spChg>
        <pc:spChg chg="del">
          <ac:chgData name="Khaled taha" userId="912087602c74ab8a" providerId="LiveId" clId="{58B121E7-63A7-4330-86D4-8A88A1192A57}" dt="2025-07-06T02:40:42.158" v="31035" actId="478"/>
          <ac:spMkLst>
            <pc:docMk/>
            <pc:sldMk cId="218947892" sldId="566"/>
            <ac:spMk id="24" creationId="{162C9582-D250-4E0B-93A8-AE11B2C51A73}"/>
          </ac:spMkLst>
        </pc:spChg>
        <pc:spChg chg="add del mod">
          <ac:chgData name="Khaled taha" userId="912087602c74ab8a" providerId="LiveId" clId="{58B121E7-63A7-4330-86D4-8A88A1192A57}" dt="2025-07-06T02:41:00.137" v="31043" actId="478"/>
          <ac:spMkLst>
            <pc:docMk/>
            <pc:sldMk cId="218947892" sldId="566"/>
            <ac:spMk id="25" creationId="{A88E99DB-F7B3-F6C6-A014-32EAA06D7273}"/>
          </ac:spMkLst>
        </pc:spChg>
        <pc:spChg chg="del mod">
          <ac:chgData name="Khaled taha" userId="912087602c74ab8a" providerId="LiveId" clId="{58B121E7-63A7-4330-86D4-8A88A1192A57}" dt="2025-07-06T02:40:49.900" v="31038" actId="478"/>
          <ac:spMkLst>
            <pc:docMk/>
            <pc:sldMk cId="218947892" sldId="566"/>
            <ac:spMk id="26" creationId="{82F44D3F-8F31-3264-DB2A-1E48898EF5D7}"/>
          </ac:spMkLst>
        </pc:spChg>
        <pc:spChg chg="del">
          <ac:chgData name="Khaled taha" userId="912087602c74ab8a" providerId="LiveId" clId="{58B121E7-63A7-4330-86D4-8A88A1192A57}" dt="2025-07-06T02:40:45.996" v="31036" actId="478"/>
          <ac:spMkLst>
            <pc:docMk/>
            <pc:sldMk cId="218947892" sldId="566"/>
            <ac:spMk id="27" creationId="{1B5CA456-1F1E-005E-0ECF-7A7913373A15}"/>
          </ac:spMkLst>
        </pc:spChg>
        <pc:spChg chg="del">
          <ac:chgData name="Khaled taha" userId="912087602c74ab8a" providerId="LiveId" clId="{58B121E7-63A7-4330-86D4-8A88A1192A57}" dt="2025-07-06T02:40:45.996" v="31036" actId="478"/>
          <ac:spMkLst>
            <pc:docMk/>
            <pc:sldMk cId="218947892" sldId="566"/>
            <ac:spMk id="29" creationId="{E7B37223-0869-2F7F-403E-8C89EDC9C618}"/>
          </ac:spMkLst>
        </pc:spChg>
        <pc:spChg chg="del">
          <ac:chgData name="Khaled taha" userId="912087602c74ab8a" providerId="LiveId" clId="{58B121E7-63A7-4330-86D4-8A88A1192A57}" dt="2025-07-06T02:40:45.996" v="31036" actId="478"/>
          <ac:spMkLst>
            <pc:docMk/>
            <pc:sldMk cId="218947892" sldId="566"/>
            <ac:spMk id="30" creationId="{0C6A78F9-4819-D58A-F295-CCA7FB445D11}"/>
          </ac:spMkLst>
        </pc:spChg>
        <pc:spChg chg="del">
          <ac:chgData name="Khaled taha" userId="912087602c74ab8a" providerId="LiveId" clId="{58B121E7-63A7-4330-86D4-8A88A1192A57}" dt="2025-07-06T02:40:45.996" v="31036" actId="478"/>
          <ac:spMkLst>
            <pc:docMk/>
            <pc:sldMk cId="218947892" sldId="566"/>
            <ac:spMk id="32" creationId="{4FF7FE32-61C4-6D47-FC09-ABEA0544C4CF}"/>
          </ac:spMkLst>
        </pc:spChg>
        <pc:spChg chg="del">
          <ac:chgData name="Khaled taha" userId="912087602c74ab8a" providerId="LiveId" clId="{58B121E7-63A7-4330-86D4-8A88A1192A57}" dt="2025-07-06T02:40:45.996" v="31036" actId="478"/>
          <ac:spMkLst>
            <pc:docMk/>
            <pc:sldMk cId="218947892" sldId="566"/>
            <ac:spMk id="33" creationId="{7E1B1E36-3CC6-8DEA-2A25-AEB6AA79DFC0}"/>
          </ac:spMkLst>
        </pc:spChg>
        <pc:spChg chg="del">
          <ac:chgData name="Khaled taha" userId="912087602c74ab8a" providerId="LiveId" clId="{58B121E7-63A7-4330-86D4-8A88A1192A57}" dt="2025-07-06T02:40:51.815" v="31039" actId="478"/>
          <ac:spMkLst>
            <pc:docMk/>
            <pc:sldMk cId="218947892" sldId="566"/>
            <ac:spMk id="35" creationId="{60C8E332-286B-B754-B9EE-F840D7FD314F}"/>
          </ac:spMkLst>
        </pc:spChg>
        <pc:spChg chg="del">
          <ac:chgData name="Khaled taha" userId="912087602c74ab8a" providerId="LiveId" clId="{58B121E7-63A7-4330-86D4-8A88A1192A57}" dt="2025-07-06T02:40:51.815" v="31039" actId="478"/>
          <ac:spMkLst>
            <pc:docMk/>
            <pc:sldMk cId="218947892" sldId="566"/>
            <ac:spMk id="36" creationId="{E42C4476-476C-AC4E-BD12-7F9F1DB02F40}"/>
          </ac:spMkLst>
        </pc:spChg>
        <pc:spChg chg="add del mod">
          <ac:chgData name="Khaled taha" userId="912087602c74ab8a" providerId="LiveId" clId="{58B121E7-63A7-4330-86D4-8A88A1192A57}" dt="2025-07-06T02:41:00.137" v="31043" actId="478"/>
          <ac:spMkLst>
            <pc:docMk/>
            <pc:sldMk cId="218947892" sldId="566"/>
            <ac:spMk id="37" creationId="{A8DA4ABF-8B1A-7A8B-1240-99E5ACBF4876}"/>
          </ac:spMkLst>
        </pc:spChg>
        <pc:spChg chg="add del mod">
          <ac:chgData name="Khaled taha" userId="912087602c74ab8a" providerId="LiveId" clId="{58B121E7-63A7-4330-86D4-8A88A1192A57}" dt="2025-07-06T02:41:00.137" v="31043" actId="478"/>
          <ac:spMkLst>
            <pc:docMk/>
            <pc:sldMk cId="218947892" sldId="566"/>
            <ac:spMk id="38" creationId="{C4BC7ADD-B7C4-DC79-E794-C32BA255427A}"/>
          </ac:spMkLst>
        </pc:spChg>
        <pc:spChg chg="add del mod">
          <ac:chgData name="Khaled taha" userId="912087602c74ab8a" providerId="LiveId" clId="{58B121E7-63A7-4330-86D4-8A88A1192A57}" dt="2025-07-06T02:41:00.137" v="31043" actId="478"/>
          <ac:spMkLst>
            <pc:docMk/>
            <pc:sldMk cId="218947892" sldId="566"/>
            <ac:spMk id="39" creationId="{04F4DE90-B4ED-A57C-44AF-D5699399CEAB}"/>
          </ac:spMkLst>
        </pc:spChg>
        <pc:spChg chg="del mod">
          <ac:chgData name="Khaled taha" userId="912087602c74ab8a" providerId="LiveId" clId="{58B121E7-63A7-4330-86D4-8A88A1192A57}" dt="2025-07-06T02:41:00.137" v="31043" actId="478"/>
          <ac:spMkLst>
            <pc:docMk/>
            <pc:sldMk cId="218947892" sldId="566"/>
            <ac:spMk id="40" creationId="{0DAC6282-FFE2-F573-FF28-58E72A3133B6}"/>
          </ac:spMkLst>
        </pc:spChg>
        <pc:spChg chg="add mod">
          <ac:chgData name="Khaled taha" userId="912087602c74ab8a" providerId="LiveId" clId="{58B121E7-63A7-4330-86D4-8A88A1192A57}" dt="2025-07-06T02:40:52.496" v="31040"/>
          <ac:spMkLst>
            <pc:docMk/>
            <pc:sldMk cId="218947892" sldId="566"/>
            <ac:spMk id="41" creationId="{4D7ADBCE-1233-AB40-F008-A0AA812C1E2E}"/>
          </ac:spMkLst>
        </pc:spChg>
        <pc:spChg chg="del mod">
          <ac:chgData name="Khaled taha" userId="912087602c74ab8a" providerId="LiveId" clId="{58B121E7-63A7-4330-86D4-8A88A1192A57}" dt="2025-07-06T02:41:00.137" v="31043" actId="478"/>
          <ac:spMkLst>
            <pc:docMk/>
            <pc:sldMk cId="218947892" sldId="566"/>
            <ac:spMk id="42" creationId="{16997F23-6A88-51C5-F34C-76946908F006}"/>
          </ac:spMkLst>
        </pc:spChg>
        <pc:spChg chg="add del mod">
          <ac:chgData name="Khaled taha" userId="912087602c74ab8a" providerId="LiveId" clId="{58B121E7-63A7-4330-86D4-8A88A1192A57}" dt="2025-07-06T02:41:00.137" v="31043" actId="478"/>
          <ac:spMkLst>
            <pc:docMk/>
            <pc:sldMk cId="218947892" sldId="566"/>
            <ac:spMk id="43" creationId="{0C15CA1A-798F-F4DE-11EB-D73971F4B219}"/>
          </ac:spMkLst>
        </pc:spChg>
        <pc:spChg chg="del mod">
          <ac:chgData name="Khaled taha" userId="912087602c74ab8a" providerId="LiveId" clId="{58B121E7-63A7-4330-86D4-8A88A1192A57}" dt="2025-07-06T02:41:00.137" v="31043" actId="478"/>
          <ac:spMkLst>
            <pc:docMk/>
            <pc:sldMk cId="218947892" sldId="566"/>
            <ac:spMk id="44" creationId="{2E70BCB4-E527-D896-E911-A144737D246B}"/>
          </ac:spMkLst>
        </pc:spChg>
        <pc:spChg chg="add mod">
          <ac:chgData name="Khaled taha" userId="912087602c74ab8a" providerId="LiveId" clId="{58B121E7-63A7-4330-86D4-8A88A1192A57}" dt="2025-07-06T02:41:26.975" v="31051" actId="1076"/>
          <ac:spMkLst>
            <pc:docMk/>
            <pc:sldMk cId="218947892" sldId="566"/>
            <ac:spMk id="45" creationId="{FBE63B10-2341-B03C-2C5C-93E79AF4076A}"/>
          </ac:spMkLst>
        </pc:spChg>
        <pc:spChg chg="add mod">
          <ac:chgData name="Khaled taha" userId="912087602c74ab8a" providerId="LiveId" clId="{58B121E7-63A7-4330-86D4-8A88A1192A57}" dt="2025-07-06T02:42:15.080" v="31132" actId="1076"/>
          <ac:spMkLst>
            <pc:docMk/>
            <pc:sldMk cId="218947892" sldId="566"/>
            <ac:spMk id="47" creationId="{99BBD5A0-757D-2654-E030-700C74060412}"/>
          </ac:spMkLst>
        </pc:spChg>
        <pc:spChg chg="add mod">
          <ac:chgData name="Khaled taha" userId="912087602c74ab8a" providerId="LiveId" clId="{58B121E7-63A7-4330-86D4-8A88A1192A57}" dt="2025-07-06T02:43:19.159" v="31163" actId="1076"/>
          <ac:spMkLst>
            <pc:docMk/>
            <pc:sldMk cId="218947892" sldId="566"/>
            <ac:spMk id="48" creationId="{531C635C-AF92-E7E7-60B7-41F5E94AF2E8}"/>
          </ac:spMkLst>
        </pc:spChg>
        <pc:spChg chg="add mod">
          <ac:chgData name="Khaled taha" userId="912087602c74ab8a" providerId="LiveId" clId="{58B121E7-63A7-4330-86D4-8A88A1192A57}" dt="2025-07-06T02:43:19.159" v="31163" actId="1076"/>
          <ac:spMkLst>
            <pc:docMk/>
            <pc:sldMk cId="218947892" sldId="566"/>
            <ac:spMk id="49" creationId="{F032FF62-C88A-8C9D-FBF8-9CC88EBFF463}"/>
          </ac:spMkLst>
        </pc:spChg>
        <pc:spChg chg="add mod">
          <ac:chgData name="Khaled taha" userId="912087602c74ab8a" providerId="LiveId" clId="{58B121E7-63A7-4330-86D4-8A88A1192A57}" dt="2025-07-06T02:43:19.159" v="31163" actId="1076"/>
          <ac:spMkLst>
            <pc:docMk/>
            <pc:sldMk cId="218947892" sldId="566"/>
            <ac:spMk id="50" creationId="{9803D198-2ACB-D6FF-5285-61ECDAE40A06}"/>
          </ac:spMkLst>
        </pc:spChg>
        <pc:spChg chg="add mod">
          <ac:chgData name="Khaled taha" userId="912087602c74ab8a" providerId="LiveId" clId="{58B121E7-63A7-4330-86D4-8A88A1192A57}" dt="2025-07-06T02:44:03.825" v="31174" actId="1076"/>
          <ac:spMkLst>
            <pc:docMk/>
            <pc:sldMk cId="218947892" sldId="566"/>
            <ac:spMk id="52" creationId="{5BCAE2CC-AA9E-0F8A-491D-BD77A7845D69}"/>
          </ac:spMkLst>
        </pc:spChg>
        <pc:spChg chg="add mod">
          <ac:chgData name="Khaled taha" userId="912087602c74ab8a" providerId="LiveId" clId="{58B121E7-63A7-4330-86D4-8A88A1192A57}" dt="2025-07-06T02:44:40.967" v="31180" actId="1076"/>
          <ac:spMkLst>
            <pc:docMk/>
            <pc:sldMk cId="218947892" sldId="566"/>
            <ac:spMk id="53" creationId="{FA908B8D-E74D-846E-54D4-360771B4EE48}"/>
          </ac:spMkLst>
        </pc:spChg>
        <pc:spChg chg="add mod">
          <ac:chgData name="Khaled taha" userId="912087602c74ab8a" providerId="LiveId" clId="{58B121E7-63A7-4330-86D4-8A88A1192A57}" dt="2025-07-06T02:47:36.770" v="31349" actId="1037"/>
          <ac:spMkLst>
            <pc:docMk/>
            <pc:sldMk cId="218947892" sldId="566"/>
            <ac:spMk id="54" creationId="{AFAD5342-4879-F047-A6CD-2D63A76F099E}"/>
          </ac:spMkLst>
        </pc:spChg>
        <pc:spChg chg="add mod">
          <ac:chgData name="Khaled taha" userId="912087602c74ab8a" providerId="LiveId" clId="{58B121E7-63A7-4330-86D4-8A88A1192A57}" dt="2025-07-06T02:49:34.475" v="31456" actId="1037"/>
          <ac:spMkLst>
            <pc:docMk/>
            <pc:sldMk cId="218947892" sldId="566"/>
            <ac:spMk id="55" creationId="{BBE8A038-8A63-FEDA-64CD-4EB84026E475}"/>
          </ac:spMkLst>
        </pc:spChg>
        <pc:spChg chg="add mod">
          <ac:chgData name="Khaled taha" userId="912087602c74ab8a" providerId="LiveId" clId="{58B121E7-63A7-4330-86D4-8A88A1192A57}" dt="2025-07-06T02:49:34.475" v="31456" actId="1037"/>
          <ac:spMkLst>
            <pc:docMk/>
            <pc:sldMk cId="218947892" sldId="566"/>
            <ac:spMk id="56" creationId="{44518E44-5B3E-E484-BD72-F9F7F225E31F}"/>
          </ac:spMkLst>
        </pc:spChg>
        <pc:spChg chg="add mod">
          <ac:chgData name="Khaled taha" userId="912087602c74ab8a" providerId="LiveId" clId="{58B121E7-63A7-4330-86D4-8A88A1192A57}" dt="2025-07-06T02:49:34.475" v="31456" actId="1037"/>
          <ac:spMkLst>
            <pc:docMk/>
            <pc:sldMk cId="218947892" sldId="566"/>
            <ac:spMk id="57" creationId="{CFD091C2-6000-141E-57D9-CFC28D93D269}"/>
          </ac:spMkLst>
        </pc:spChg>
        <pc:spChg chg="add mod">
          <ac:chgData name="Khaled taha" userId="912087602c74ab8a" providerId="LiveId" clId="{58B121E7-63A7-4330-86D4-8A88A1192A57}" dt="2025-07-06T02:49:34.475" v="31456" actId="1037"/>
          <ac:spMkLst>
            <pc:docMk/>
            <pc:sldMk cId="218947892" sldId="566"/>
            <ac:spMk id="58" creationId="{7A6889E9-60B9-8E80-5F44-EAD84486CD16}"/>
          </ac:spMkLst>
        </pc:spChg>
        <pc:cxnChg chg="del">
          <ac:chgData name="Khaled taha" userId="912087602c74ab8a" providerId="LiveId" clId="{58B121E7-63A7-4330-86D4-8A88A1192A57}" dt="2025-07-06T02:40:42.158" v="31035" actId="478"/>
          <ac:cxnSpMkLst>
            <pc:docMk/>
            <pc:sldMk cId="218947892" sldId="566"/>
            <ac:cxnSpMk id="19" creationId="{5DAF0BEB-9505-B308-11A5-3E06EA5FC59F}"/>
          </ac:cxnSpMkLst>
        </pc:cxnChg>
        <pc:cxnChg chg="del">
          <ac:chgData name="Khaled taha" userId="912087602c74ab8a" providerId="LiveId" clId="{58B121E7-63A7-4330-86D4-8A88A1192A57}" dt="2025-07-06T02:40:42.158" v="31035" actId="478"/>
          <ac:cxnSpMkLst>
            <pc:docMk/>
            <pc:sldMk cId="218947892" sldId="566"/>
            <ac:cxnSpMk id="28" creationId="{5F3EAEBB-8A7B-6183-0709-3138A27568BA}"/>
          </ac:cxnSpMkLst>
        </pc:cxnChg>
        <pc:cxnChg chg="del">
          <ac:chgData name="Khaled taha" userId="912087602c74ab8a" providerId="LiveId" clId="{58B121E7-63A7-4330-86D4-8A88A1192A57}" dt="2025-07-06T02:40:42.158" v="31035" actId="478"/>
          <ac:cxnSpMkLst>
            <pc:docMk/>
            <pc:sldMk cId="218947892" sldId="566"/>
            <ac:cxnSpMk id="31" creationId="{61F1CC82-E44C-5C1A-EAF9-47D499897661}"/>
          </ac:cxnSpMkLst>
        </pc:cxnChg>
        <pc:cxnChg chg="del">
          <ac:chgData name="Khaled taha" userId="912087602c74ab8a" providerId="LiveId" clId="{58B121E7-63A7-4330-86D4-8A88A1192A57}" dt="2025-07-06T02:40:51.815" v="31039" actId="478"/>
          <ac:cxnSpMkLst>
            <pc:docMk/>
            <pc:sldMk cId="218947892" sldId="566"/>
            <ac:cxnSpMk id="34" creationId="{8BF86714-B2BD-7B2F-0916-92C6B1A84A0A}"/>
          </ac:cxnSpMkLst>
        </pc:cxnChg>
      </pc:sldChg>
      <pc:sldChg chg="addSp delSp modSp add mod">
        <pc:chgData name="Khaled taha" userId="912087602c74ab8a" providerId="LiveId" clId="{58B121E7-63A7-4330-86D4-8A88A1192A57}" dt="2025-07-06T02:50:23.054" v="31457" actId="1076"/>
        <pc:sldMkLst>
          <pc:docMk/>
          <pc:sldMk cId="2438306505" sldId="567"/>
        </pc:sldMkLst>
        <pc:spChg chg="add mod">
          <ac:chgData name="Khaled taha" userId="912087602c74ab8a" providerId="LiveId" clId="{58B121E7-63A7-4330-86D4-8A88A1192A57}" dt="2025-07-06T02:47:30.400" v="31291" actId="1076"/>
          <ac:spMkLst>
            <pc:docMk/>
            <pc:sldMk cId="2438306505" sldId="567"/>
            <ac:spMk id="3" creationId="{7A3F32CA-D1AA-D2A1-A608-6D3FF8079966}"/>
          </ac:spMkLst>
        </pc:spChg>
        <pc:spChg chg="add mod">
          <ac:chgData name="Khaled taha" userId="912087602c74ab8a" providerId="LiveId" clId="{58B121E7-63A7-4330-86D4-8A88A1192A57}" dt="2025-07-06T02:48:16.080" v="31359" actId="1076"/>
          <ac:spMkLst>
            <pc:docMk/>
            <pc:sldMk cId="2438306505" sldId="567"/>
            <ac:spMk id="5" creationId="{87C3B383-B9FF-1BDE-4007-0947BBD6EDA9}"/>
          </ac:spMkLst>
        </pc:spChg>
        <pc:spChg chg="add mod">
          <ac:chgData name="Khaled taha" userId="912087602c74ab8a" providerId="LiveId" clId="{58B121E7-63A7-4330-86D4-8A88A1192A57}" dt="2025-07-06T02:48:34.743" v="31363" actId="14100"/>
          <ac:spMkLst>
            <pc:docMk/>
            <pc:sldMk cId="2438306505" sldId="567"/>
            <ac:spMk id="6" creationId="{EF3E35E7-3B0B-60D2-603A-C05E625EA998}"/>
          </ac:spMkLst>
        </pc:spChg>
        <pc:spChg chg="add mod">
          <ac:chgData name="Khaled taha" userId="912087602c74ab8a" providerId="LiveId" clId="{58B121E7-63A7-4330-86D4-8A88A1192A57}" dt="2025-07-06T02:50:23.054" v="31457" actId="1076"/>
          <ac:spMkLst>
            <pc:docMk/>
            <pc:sldMk cId="2438306505" sldId="567"/>
            <ac:spMk id="8" creationId="{441EC2D1-46C6-7D2C-F678-EDD9237DCBA3}"/>
          </ac:spMkLst>
        </pc:spChg>
        <pc:spChg chg="add mod">
          <ac:chgData name="Khaled taha" userId="912087602c74ab8a" providerId="LiveId" clId="{58B121E7-63A7-4330-86D4-8A88A1192A57}" dt="2025-07-06T02:49:22.783" v="31376" actId="1076"/>
          <ac:spMkLst>
            <pc:docMk/>
            <pc:sldMk cId="2438306505" sldId="567"/>
            <ac:spMk id="9" creationId="{3B76EDDA-57CC-9785-9E54-B5CC65083638}"/>
          </ac:spMkLst>
        </pc:spChg>
        <pc:spChg chg="del">
          <ac:chgData name="Khaled taha" userId="912087602c74ab8a" providerId="LiveId" clId="{58B121E7-63A7-4330-86D4-8A88A1192A57}" dt="2025-07-06T02:46:48.772" v="31280" actId="478"/>
          <ac:spMkLst>
            <pc:docMk/>
            <pc:sldMk cId="2438306505" sldId="567"/>
            <ac:spMk id="45" creationId="{C99F6966-A8B3-A690-C9AA-E771541AD823}"/>
          </ac:spMkLst>
        </pc:spChg>
        <pc:spChg chg="del">
          <ac:chgData name="Khaled taha" userId="912087602c74ab8a" providerId="LiveId" clId="{58B121E7-63A7-4330-86D4-8A88A1192A57}" dt="2025-07-06T02:46:48.772" v="31280" actId="478"/>
          <ac:spMkLst>
            <pc:docMk/>
            <pc:sldMk cId="2438306505" sldId="567"/>
            <ac:spMk id="47" creationId="{A41AC3E1-C6C7-68EC-C744-332E6B70DA54}"/>
          </ac:spMkLst>
        </pc:spChg>
        <pc:spChg chg="del">
          <ac:chgData name="Khaled taha" userId="912087602c74ab8a" providerId="LiveId" clId="{58B121E7-63A7-4330-86D4-8A88A1192A57}" dt="2025-07-06T02:46:50.415" v="31281" actId="478"/>
          <ac:spMkLst>
            <pc:docMk/>
            <pc:sldMk cId="2438306505" sldId="567"/>
            <ac:spMk id="48" creationId="{5D5F0739-4101-36D1-DD81-468CE62BC78E}"/>
          </ac:spMkLst>
        </pc:spChg>
        <pc:spChg chg="del">
          <ac:chgData name="Khaled taha" userId="912087602c74ab8a" providerId="LiveId" clId="{58B121E7-63A7-4330-86D4-8A88A1192A57}" dt="2025-07-06T02:46:50.415" v="31281" actId="478"/>
          <ac:spMkLst>
            <pc:docMk/>
            <pc:sldMk cId="2438306505" sldId="567"/>
            <ac:spMk id="49" creationId="{9673DC37-82C8-0160-1412-BBEF8B808850}"/>
          </ac:spMkLst>
        </pc:spChg>
        <pc:spChg chg="del">
          <ac:chgData name="Khaled taha" userId="912087602c74ab8a" providerId="LiveId" clId="{58B121E7-63A7-4330-86D4-8A88A1192A57}" dt="2025-07-06T02:46:50.415" v="31281" actId="478"/>
          <ac:spMkLst>
            <pc:docMk/>
            <pc:sldMk cId="2438306505" sldId="567"/>
            <ac:spMk id="50" creationId="{41E6B0FA-F1D5-4C5E-A0D2-C410D5583951}"/>
          </ac:spMkLst>
        </pc:spChg>
        <pc:spChg chg="del">
          <ac:chgData name="Khaled taha" userId="912087602c74ab8a" providerId="LiveId" clId="{58B121E7-63A7-4330-86D4-8A88A1192A57}" dt="2025-07-06T02:46:48.772" v="31280" actId="478"/>
          <ac:spMkLst>
            <pc:docMk/>
            <pc:sldMk cId="2438306505" sldId="567"/>
            <ac:spMk id="52" creationId="{BFD1403B-2D3D-C00A-3712-6E3D968C9182}"/>
          </ac:spMkLst>
        </pc:spChg>
        <pc:spChg chg="del">
          <ac:chgData name="Khaled taha" userId="912087602c74ab8a" providerId="LiveId" clId="{58B121E7-63A7-4330-86D4-8A88A1192A57}" dt="2025-07-06T02:46:48.772" v="31280" actId="478"/>
          <ac:spMkLst>
            <pc:docMk/>
            <pc:sldMk cId="2438306505" sldId="567"/>
            <ac:spMk id="53" creationId="{0DA94F3F-5CDF-027F-62D8-2902C6B83E52}"/>
          </ac:spMkLst>
        </pc:spChg>
      </pc:sldChg>
      <pc:sldChg chg="addSp modSp add mod">
        <pc:chgData name="Khaled taha" userId="912087602c74ab8a" providerId="LiveId" clId="{58B121E7-63A7-4330-86D4-8A88A1192A57}" dt="2025-07-06T03:17:36.639" v="31696" actId="1076"/>
        <pc:sldMkLst>
          <pc:docMk/>
          <pc:sldMk cId="1427124746" sldId="568"/>
        </pc:sldMkLst>
        <pc:spChg chg="add mod">
          <ac:chgData name="Khaled taha" userId="912087602c74ab8a" providerId="LiveId" clId="{58B121E7-63A7-4330-86D4-8A88A1192A57}" dt="2025-07-06T03:16:05.248" v="31680" actId="1076"/>
          <ac:spMkLst>
            <pc:docMk/>
            <pc:sldMk cId="1427124746" sldId="568"/>
            <ac:spMk id="3" creationId="{7C0912E6-E5E2-EB42-D530-AE342B7CB74B}"/>
          </ac:spMkLst>
        </pc:spChg>
        <pc:spChg chg="add mod">
          <ac:chgData name="Khaled taha" userId="912087602c74ab8a" providerId="LiveId" clId="{58B121E7-63A7-4330-86D4-8A88A1192A57}" dt="2025-07-06T03:17:29.406" v="31694" actId="1076"/>
          <ac:spMkLst>
            <pc:docMk/>
            <pc:sldMk cId="1427124746" sldId="568"/>
            <ac:spMk id="5" creationId="{96D7384A-5C2A-972E-B36F-F366D1CB6385}"/>
          </ac:spMkLst>
        </pc:spChg>
        <pc:spChg chg="mod">
          <ac:chgData name="Khaled taha" userId="912087602c74ab8a" providerId="LiveId" clId="{58B121E7-63A7-4330-86D4-8A88A1192A57}" dt="2025-07-06T03:16:12.287" v="31681" actId="1076"/>
          <ac:spMkLst>
            <pc:docMk/>
            <pc:sldMk cId="1427124746" sldId="568"/>
            <ac:spMk id="55" creationId="{0B67A3C9-2F8B-4759-607A-95A16966E298}"/>
          </ac:spMkLst>
        </pc:spChg>
        <pc:grpChg chg="mod">
          <ac:chgData name="Khaled taha" userId="912087602c74ab8a" providerId="LiveId" clId="{58B121E7-63A7-4330-86D4-8A88A1192A57}" dt="2025-07-06T03:17:36.639" v="31696" actId="1076"/>
          <ac:grpSpMkLst>
            <pc:docMk/>
            <pc:sldMk cId="1427124746" sldId="568"/>
            <ac:grpSpMk id="38" creationId="{CD642528-C311-53F1-2497-8688526E6C8D}"/>
          </ac:grpSpMkLst>
        </pc:grpChg>
      </pc:sldChg>
      <pc:sldChg chg="addSp modSp add mod">
        <pc:chgData name="Khaled taha" userId="912087602c74ab8a" providerId="LiveId" clId="{58B121E7-63A7-4330-86D4-8A88A1192A57}" dt="2025-07-06T03:20:56.157" v="31751" actId="1076"/>
        <pc:sldMkLst>
          <pc:docMk/>
          <pc:sldMk cId="3687110162" sldId="569"/>
        </pc:sldMkLst>
        <pc:spChg chg="add mod">
          <ac:chgData name="Khaled taha" userId="912087602c74ab8a" providerId="LiveId" clId="{58B121E7-63A7-4330-86D4-8A88A1192A57}" dt="2025-07-06T03:19:54.370" v="31741" actId="20577"/>
          <ac:spMkLst>
            <pc:docMk/>
            <pc:sldMk cId="3687110162" sldId="569"/>
            <ac:spMk id="6" creationId="{68969DF1-69CF-AB23-F1CC-547E24A72CF0}"/>
          </ac:spMkLst>
        </pc:spChg>
        <pc:spChg chg="mod">
          <ac:chgData name="Khaled taha" userId="912087602c74ab8a" providerId="LiveId" clId="{58B121E7-63A7-4330-86D4-8A88A1192A57}" dt="2025-07-06T03:19:00.565" v="31711" actId="571"/>
          <ac:spMkLst>
            <pc:docMk/>
            <pc:sldMk cId="3687110162" sldId="569"/>
            <ac:spMk id="9" creationId="{9FD08FF6-C7CD-5A8E-3200-F18D125FF4F4}"/>
          </ac:spMkLst>
        </pc:spChg>
        <pc:spChg chg="mod">
          <ac:chgData name="Khaled taha" userId="912087602c74ab8a" providerId="LiveId" clId="{58B121E7-63A7-4330-86D4-8A88A1192A57}" dt="2025-07-06T03:19:00.565" v="31711" actId="571"/>
          <ac:spMkLst>
            <pc:docMk/>
            <pc:sldMk cId="3687110162" sldId="569"/>
            <ac:spMk id="11" creationId="{E8D2B8EA-B1CD-55FE-7F81-CB66BE3D0D40}"/>
          </ac:spMkLst>
        </pc:spChg>
        <pc:spChg chg="mod">
          <ac:chgData name="Khaled taha" userId="912087602c74ab8a" providerId="LiveId" clId="{58B121E7-63A7-4330-86D4-8A88A1192A57}" dt="2025-07-06T03:19:00.565" v="31711" actId="571"/>
          <ac:spMkLst>
            <pc:docMk/>
            <pc:sldMk cId="3687110162" sldId="569"/>
            <ac:spMk id="12" creationId="{929D24BA-F679-F3F7-435B-8690FD411510}"/>
          </ac:spMkLst>
        </pc:spChg>
        <pc:spChg chg="add mod">
          <ac:chgData name="Khaled taha" userId="912087602c74ab8a" providerId="LiveId" clId="{58B121E7-63A7-4330-86D4-8A88A1192A57}" dt="2025-07-06T03:18:59.001" v="31710"/>
          <ac:spMkLst>
            <pc:docMk/>
            <pc:sldMk cId="3687110162" sldId="569"/>
            <ac:spMk id="13" creationId="{4E0DF8C7-A02C-5B83-61D1-27298BDA5CEE}"/>
          </ac:spMkLst>
        </pc:spChg>
        <pc:spChg chg="add mod">
          <ac:chgData name="Khaled taha" userId="912087602c74ab8a" providerId="LiveId" clId="{58B121E7-63A7-4330-86D4-8A88A1192A57}" dt="2025-07-06T03:20:56.157" v="31751" actId="1076"/>
          <ac:spMkLst>
            <pc:docMk/>
            <pc:sldMk cId="3687110162" sldId="569"/>
            <ac:spMk id="14" creationId="{B214A5EF-1E74-18A8-3BD6-EDAEE706099D}"/>
          </ac:spMkLst>
        </pc:spChg>
        <pc:grpChg chg="add mod">
          <ac:chgData name="Khaled taha" userId="912087602c74ab8a" providerId="LiveId" clId="{58B121E7-63A7-4330-86D4-8A88A1192A57}" dt="2025-07-06T03:19:00.565" v="31711" actId="571"/>
          <ac:grpSpMkLst>
            <pc:docMk/>
            <pc:sldMk cId="3687110162" sldId="569"/>
            <ac:grpSpMk id="8" creationId="{A0805A2C-5F96-AC21-D3E1-6C730BC68AEF}"/>
          </ac:grpSpMkLst>
        </pc:grpChg>
        <pc:grpChg chg="mod">
          <ac:chgData name="Khaled taha" userId="912087602c74ab8a" providerId="LiveId" clId="{58B121E7-63A7-4330-86D4-8A88A1192A57}" dt="2025-07-06T03:19:00.565" v="31711" actId="571"/>
          <ac:grpSpMkLst>
            <pc:docMk/>
            <pc:sldMk cId="3687110162" sldId="569"/>
            <ac:grpSpMk id="10" creationId="{5BA2DD2D-C702-8FC5-0BA1-06D944D0E176}"/>
          </ac:grpSpMkLst>
        </pc:grpChg>
      </pc:sldChg>
      <pc:sldChg chg="add">
        <pc:chgData name="Khaled taha" userId="912087602c74ab8a" providerId="LiveId" clId="{58B121E7-63A7-4330-86D4-8A88A1192A57}" dt="2025-07-06T03:21:44.299" v="31754" actId="2890"/>
        <pc:sldMkLst>
          <pc:docMk/>
          <pc:sldMk cId="1024537405" sldId="570"/>
        </pc:sldMkLst>
      </pc:sldChg>
      <pc:sldChg chg="add del ord">
        <pc:chgData name="Khaled taha" userId="912087602c74ab8a" providerId="LiveId" clId="{58B121E7-63A7-4330-86D4-8A88A1192A57}" dt="2025-07-06T04:27:55.418" v="32672" actId="47"/>
        <pc:sldMkLst>
          <pc:docMk/>
          <pc:sldMk cId="4101387711" sldId="571"/>
        </pc:sldMkLst>
      </pc:sldChg>
      <pc:sldChg chg="addSp delSp modSp add mod">
        <pc:chgData name="Khaled taha" userId="912087602c74ab8a" providerId="LiveId" clId="{58B121E7-63A7-4330-86D4-8A88A1192A57}" dt="2025-07-06T04:27:17.599" v="32669"/>
        <pc:sldMkLst>
          <pc:docMk/>
          <pc:sldMk cId="2048693171" sldId="572"/>
        </pc:sldMkLst>
        <pc:spChg chg="add del mod">
          <ac:chgData name="Khaled taha" userId="912087602c74ab8a" providerId="LiveId" clId="{58B121E7-63A7-4330-86D4-8A88A1192A57}" dt="2025-07-06T04:27:01.410" v="32666" actId="478"/>
          <ac:spMkLst>
            <pc:docMk/>
            <pc:sldMk cId="2048693171" sldId="572"/>
            <ac:spMk id="2" creationId="{CA7EB0CB-163E-42F1-40D6-FA9BCB3691A0}"/>
          </ac:spMkLst>
        </pc:spChg>
        <pc:spChg chg="add del mod">
          <ac:chgData name="Khaled taha" userId="912087602c74ab8a" providerId="LiveId" clId="{58B121E7-63A7-4330-86D4-8A88A1192A57}" dt="2025-07-06T04:27:01.410" v="32666" actId="478"/>
          <ac:spMkLst>
            <pc:docMk/>
            <pc:sldMk cId="2048693171" sldId="572"/>
            <ac:spMk id="3" creationId="{3BC730A5-F9A4-A401-8352-455157E0813A}"/>
          </ac:spMkLst>
        </pc:spChg>
        <pc:spChg chg="add mod">
          <ac:chgData name="Khaled taha" userId="912087602c74ab8a" providerId="LiveId" clId="{58B121E7-63A7-4330-86D4-8A88A1192A57}" dt="2025-07-06T04:17:50.567" v="32364" actId="207"/>
          <ac:spMkLst>
            <pc:docMk/>
            <pc:sldMk cId="2048693171" sldId="572"/>
            <ac:spMk id="4" creationId="{8B2A5A6E-CB15-432A-BE22-FE68CB4BF6A2}"/>
          </ac:spMkLst>
        </pc:spChg>
        <pc:spChg chg="add mod">
          <ac:chgData name="Khaled taha" userId="912087602c74ab8a" providerId="LiveId" clId="{58B121E7-63A7-4330-86D4-8A88A1192A57}" dt="2025-07-06T04:27:01.762" v="32667"/>
          <ac:spMkLst>
            <pc:docMk/>
            <pc:sldMk cId="2048693171" sldId="572"/>
            <ac:spMk id="5" creationId="{BB7D8E0A-FC2A-8941-4EFF-8EB5BD402173}"/>
          </ac:spMkLst>
        </pc:spChg>
        <pc:spChg chg="add mod">
          <ac:chgData name="Khaled taha" userId="912087602c74ab8a" providerId="LiveId" clId="{58B121E7-63A7-4330-86D4-8A88A1192A57}" dt="2025-07-06T04:27:01.762" v="32667"/>
          <ac:spMkLst>
            <pc:docMk/>
            <pc:sldMk cId="2048693171" sldId="572"/>
            <ac:spMk id="6" creationId="{5BC67FCA-6DDF-8E0F-C8F3-59960AA01205}"/>
          </ac:spMkLst>
        </pc:spChg>
        <pc:spChg chg="add mod">
          <ac:chgData name="Khaled taha" userId="912087602c74ab8a" providerId="LiveId" clId="{58B121E7-63A7-4330-86D4-8A88A1192A57}" dt="2025-07-06T04:27:01.762" v="32667"/>
          <ac:spMkLst>
            <pc:docMk/>
            <pc:sldMk cId="2048693171" sldId="572"/>
            <ac:spMk id="7" creationId="{AD23F435-7272-D6BA-9271-4D4432810D2A}"/>
          </ac:spMkLst>
        </pc:spChg>
        <pc:spChg chg="add mod">
          <ac:chgData name="Khaled taha" userId="912087602c74ab8a" providerId="LiveId" clId="{58B121E7-63A7-4330-86D4-8A88A1192A57}" dt="2025-07-06T04:27:17.599" v="32669"/>
          <ac:spMkLst>
            <pc:docMk/>
            <pc:sldMk cId="2048693171" sldId="572"/>
            <ac:spMk id="11" creationId="{8A95A79B-C6BF-4246-67FC-CE737D1CE4C1}"/>
          </ac:spMkLst>
        </pc:spChg>
        <pc:spChg chg="del mod">
          <ac:chgData name="Khaled taha" userId="912087602c74ab8a" providerId="LiveId" clId="{58B121E7-63A7-4330-86D4-8A88A1192A57}" dt="2025-07-06T04:27:01.410" v="32666" actId="478"/>
          <ac:spMkLst>
            <pc:docMk/>
            <pc:sldMk cId="2048693171" sldId="572"/>
            <ac:spMk id="12" creationId="{E594F5BC-3906-769F-700A-EA81C56C842E}"/>
          </ac:spMkLst>
        </pc:spChg>
        <pc:spChg chg="del">
          <ac:chgData name="Khaled taha" userId="912087602c74ab8a" providerId="LiveId" clId="{58B121E7-63A7-4330-86D4-8A88A1192A57}" dt="2025-07-06T04:27:01.410" v="32666" actId="478"/>
          <ac:spMkLst>
            <pc:docMk/>
            <pc:sldMk cId="2048693171" sldId="572"/>
            <ac:spMk id="13" creationId="{408EB68E-C411-64B3-A703-4D7EECE4E5A3}"/>
          </ac:spMkLst>
        </pc:spChg>
        <pc:spChg chg="add mod">
          <ac:chgData name="Khaled taha" userId="912087602c74ab8a" providerId="LiveId" clId="{58B121E7-63A7-4330-86D4-8A88A1192A57}" dt="2025-07-06T04:27:17.599" v="32669"/>
          <ac:spMkLst>
            <pc:docMk/>
            <pc:sldMk cId="2048693171" sldId="572"/>
            <ac:spMk id="14" creationId="{FE1DB877-0714-F0E3-56D6-7CB326520D9D}"/>
          </ac:spMkLst>
        </pc:spChg>
        <pc:spChg chg="del">
          <ac:chgData name="Khaled taha" userId="912087602c74ab8a" providerId="LiveId" clId="{58B121E7-63A7-4330-86D4-8A88A1192A57}" dt="2025-07-06T04:27:17.150" v="32668" actId="478"/>
          <ac:spMkLst>
            <pc:docMk/>
            <pc:sldMk cId="2048693171" sldId="572"/>
            <ac:spMk id="15" creationId="{BB994D37-3996-D07C-1D1A-72B58F238E3E}"/>
          </ac:spMkLst>
        </pc:spChg>
        <pc:spChg chg="add mod">
          <ac:chgData name="Khaled taha" userId="912087602c74ab8a" providerId="LiveId" clId="{58B121E7-63A7-4330-86D4-8A88A1192A57}" dt="2025-07-06T04:27:17.599" v="32669"/>
          <ac:spMkLst>
            <pc:docMk/>
            <pc:sldMk cId="2048693171" sldId="572"/>
            <ac:spMk id="16" creationId="{A777BEF8-0CA7-8305-A40A-6EEA0B66FFED}"/>
          </ac:spMkLst>
        </pc:spChg>
        <pc:spChg chg="add mod">
          <ac:chgData name="Khaled taha" userId="912087602c74ab8a" providerId="LiveId" clId="{58B121E7-63A7-4330-86D4-8A88A1192A57}" dt="2025-07-06T04:27:17.599" v="32669"/>
          <ac:spMkLst>
            <pc:docMk/>
            <pc:sldMk cId="2048693171" sldId="572"/>
            <ac:spMk id="19" creationId="{FB17382D-FA8C-7D53-3682-366990F6AAA5}"/>
          </ac:spMkLst>
        </pc:spChg>
        <pc:spChg chg="add mod">
          <ac:chgData name="Khaled taha" userId="912087602c74ab8a" providerId="LiveId" clId="{58B121E7-63A7-4330-86D4-8A88A1192A57}" dt="2025-07-06T04:27:17.599" v="32669"/>
          <ac:spMkLst>
            <pc:docMk/>
            <pc:sldMk cId="2048693171" sldId="572"/>
            <ac:spMk id="20" creationId="{F9EFD63D-75B0-5957-607B-459494F53C7C}"/>
          </ac:spMkLst>
        </pc:spChg>
      </pc:sldChg>
      <pc:sldChg chg="addSp modSp add del mod">
        <pc:chgData name="Khaled taha" userId="912087602c74ab8a" providerId="LiveId" clId="{58B121E7-63A7-4330-86D4-8A88A1192A57}" dt="2025-07-06T04:26:49.971" v="32665" actId="47"/>
        <pc:sldMkLst>
          <pc:docMk/>
          <pc:sldMk cId="377204231" sldId="573"/>
        </pc:sldMkLst>
        <pc:spChg chg="mod">
          <ac:chgData name="Khaled taha" userId="912087602c74ab8a" providerId="LiveId" clId="{58B121E7-63A7-4330-86D4-8A88A1192A57}" dt="2025-07-06T04:20:30.046" v="32406" actId="1076"/>
          <ac:spMkLst>
            <pc:docMk/>
            <pc:sldMk cId="377204231" sldId="573"/>
            <ac:spMk id="2" creationId="{F8A443F4-00C6-742E-7D85-59293ADC5BDC}"/>
          </ac:spMkLst>
        </pc:spChg>
        <pc:spChg chg="mod">
          <ac:chgData name="Khaled taha" userId="912087602c74ab8a" providerId="LiveId" clId="{58B121E7-63A7-4330-86D4-8A88A1192A57}" dt="2025-07-06T04:18:27.389" v="32373" actId="1076"/>
          <ac:spMkLst>
            <pc:docMk/>
            <pc:sldMk cId="377204231" sldId="573"/>
            <ac:spMk id="3" creationId="{814EE2FE-58ED-FAB8-70F8-3E13DBA47932}"/>
          </ac:spMkLst>
        </pc:spChg>
        <pc:spChg chg="mod">
          <ac:chgData name="Khaled taha" userId="912087602c74ab8a" providerId="LiveId" clId="{58B121E7-63A7-4330-86D4-8A88A1192A57}" dt="2025-07-06T04:18:27.389" v="32373" actId="1076"/>
          <ac:spMkLst>
            <pc:docMk/>
            <pc:sldMk cId="377204231" sldId="573"/>
            <ac:spMk id="4" creationId="{6C173317-F611-8964-8DAA-08042ED39FD4}"/>
          </ac:spMkLst>
        </pc:spChg>
        <pc:spChg chg="add mod">
          <ac:chgData name="Khaled taha" userId="912087602c74ab8a" providerId="LiveId" clId="{58B121E7-63A7-4330-86D4-8A88A1192A57}" dt="2025-07-06T04:20:14.478" v="32403" actId="1076"/>
          <ac:spMkLst>
            <pc:docMk/>
            <pc:sldMk cId="377204231" sldId="573"/>
            <ac:spMk id="5" creationId="{462E5CE1-708C-8409-7986-DB9CFE389732}"/>
          </ac:spMkLst>
        </pc:spChg>
        <pc:spChg chg="add mod">
          <ac:chgData name="Khaled taha" userId="912087602c74ab8a" providerId="LiveId" clId="{58B121E7-63A7-4330-86D4-8A88A1192A57}" dt="2025-07-06T04:19:46.098" v="32398" actId="20577"/>
          <ac:spMkLst>
            <pc:docMk/>
            <pc:sldMk cId="377204231" sldId="573"/>
            <ac:spMk id="6" creationId="{0DB520BA-A5FC-EE23-B00D-85697BFBE49B}"/>
          </ac:spMkLst>
        </pc:spChg>
        <pc:spChg chg="add mod">
          <ac:chgData name="Khaled taha" userId="912087602c74ab8a" providerId="LiveId" clId="{58B121E7-63A7-4330-86D4-8A88A1192A57}" dt="2025-07-06T04:18:40.516" v="32377" actId="1076"/>
          <ac:spMkLst>
            <pc:docMk/>
            <pc:sldMk cId="377204231" sldId="573"/>
            <ac:spMk id="7" creationId="{BD6C908C-ABEA-6FBF-3900-9D4290A4BDC7}"/>
          </ac:spMkLst>
        </pc:spChg>
        <pc:spChg chg="mod">
          <ac:chgData name="Khaled taha" userId="912087602c74ab8a" providerId="LiveId" clId="{58B121E7-63A7-4330-86D4-8A88A1192A57}" dt="2025-07-06T04:20:33.468" v="32407" actId="1076"/>
          <ac:spMkLst>
            <pc:docMk/>
            <pc:sldMk cId="377204231" sldId="573"/>
            <ac:spMk id="12" creationId="{282939EE-A51A-8DD1-459A-501FDF75CBED}"/>
          </ac:spMkLst>
        </pc:spChg>
        <pc:spChg chg="mod">
          <ac:chgData name="Khaled taha" userId="912087602c74ab8a" providerId="LiveId" clId="{58B121E7-63A7-4330-86D4-8A88A1192A57}" dt="2025-07-06T04:18:46.909" v="32378" actId="14100"/>
          <ac:spMkLst>
            <pc:docMk/>
            <pc:sldMk cId="377204231" sldId="573"/>
            <ac:spMk id="15" creationId="{3BFA3A74-C7D5-2EFC-7C4D-D412E67B7FEC}"/>
          </ac:spMkLst>
        </pc:spChg>
      </pc:sldChg>
      <pc:sldChg chg="addSp delSp modSp add del mod">
        <pc:chgData name="Khaled taha" userId="912087602c74ab8a" providerId="LiveId" clId="{58B121E7-63A7-4330-86D4-8A88A1192A57}" dt="2025-07-06T04:18:18.914" v="32370" actId="47"/>
        <pc:sldMkLst>
          <pc:docMk/>
          <pc:sldMk cId="2350588137" sldId="573"/>
        </pc:sldMkLst>
        <pc:spChg chg="add del">
          <ac:chgData name="Khaled taha" userId="912087602c74ab8a" providerId="LiveId" clId="{58B121E7-63A7-4330-86D4-8A88A1192A57}" dt="2025-07-06T04:18:01.506" v="32366" actId="22"/>
          <ac:spMkLst>
            <pc:docMk/>
            <pc:sldMk cId="2350588137" sldId="573"/>
            <ac:spMk id="3" creationId="{CC04AD57-2D58-BDBB-3340-15D6187E3059}"/>
          </ac:spMkLst>
        </pc:spChg>
        <pc:spChg chg="add mod">
          <ac:chgData name="Khaled taha" userId="912087602c74ab8a" providerId="LiveId" clId="{58B121E7-63A7-4330-86D4-8A88A1192A57}" dt="2025-07-06T04:18:07.851" v="32367"/>
          <ac:spMkLst>
            <pc:docMk/>
            <pc:sldMk cId="2350588137" sldId="573"/>
            <ac:spMk id="4" creationId="{86EE32EA-2EBA-2A85-4177-FE59A438BDF9}"/>
          </ac:spMkLst>
        </pc:spChg>
        <pc:spChg chg="add mod">
          <ac:chgData name="Khaled taha" userId="912087602c74ab8a" providerId="LiveId" clId="{58B121E7-63A7-4330-86D4-8A88A1192A57}" dt="2025-07-06T04:18:07.851" v="32367"/>
          <ac:spMkLst>
            <pc:docMk/>
            <pc:sldMk cId="2350588137" sldId="573"/>
            <ac:spMk id="5" creationId="{60CB27FF-DD42-3E7F-2506-EEA7922EB229}"/>
          </ac:spMkLst>
        </pc:spChg>
        <pc:spChg chg="add mod">
          <ac:chgData name="Khaled taha" userId="912087602c74ab8a" providerId="LiveId" clId="{58B121E7-63A7-4330-86D4-8A88A1192A57}" dt="2025-07-06T04:18:07.851" v="32367"/>
          <ac:spMkLst>
            <pc:docMk/>
            <pc:sldMk cId="2350588137" sldId="573"/>
            <ac:spMk id="6" creationId="{BC7F36E9-8ABB-2BF3-4923-EE3F426D83D2}"/>
          </ac:spMkLst>
        </pc:spChg>
      </pc:sldChg>
      <pc:sldChg chg="addSp delSp modSp add mod">
        <pc:chgData name="Khaled taha" userId="912087602c74ab8a" providerId="LiveId" clId="{58B121E7-63A7-4330-86D4-8A88A1192A57}" dt="2025-07-06T04:26:30.434" v="32662"/>
        <pc:sldMkLst>
          <pc:docMk/>
          <pc:sldMk cId="1215690693" sldId="574"/>
        </pc:sldMkLst>
        <pc:spChg chg="del">
          <ac:chgData name="Khaled taha" userId="912087602c74ab8a" providerId="LiveId" clId="{58B121E7-63A7-4330-86D4-8A88A1192A57}" dt="2025-07-06T04:26:30.168" v="32661" actId="478"/>
          <ac:spMkLst>
            <pc:docMk/>
            <pc:sldMk cId="1215690693" sldId="574"/>
            <ac:spMk id="3" creationId="{FC5EB633-1B9F-369D-46D0-D9939CD4AC8D}"/>
          </ac:spMkLst>
        </pc:spChg>
        <pc:spChg chg="mod">
          <ac:chgData name="Khaled taha" userId="912087602c74ab8a" providerId="LiveId" clId="{58B121E7-63A7-4330-86D4-8A88A1192A57}" dt="2025-07-06T04:23:22.521" v="32541" actId="14100"/>
          <ac:spMkLst>
            <pc:docMk/>
            <pc:sldMk cId="1215690693" sldId="574"/>
            <ac:spMk id="4" creationId="{077E4F91-31A0-CDC5-80B6-A1481F953C57}"/>
          </ac:spMkLst>
        </pc:spChg>
        <pc:spChg chg="del">
          <ac:chgData name="Khaled taha" userId="912087602c74ab8a" providerId="LiveId" clId="{58B121E7-63A7-4330-86D4-8A88A1192A57}" dt="2025-07-06T04:26:30.168" v="32661" actId="478"/>
          <ac:spMkLst>
            <pc:docMk/>
            <pc:sldMk cId="1215690693" sldId="574"/>
            <ac:spMk id="6" creationId="{16E34147-08B6-7D21-1CBB-C356E1842B61}"/>
          </ac:spMkLst>
        </pc:spChg>
        <pc:spChg chg="mod">
          <ac:chgData name="Khaled taha" userId="912087602c74ab8a" providerId="LiveId" clId="{58B121E7-63A7-4330-86D4-8A88A1192A57}" dt="2025-07-06T04:24:06.982" v="32583" actId="1076"/>
          <ac:spMkLst>
            <pc:docMk/>
            <pc:sldMk cId="1215690693" sldId="574"/>
            <ac:spMk id="7" creationId="{EDA23C10-57FC-4F41-7AB6-D4F2D6A2C7E7}"/>
          </ac:spMkLst>
        </pc:spChg>
        <pc:spChg chg="add del mod">
          <ac:chgData name="Khaled taha" userId="912087602c74ab8a" providerId="LiveId" clId="{58B121E7-63A7-4330-86D4-8A88A1192A57}" dt="2025-07-06T04:24:27.031" v="32587" actId="21"/>
          <ac:spMkLst>
            <pc:docMk/>
            <pc:sldMk cId="1215690693" sldId="574"/>
            <ac:spMk id="11" creationId="{A3CA3C73-2C96-A944-1BC1-5CDD33A0C73B}"/>
          </ac:spMkLst>
        </pc:spChg>
        <pc:spChg chg="del">
          <ac:chgData name="Khaled taha" userId="912087602c74ab8a" providerId="LiveId" clId="{58B121E7-63A7-4330-86D4-8A88A1192A57}" dt="2025-07-06T04:26:30.168" v="32661" actId="478"/>
          <ac:spMkLst>
            <pc:docMk/>
            <pc:sldMk cId="1215690693" sldId="574"/>
            <ac:spMk id="13" creationId="{A83978CC-DFFC-A0D8-5272-51D1574024BA}"/>
          </ac:spMkLst>
        </pc:spChg>
        <pc:spChg chg="add del mod">
          <ac:chgData name="Khaled taha" userId="912087602c74ab8a" providerId="LiveId" clId="{58B121E7-63A7-4330-86D4-8A88A1192A57}" dt="2025-07-06T04:26:30.168" v="32661" actId="478"/>
          <ac:spMkLst>
            <pc:docMk/>
            <pc:sldMk cId="1215690693" sldId="574"/>
            <ac:spMk id="14" creationId="{75331979-6308-27A9-341E-02BFD37C07B5}"/>
          </ac:spMkLst>
        </pc:spChg>
        <pc:spChg chg="mod">
          <ac:chgData name="Khaled taha" userId="912087602c74ab8a" providerId="LiveId" clId="{58B121E7-63A7-4330-86D4-8A88A1192A57}" dt="2025-07-06T04:23:21.777" v="32539" actId="14100"/>
          <ac:spMkLst>
            <pc:docMk/>
            <pc:sldMk cId="1215690693" sldId="574"/>
            <ac:spMk id="15" creationId="{7A44A737-BB96-B194-D86E-315834B5D86C}"/>
          </ac:spMkLst>
        </pc:spChg>
        <pc:spChg chg="add del mod">
          <ac:chgData name="Khaled taha" userId="912087602c74ab8a" providerId="LiveId" clId="{58B121E7-63A7-4330-86D4-8A88A1192A57}" dt="2025-07-06T04:24:27.031" v="32587" actId="21"/>
          <ac:spMkLst>
            <pc:docMk/>
            <pc:sldMk cId="1215690693" sldId="574"/>
            <ac:spMk id="16" creationId="{1FB7E9C6-555E-EB1F-7F4A-118564FBAE3C}"/>
          </ac:spMkLst>
        </pc:spChg>
        <pc:spChg chg="add mod">
          <ac:chgData name="Khaled taha" userId="912087602c74ab8a" providerId="LiveId" clId="{58B121E7-63A7-4330-86D4-8A88A1192A57}" dt="2025-07-06T04:26:30.434" v="32662"/>
          <ac:spMkLst>
            <pc:docMk/>
            <pc:sldMk cId="1215690693" sldId="574"/>
            <ac:spMk id="19" creationId="{80A65B54-DCA4-1413-7FA7-756FAB8DCB1B}"/>
          </ac:spMkLst>
        </pc:spChg>
        <pc:spChg chg="add mod">
          <ac:chgData name="Khaled taha" userId="912087602c74ab8a" providerId="LiveId" clId="{58B121E7-63A7-4330-86D4-8A88A1192A57}" dt="2025-07-06T04:26:30.434" v="32662"/>
          <ac:spMkLst>
            <pc:docMk/>
            <pc:sldMk cId="1215690693" sldId="574"/>
            <ac:spMk id="20" creationId="{9C243CD4-994B-35F0-FEB3-D76A38CBD565}"/>
          </ac:spMkLst>
        </pc:spChg>
        <pc:spChg chg="add mod">
          <ac:chgData name="Khaled taha" userId="912087602c74ab8a" providerId="LiveId" clId="{58B121E7-63A7-4330-86D4-8A88A1192A57}" dt="2025-07-06T04:26:30.434" v="32662"/>
          <ac:spMkLst>
            <pc:docMk/>
            <pc:sldMk cId="1215690693" sldId="574"/>
            <ac:spMk id="21" creationId="{D87185DC-1FE4-B0F8-31B1-7FD2A0F89FFF}"/>
          </ac:spMkLst>
        </pc:spChg>
        <pc:spChg chg="add mod">
          <ac:chgData name="Khaled taha" userId="912087602c74ab8a" providerId="LiveId" clId="{58B121E7-63A7-4330-86D4-8A88A1192A57}" dt="2025-07-06T04:26:30.434" v="32662"/>
          <ac:spMkLst>
            <pc:docMk/>
            <pc:sldMk cId="1215690693" sldId="574"/>
            <ac:spMk id="22" creationId="{09F59CAC-BDB7-7E08-3D77-8F390740A12F}"/>
          </ac:spMkLst>
        </pc:spChg>
      </pc:sldChg>
      <pc:sldChg chg="add del">
        <pc:chgData name="Khaled taha" userId="912087602c74ab8a" providerId="LiveId" clId="{58B121E7-63A7-4330-86D4-8A88A1192A57}" dt="2025-07-06T04:18:13.666" v="32368" actId="47"/>
        <pc:sldMkLst>
          <pc:docMk/>
          <pc:sldMk cId="4287719161" sldId="574"/>
        </pc:sldMkLst>
      </pc:sldChg>
      <pc:sldChg chg="add del">
        <pc:chgData name="Khaled taha" userId="912087602c74ab8a" providerId="LiveId" clId="{58B121E7-63A7-4330-86D4-8A88A1192A57}" dt="2025-07-06T04:18:14.560" v="32369" actId="47"/>
        <pc:sldMkLst>
          <pc:docMk/>
          <pc:sldMk cId="2684555152" sldId="575"/>
        </pc:sldMkLst>
      </pc:sldChg>
      <pc:sldChg chg="addSp delSp modSp add mod ord">
        <pc:chgData name="Khaled taha" userId="912087602c74ab8a" providerId="LiveId" clId="{58B121E7-63A7-4330-86D4-8A88A1192A57}" dt="2025-07-06T04:26:40.095" v="32664"/>
        <pc:sldMkLst>
          <pc:docMk/>
          <pc:sldMk cId="3841588803" sldId="575"/>
        </pc:sldMkLst>
        <pc:spChg chg="del">
          <ac:chgData name="Khaled taha" userId="912087602c74ab8a" providerId="LiveId" clId="{58B121E7-63A7-4330-86D4-8A88A1192A57}" dt="2025-07-06T04:26:39.873" v="32663" actId="478"/>
          <ac:spMkLst>
            <pc:docMk/>
            <pc:sldMk cId="3841588803" sldId="575"/>
            <ac:spMk id="3" creationId="{C7057D55-3E14-3598-995D-C7A6D5F73FF1}"/>
          </ac:spMkLst>
        </pc:spChg>
        <pc:spChg chg="del">
          <ac:chgData name="Khaled taha" userId="912087602c74ab8a" providerId="LiveId" clId="{58B121E7-63A7-4330-86D4-8A88A1192A57}" dt="2025-07-06T04:26:39.873" v="32663" actId="478"/>
          <ac:spMkLst>
            <pc:docMk/>
            <pc:sldMk cId="3841588803" sldId="575"/>
            <ac:spMk id="6" creationId="{8695AFAC-EA6F-0182-2D6D-63B76493E72E}"/>
          </ac:spMkLst>
        </pc:spChg>
        <pc:spChg chg="del">
          <ac:chgData name="Khaled taha" userId="912087602c74ab8a" providerId="LiveId" clId="{58B121E7-63A7-4330-86D4-8A88A1192A57}" dt="2025-07-06T04:24:33.257" v="32589" actId="478"/>
          <ac:spMkLst>
            <pc:docMk/>
            <pc:sldMk cId="3841588803" sldId="575"/>
            <ac:spMk id="11" creationId="{BBCD2A64-F949-AA1D-49B7-4DF545429644}"/>
          </ac:spMkLst>
        </pc:spChg>
        <pc:spChg chg="del">
          <ac:chgData name="Khaled taha" userId="912087602c74ab8a" providerId="LiveId" clId="{58B121E7-63A7-4330-86D4-8A88A1192A57}" dt="2025-07-06T04:26:39.873" v="32663" actId="478"/>
          <ac:spMkLst>
            <pc:docMk/>
            <pc:sldMk cId="3841588803" sldId="575"/>
            <ac:spMk id="13" creationId="{3A45B836-DB2E-F20C-8B9E-DA0460CD0FC8}"/>
          </ac:spMkLst>
        </pc:spChg>
        <pc:spChg chg="del">
          <ac:chgData name="Khaled taha" userId="912087602c74ab8a" providerId="LiveId" clId="{58B121E7-63A7-4330-86D4-8A88A1192A57}" dt="2025-07-06T04:24:33.257" v="32589" actId="478"/>
          <ac:spMkLst>
            <pc:docMk/>
            <pc:sldMk cId="3841588803" sldId="575"/>
            <ac:spMk id="14" creationId="{63283CD2-7C42-C9B6-2EBF-02DB3D1C3EF4}"/>
          </ac:spMkLst>
        </pc:spChg>
        <pc:spChg chg="del">
          <ac:chgData name="Khaled taha" userId="912087602c74ab8a" providerId="LiveId" clId="{58B121E7-63A7-4330-86D4-8A88A1192A57}" dt="2025-07-06T04:24:33.257" v="32589" actId="478"/>
          <ac:spMkLst>
            <pc:docMk/>
            <pc:sldMk cId="3841588803" sldId="575"/>
            <ac:spMk id="16" creationId="{7C995801-C866-2B97-EACA-B7DD7904C236}"/>
          </ac:spMkLst>
        </pc:spChg>
        <pc:spChg chg="add mod">
          <ac:chgData name="Khaled taha" userId="912087602c74ab8a" providerId="LiveId" clId="{58B121E7-63A7-4330-86D4-8A88A1192A57}" dt="2025-07-06T04:26:40.095" v="32664"/>
          <ac:spMkLst>
            <pc:docMk/>
            <pc:sldMk cId="3841588803" sldId="575"/>
            <ac:spMk id="19" creationId="{7703D73F-D13F-BE4C-9AD5-B58CE0997AD1}"/>
          </ac:spMkLst>
        </pc:spChg>
        <pc:spChg chg="add mod">
          <ac:chgData name="Khaled taha" userId="912087602c74ab8a" providerId="LiveId" clId="{58B121E7-63A7-4330-86D4-8A88A1192A57}" dt="2025-07-06T04:26:40.095" v="32664"/>
          <ac:spMkLst>
            <pc:docMk/>
            <pc:sldMk cId="3841588803" sldId="575"/>
            <ac:spMk id="20" creationId="{71F30DD8-8541-BE75-0476-1CC3C79EEA94}"/>
          </ac:spMkLst>
        </pc:spChg>
        <pc:spChg chg="add mod">
          <ac:chgData name="Khaled taha" userId="912087602c74ab8a" providerId="LiveId" clId="{58B121E7-63A7-4330-86D4-8A88A1192A57}" dt="2025-07-06T04:26:40.095" v="32664"/>
          <ac:spMkLst>
            <pc:docMk/>
            <pc:sldMk cId="3841588803" sldId="575"/>
            <ac:spMk id="21" creationId="{9B56AC78-12CA-339F-2B74-51FDBFC2D9EB}"/>
          </ac:spMkLst>
        </pc:spChg>
      </pc:sldChg>
      <pc:sldChg chg="addSp modSp add mod">
        <pc:chgData name="Khaled taha" userId="912087602c74ab8a" providerId="LiveId" clId="{58B121E7-63A7-4330-86D4-8A88A1192A57}" dt="2025-07-06T04:44:46.221" v="33009" actId="1037"/>
        <pc:sldMkLst>
          <pc:docMk/>
          <pc:sldMk cId="1946507108" sldId="576"/>
        </pc:sldMkLst>
        <pc:spChg chg="mod">
          <ac:chgData name="Khaled taha" userId="912087602c74ab8a" providerId="LiveId" clId="{58B121E7-63A7-4330-86D4-8A88A1192A57}" dt="2025-07-06T04:26:19.130" v="32659" actId="1076"/>
          <ac:spMkLst>
            <pc:docMk/>
            <pc:sldMk cId="1946507108" sldId="576"/>
            <ac:spMk id="3" creationId="{AFAF4297-2112-9C3F-77EC-9F8FD73DF64B}"/>
          </ac:spMkLst>
        </pc:spChg>
        <pc:spChg chg="mod">
          <ac:chgData name="Khaled taha" userId="912087602c74ab8a" providerId="LiveId" clId="{58B121E7-63A7-4330-86D4-8A88A1192A57}" dt="2025-07-06T04:26:13.788" v="32656" actId="1076"/>
          <ac:spMkLst>
            <pc:docMk/>
            <pc:sldMk cId="1946507108" sldId="576"/>
            <ac:spMk id="6" creationId="{E0D5DB28-9E8A-594D-C644-76DA4C62099A}"/>
          </ac:spMkLst>
        </pc:spChg>
        <pc:spChg chg="mod">
          <ac:chgData name="Khaled taha" userId="912087602c74ab8a" providerId="LiveId" clId="{58B121E7-63A7-4330-86D4-8A88A1192A57}" dt="2025-07-06T04:26:21.581" v="32660" actId="1076"/>
          <ac:spMkLst>
            <pc:docMk/>
            <pc:sldMk cId="1946507108" sldId="576"/>
            <ac:spMk id="13" creationId="{F5828178-0977-7BC1-8F46-E7AF9BD43F52}"/>
          </ac:spMkLst>
        </pc:spChg>
        <pc:spChg chg="add mod">
          <ac:chgData name="Khaled taha" userId="912087602c74ab8a" providerId="LiveId" clId="{58B121E7-63A7-4330-86D4-8A88A1192A57}" dt="2025-07-06T04:25:29.347" v="32622" actId="20577"/>
          <ac:spMkLst>
            <pc:docMk/>
            <pc:sldMk cId="1946507108" sldId="576"/>
            <ac:spMk id="19" creationId="{6FA7B918-056E-8E91-6141-E23528F8053F}"/>
          </ac:spMkLst>
        </pc:spChg>
        <pc:spChg chg="add mod">
          <ac:chgData name="Khaled taha" userId="912087602c74ab8a" providerId="LiveId" clId="{58B121E7-63A7-4330-86D4-8A88A1192A57}" dt="2025-07-06T04:26:11.068" v="32655" actId="1076"/>
          <ac:spMkLst>
            <pc:docMk/>
            <pc:sldMk cId="1946507108" sldId="576"/>
            <ac:spMk id="20" creationId="{C0E5EE65-35FE-95C9-8AB6-5966E9BFD1FE}"/>
          </ac:spMkLst>
        </pc:spChg>
        <pc:spChg chg="add mod">
          <ac:chgData name="Khaled taha" userId="912087602c74ab8a" providerId="LiveId" clId="{58B121E7-63A7-4330-86D4-8A88A1192A57}" dt="2025-07-06T04:25:55.620" v="32654" actId="313"/>
          <ac:spMkLst>
            <pc:docMk/>
            <pc:sldMk cId="1946507108" sldId="576"/>
            <ac:spMk id="21" creationId="{A6091720-7BA4-7288-C3BE-B03AD3734FB2}"/>
          </ac:spMkLst>
        </pc:spChg>
        <pc:spChg chg="add mod">
          <ac:chgData name="Khaled taha" userId="912087602c74ab8a" providerId="LiveId" clId="{58B121E7-63A7-4330-86D4-8A88A1192A57}" dt="2025-07-06T04:44:46.221" v="33009" actId="1037"/>
          <ac:spMkLst>
            <pc:docMk/>
            <pc:sldMk cId="1946507108" sldId="576"/>
            <ac:spMk id="22" creationId="{8998D8EF-654B-CFA1-BB8A-A5D74666794F}"/>
          </ac:spMkLst>
        </pc:spChg>
        <pc:spChg chg="add mod">
          <ac:chgData name="Khaled taha" userId="912087602c74ab8a" providerId="LiveId" clId="{58B121E7-63A7-4330-86D4-8A88A1192A57}" dt="2025-07-06T04:44:46.221" v="33009" actId="1037"/>
          <ac:spMkLst>
            <pc:docMk/>
            <pc:sldMk cId="1946507108" sldId="576"/>
            <ac:spMk id="23" creationId="{023A82BB-B7D8-BDD4-4294-337FB03AD7DA}"/>
          </ac:spMkLst>
        </pc:spChg>
      </pc:sldChg>
      <pc:sldChg chg="addSp delSp modSp add mod modTransition delAnim">
        <pc:chgData name="Khaled taha" userId="912087602c74ab8a" providerId="LiveId" clId="{58B121E7-63A7-4330-86D4-8A88A1192A57}" dt="2025-07-06T04:32:15.196" v="32734" actId="1076"/>
        <pc:sldMkLst>
          <pc:docMk/>
          <pc:sldMk cId="216237867" sldId="577"/>
        </pc:sldMkLst>
        <pc:spChg chg="add mod">
          <ac:chgData name="Khaled taha" userId="912087602c74ab8a" providerId="LiveId" clId="{58B121E7-63A7-4330-86D4-8A88A1192A57}" dt="2025-07-06T04:32:12.621" v="32733" actId="14100"/>
          <ac:spMkLst>
            <pc:docMk/>
            <pc:sldMk cId="216237867" sldId="577"/>
            <ac:spMk id="3" creationId="{30512856-371A-955F-2E6A-70530FA699DF}"/>
          </ac:spMkLst>
        </pc:spChg>
        <pc:spChg chg="add del mod">
          <ac:chgData name="Khaled taha" userId="912087602c74ab8a" providerId="LiveId" clId="{58B121E7-63A7-4330-86D4-8A88A1192A57}" dt="2025-07-06T04:31:18.893" v="32712" actId="14100"/>
          <ac:spMkLst>
            <pc:docMk/>
            <pc:sldMk cId="216237867" sldId="577"/>
            <ac:spMk id="6" creationId="{32250A57-8C6B-5204-BBE8-19F5446A90E4}"/>
          </ac:spMkLst>
        </pc:spChg>
        <pc:spChg chg="add del">
          <ac:chgData name="Khaled taha" userId="912087602c74ab8a" providerId="LiveId" clId="{58B121E7-63A7-4330-86D4-8A88A1192A57}" dt="2025-07-06T04:28:54.654" v="32687" actId="22"/>
          <ac:spMkLst>
            <pc:docMk/>
            <pc:sldMk cId="216237867" sldId="577"/>
            <ac:spMk id="8" creationId="{A9B09FCE-22DB-A0EB-6B58-484540A2B8FB}"/>
          </ac:spMkLst>
        </pc:spChg>
        <pc:spChg chg="add del mod">
          <ac:chgData name="Khaled taha" userId="912087602c74ab8a" providerId="LiveId" clId="{58B121E7-63A7-4330-86D4-8A88A1192A57}" dt="2025-07-06T04:31:53.005" v="32720" actId="478"/>
          <ac:spMkLst>
            <pc:docMk/>
            <pc:sldMk cId="216237867" sldId="577"/>
            <ac:spMk id="9" creationId="{0262F3FC-B471-1A0E-1F0A-863BCDA4DB7A}"/>
          </ac:spMkLst>
        </pc:spChg>
        <pc:spChg chg="mod">
          <ac:chgData name="Khaled taha" userId="912087602c74ab8a" providerId="LiveId" clId="{58B121E7-63A7-4330-86D4-8A88A1192A57}" dt="2025-07-06T04:31:53.237" v="32721"/>
          <ac:spMkLst>
            <pc:docMk/>
            <pc:sldMk cId="216237867" sldId="577"/>
            <ac:spMk id="12" creationId="{5D75A77A-7685-A814-88AA-F044AB20D11C}"/>
          </ac:spMkLst>
        </pc:spChg>
        <pc:spChg chg="mod">
          <ac:chgData name="Khaled taha" userId="912087602c74ab8a" providerId="LiveId" clId="{58B121E7-63A7-4330-86D4-8A88A1192A57}" dt="2025-07-06T04:31:53.237" v="32721"/>
          <ac:spMkLst>
            <pc:docMk/>
            <pc:sldMk cId="216237867" sldId="577"/>
            <ac:spMk id="13" creationId="{573B7D88-B9D8-1A48-4E28-BDB6B7C4F204}"/>
          </ac:spMkLst>
        </pc:spChg>
        <pc:spChg chg="mod">
          <ac:chgData name="Khaled taha" userId="912087602c74ab8a" providerId="LiveId" clId="{58B121E7-63A7-4330-86D4-8A88A1192A57}" dt="2025-07-06T04:31:53.237" v="32721"/>
          <ac:spMkLst>
            <pc:docMk/>
            <pc:sldMk cId="216237867" sldId="577"/>
            <ac:spMk id="14" creationId="{F71E4D1E-E61B-8BE0-EE04-84DF1F011579}"/>
          </ac:spMkLst>
        </pc:spChg>
        <pc:spChg chg="del">
          <ac:chgData name="Khaled taha" userId="912087602c74ab8a" providerId="LiveId" clId="{58B121E7-63A7-4330-86D4-8A88A1192A57}" dt="2025-07-06T04:28:22.962" v="32675" actId="478"/>
          <ac:spMkLst>
            <pc:docMk/>
            <pc:sldMk cId="216237867" sldId="577"/>
            <ac:spMk id="17" creationId="{99841316-F3C1-539C-1D00-AC3B0882048F}"/>
          </ac:spMkLst>
        </pc:spChg>
        <pc:spChg chg="del">
          <ac:chgData name="Khaled taha" userId="912087602c74ab8a" providerId="LiveId" clId="{58B121E7-63A7-4330-86D4-8A88A1192A57}" dt="2025-07-06T04:28:22.962" v="32675" actId="478"/>
          <ac:spMkLst>
            <pc:docMk/>
            <pc:sldMk cId="216237867" sldId="577"/>
            <ac:spMk id="18" creationId="{392586F4-A0EF-3687-E982-BE7DABC67416}"/>
          </ac:spMkLst>
        </pc:spChg>
        <pc:grpChg chg="add mod">
          <ac:chgData name="Khaled taha" userId="912087602c74ab8a" providerId="LiveId" clId="{58B121E7-63A7-4330-86D4-8A88A1192A57}" dt="2025-07-06T04:32:15.196" v="32734" actId="1076"/>
          <ac:grpSpMkLst>
            <pc:docMk/>
            <pc:sldMk cId="216237867" sldId="577"/>
            <ac:grpSpMk id="10" creationId="{8484AC29-F54E-672C-FA84-D53C1E988474}"/>
          </ac:grpSpMkLst>
        </pc:grpChg>
      </pc:sldChg>
      <pc:sldChg chg="addSp delSp modSp add mod ord">
        <pc:chgData name="Khaled taha" userId="912087602c74ab8a" providerId="LiveId" clId="{58B121E7-63A7-4330-86D4-8A88A1192A57}" dt="2025-07-06T04:36:50.508" v="32852" actId="1076"/>
        <pc:sldMkLst>
          <pc:docMk/>
          <pc:sldMk cId="4221369421" sldId="578"/>
        </pc:sldMkLst>
        <pc:spChg chg="del">
          <ac:chgData name="Khaled taha" userId="912087602c74ab8a" providerId="LiveId" clId="{58B121E7-63A7-4330-86D4-8A88A1192A57}" dt="2025-07-06T04:32:56.337" v="32738" actId="478"/>
          <ac:spMkLst>
            <pc:docMk/>
            <pc:sldMk cId="4221369421" sldId="578"/>
            <ac:spMk id="3" creationId="{1677D995-B303-4DB3-2D1C-43BE047EC537}"/>
          </ac:spMkLst>
        </pc:spChg>
        <pc:spChg chg="add mod">
          <ac:chgData name="Khaled taha" userId="912087602c74ab8a" providerId="LiveId" clId="{58B121E7-63A7-4330-86D4-8A88A1192A57}" dt="2025-07-06T04:33:24.181" v="32747" actId="14100"/>
          <ac:spMkLst>
            <pc:docMk/>
            <pc:sldMk cId="4221369421" sldId="578"/>
            <ac:spMk id="5" creationId="{ABDEC886-E970-E469-1794-2617A477EFDD}"/>
          </ac:spMkLst>
        </pc:spChg>
        <pc:spChg chg="del">
          <ac:chgData name="Khaled taha" userId="912087602c74ab8a" providerId="LiveId" clId="{58B121E7-63A7-4330-86D4-8A88A1192A57}" dt="2025-07-06T04:32:56.337" v="32738" actId="478"/>
          <ac:spMkLst>
            <pc:docMk/>
            <pc:sldMk cId="4221369421" sldId="578"/>
            <ac:spMk id="6" creationId="{BFE59768-5098-FD43-E773-A9FB4EDEC8DE}"/>
          </ac:spMkLst>
        </pc:spChg>
        <pc:spChg chg="add mod">
          <ac:chgData name="Khaled taha" userId="912087602c74ab8a" providerId="LiveId" clId="{58B121E7-63A7-4330-86D4-8A88A1192A57}" dt="2025-07-06T04:36:26.914" v="32847" actId="313"/>
          <ac:spMkLst>
            <pc:docMk/>
            <pc:sldMk cId="4221369421" sldId="578"/>
            <ac:spMk id="7" creationId="{31C266B5-944C-FA21-7B2A-603BAE01E439}"/>
          </ac:spMkLst>
        </pc:spChg>
        <pc:spChg chg="add mod ord">
          <ac:chgData name="Khaled taha" userId="912087602c74ab8a" providerId="LiveId" clId="{58B121E7-63A7-4330-86D4-8A88A1192A57}" dt="2025-07-06T04:36:44.089" v="32850" actId="164"/>
          <ac:spMkLst>
            <pc:docMk/>
            <pc:sldMk cId="4221369421" sldId="578"/>
            <ac:spMk id="8" creationId="{9CEC06A6-5FEF-19FC-EF1C-697B6D66861C}"/>
          </ac:spMkLst>
        </pc:spChg>
        <pc:spChg chg="mod topLvl">
          <ac:chgData name="Khaled taha" userId="912087602c74ab8a" providerId="LiveId" clId="{58B121E7-63A7-4330-86D4-8A88A1192A57}" dt="2025-07-06T04:36:44.089" v="32850" actId="164"/>
          <ac:spMkLst>
            <pc:docMk/>
            <pc:sldMk cId="4221369421" sldId="578"/>
            <ac:spMk id="15" creationId="{61ACA5AA-1850-D044-34F8-83EABCE4E282}"/>
          </ac:spMkLst>
        </pc:spChg>
        <pc:spChg chg="del mod">
          <ac:chgData name="Khaled taha" userId="912087602c74ab8a" providerId="LiveId" clId="{58B121E7-63A7-4330-86D4-8A88A1192A57}" dt="2025-07-06T04:35:31.358" v="32829" actId="478"/>
          <ac:spMkLst>
            <pc:docMk/>
            <pc:sldMk cId="4221369421" sldId="578"/>
            <ac:spMk id="16" creationId="{AC52D0B4-718B-42A8-4FFF-F0C3D0B5C51C}"/>
          </ac:spMkLst>
        </pc:spChg>
        <pc:spChg chg="mod ord topLvl">
          <ac:chgData name="Khaled taha" userId="912087602c74ab8a" providerId="LiveId" clId="{58B121E7-63A7-4330-86D4-8A88A1192A57}" dt="2025-07-06T04:36:44.089" v="32850" actId="164"/>
          <ac:spMkLst>
            <pc:docMk/>
            <pc:sldMk cId="4221369421" sldId="578"/>
            <ac:spMk id="17" creationId="{D07F600F-F8D8-67BE-FB62-FB065038EA0C}"/>
          </ac:spMkLst>
        </pc:spChg>
        <pc:grpChg chg="add del mod">
          <ac:chgData name="Khaled taha" userId="912087602c74ab8a" providerId="LiveId" clId="{58B121E7-63A7-4330-86D4-8A88A1192A57}" dt="2025-07-06T04:36:01.483" v="32837" actId="165"/>
          <ac:grpSpMkLst>
            <pc:docMk/>
            <pc:sldMk cId="4221369421" sldId="578"/>
            <ac:grpSpMk id="9" creationId="{C0D9D83E-8A14-C864-EEA9-BEABB728CE7E}"/>
          </ac:grpSpMkLst>
        </pc:grpChg>
        <pc:grpChg chg="del">
          <ac:chgData name="Khaled taha" userId="912087602c74ab8a" providerId="LiveId" clId="{58B121E7-63A7-4330-86D4-8A88A1192A57}" dt="2025-07-06T04:32:56.337" v="32738" actId="478"/>
          <ac:grpSpMkLst>
            <pc:docMk/>
            <pc:sldMk cId="4221369421" sldId="578"/>
            <ac:grpSpMk id="10" creationId="{80DD9884-3650-E91C-FC7D-80288F7C11C1}"/>
          </ac:grpSpMkLst>
        </pc:grpChg>
        <pc:grpChg chg="add mod">
          <ac:chgData name="Khaled taha" userId="912087602c74ab8a" providerId="LiveId" clId="{58B121E7-63A7-4330-86D4-8A88A1192A57}" dt="2025-07-06T04:36:50.508" v="32852" actId="1076"/>
          <ac:grpSpMkLst>
            <pc:docMk/>
            <pc:sldMk cId="4221369421" sldId="578"/>
            <ac:grpSpMk id="18" creationId="{795FD894-1488-0807-7DFD-68E60B1B6092}"/>
          </ac:grpSpMkLst>
        </pc:grpChg>
      </pc:sldChg>
      <pc:sldChg chg="addSp delSp modSp add mod">
        <pc:chgData name="Khaled taha" userId="912087602c74ab8a" providerId="LiveId" clId="{58B121E7-63A7-4330-86D4-8A88A1192A57}" dt="2025-07-06T04:39:33.717" v="32906" actId="1076"/>
        <pc:sldMkLst>
          <pc:docMk/>
          <pc:sldMk cId="3625017534" sldId="579"/>
        </pc:sldMkLst>
        <pc:spChg chg="add mod">
          <ac:chgData name="Khaled taha" userId="912087602c74ab8a" providerId="LiveId" clId="{58B121E7-63A7-4330-86D4-8A88A1192A57}" dt="2025-07-06T04:37:34.770" v="32875" actId="1076"/>
          <ac:spMkLst>
            <pc:docMk/>
            <pc:sldMk cId="3625017534" sldId="579"/>
            <ac:spMk id="3" creationId="{6A38B396-CECD-BC62-A91B-1C704FA949C7}"/>
          </ac:spMkLst>
        </pc:spChg>
        <pc:spChg chg="mod">
          <ac:chgData name="Khaled taha" userId="912087602c74ab8a" providerId="LiveId" clId="{58B121E7-63A7-4330-86D4-8A88A1192A57}" dt="2025-07-06T04:39:24.037" v="32903" actId="14100"/>
          <ac:spMkLst>
            <pc:docMk/>
            <pc:sldMk cId="3625017534" sldId="579"/>
            <ac:spMk id="5" creationId="{DEAB2E1A-12D9-AFCB-3ADF-8A56A6747912}"/>
          </ac:spMkLst>
        </pc:spChg>
        <pc:spChg chg="add mod">
          <ac:chgData name="Khaled taha" userId="912087602c74ab8a" providerId="LiveId" clId="{58B121E7-63A7-4330-86D4-8A88A1192A57}" dt="2025-07-06T04:38:48.083" v="32894" actId="164"/>
          <ac:spMkLst>
            <pc:docMk/>
            <pc:sldMk cId="3625017534" sldId="579"/>
            <ac:spMk id="6" creationId="{B1564707-F0A2-60E4-BD7C-49481B4AA913}"/>
          </ac:spMkLst>
        </pc:spChg>
        <pc:spChg chg="del">
          <ac:chgData name="Khaled taha" userId="912087602c74ab8a" providerId="LiveId" clId="{58B121E7-63A7-4330-86D4-8A88A1192A57}" dt="2025-07-06T04:37:19.148" v="32868" actId="478"/>
          <ac:spMkLst>
            <pc:docMk/>
            <pc:sldMk cId="3625017534" sldId="579"/>
            <ac:spMk id="7" creationId="{BC23C9EB-7DEC-0184-7362-C638EFF435FB}"/>
          </ac:spMkLst>
        </pc:spChg>
        <pc:spChg chg="del">
          <ac:chgData name="Khaled taha" userId="912087602c74ab8a" providerId="LiveId" clId="{58B121E7-63A7-4330-86D4-8A88A1192A57}" dt="2025-07-06T04:37:21.970" v="32869" actId="478"/>
          <ac:spMkLst>
            <pc:docMk/>
            <pc:sldMk cId="3625017534" sldId="579"/>
            <ac:spMk id="8" creationId="{ECAC42AB-09BF-DDB4-8B1A-50E06A2B60A2}"/>
          </ac:spMkLst>
        </pc:spChg>
        <pc:spChg chg="mod topLvl">
          <ac:chgData name="Khaled taha" userId="912087602c74ab8a" providerId="LiveId" clId="{58B121E7-63A7-4330-86D4-8A88A1192A57}" dt="2025-07-06T04:38:48.083" v="32894" actId="164"/>
          <ac:spMkLst>
            <pc:docMk/>
            <pc:sldMk cId="3625017534" sldId="579"/>
            <ac:spMk id="15" creationId="{A8F044EC-EA40-F52D-1051-7683B8F0B76B}"/>
          </ac:spMkLst>
        </pc:spChg>
        <pc:spChg chg="mod ord topLvl">
          <ac:chgData name="Khaled taha" userId="912087602c74ab8a" providerId="LiveId" clId="{58B121E7-63A7-4330-86D4-8A88A1192A57}" dt="2025-07-06T04:38:48.083" v="32894" actId="164"/>
          <ac:spMkLst>
            <pc:docMk/>
            <pc:sldMk cId="3625017534" sldId="579"/>
            <ac:spMk id="17" creationId="{D0057492-9988-EF17-BE82-D92EF9F861D7}"/>
          </ac:spMkLst>
        </pc:spChg>
        <pc:grpChg chg="add mod">
          <ac:chgData name="Khaled taha" userId="912087602c74ab8a" providerId="LiveId" clId="{58B121E7-63A7-4330-86D4-8A88A1192A57}" dt="2025-07-06T04:39:33.717" v="32906" actId="1076"/>
          <ac:grpSpMkLst>
            <pc:docMk/>
            <pc:sldMk cId="3625017534" sldId="579"/>
            <ac:grpSpMk id="9" creationId="{62AC5A44-FB1C-3C96-E6E1-5446A60DA99E}"/>
          </ac:grpSpMkLst>
        </pc:grpChg>
        <pc:grpChg chg="add del mod">
          <ac:chgData name="Khaled taha" userId="912087602c74ab8a" providerId="LiveId" clId="{58B121E7-63A7-4330-86D4-8A88A1192A57}" dt="2025-07-06T04:38:06.847" v="32884" actId="165"/>
          <ac:grpSpMkLst>
            <pc:docMk/>
            <pc:sldMk cId="3625017534" sldId="579"/>
            <ac:grpSpMk id="18" creationId="{C7D36072-A7DC-6CE5-0A12-39B4B09C247D}"/>
          </ac:grpSpMkLst>
        </pc:grpChg>
      </pc:sldChg>
      <pc:sldChg chg="addSp delSp modSp add mod">
        <pc:chgData name="Khaled taha" userId="912087602c74ab8a" providerId="LiveId" clId="{58B121E7-63A7-4330-86D4-8A88A1192A57}" dt="2025-07-06T04:41:15.613" v="32919" actId="14100"/>
        <pc:sldMkLst>
          <pc:docMk/>
          <pc:sldMk cId="3987788807" sldId="580"/>
        </pc:sldMkLst>
        <pc:spChg chg="add mod">
          <ac:chgData name="Khaled taha" userId="912087602c74ab8a" providerId="LiveId" clId="{58B121E7-63A7-4330-86D4-8A88A1192A57}" dt="2025-07-06T04:41:15.613" v="32919" actId="14100"/>
          <ac:spMkLst>
            <pc:docMk/>
            <pc:sldMk cId="3987788807" sldId="580"/>
            <ac:spMk id="3" creationId="{CD014160-C292-F35E-EDCC-342086F9D74F}"/>
          </ac:spMkLst>
        </pc:spChg>
        <pc:spChg chg="del">
          <ac:chgData name="Khaled taha" userId="912087602c74ab8a" providerId="LiveId" clId="{58B121E7-63A7-4330-86D4-8A88A1192A57}" dt="2025-07-06T04:40:54.323" v="32911" actId="478"/>
          <ac:spMkLst>
            <pc:docMk/>
            <pc:sldMk cId="3987788807" sldId="580"/>
            <ac:spMk id="5" creationId="{4607552A-C156-FDBF-C2AF-FD2DE0BD3ADE}"/>
          </ac:spMkLst>
        </pc:spChg>
        <pc:grpChg chg="del">
          <ac:chgData name="Khaled taha" userId="912087602c74ab8a" providerId="LiveId" clId="{58B121E7-63A7-4330-86D4-8A88A1192A57}" dt="2025-07-06T04:40:41.976" v="32910" actId="478"/>
          <ac:grpSpMkLst>
            <pc:docMk/>
            <pc:sldMk cId="3987788807" sldId="580"/>
            <ac:grpSpMk id="9" creationId="{8D0EFE88-029B-7892-3CA1-B04F16AB352C}"/>
          </ac:grpSpMkLst>
        </pc:grpChg>
      </pc:sldChg>
      <pc:sldChg chg="addSp delSp modSp add mod">
        <pc:chgData name="Khaled taha" userId="912087602c74ab8a" providerId="LiveId" clId="{58B121E7-63A7-4330-86D4-8A88A1192A57}" dt="2025-07-06T05:42:27.338" v="33204" actId="1076"/>
        <pc:sldMkLst>
          <pc:docMk/>
          <pc:sldMk cId="1073791665" sldId="581"/>
        </pc:sldMkLst>
        <pc:spChg chg="add">
          <ac:chgData name="Khaled taha" userId="912087602c74ab8a" providerId="LiveId" clId="{58B121E7-63A7-4330-86D4-8A88A1192A57}" dt="2025-07-06T05:33:18.637" v="33073"/>
          <ac:spMkLst>
            <pc:docMk/>
            <pc:sldMk cId="1073791665" sldId="581"/>
            <ac:spMk id="2" creationId="{A60BCFCA-70F9-1736-CA99-9DBB4D9E700C}"/>
          </ac:spMkLst>
        </pc:spChg>
        <pc:spChg chg="add del mod">
          <ac:chgData name="Khaled taha" userId="912087602c74ab8a" providerId="LiveId" clId="{58B121E7-63A7-4330-86D4-8A88A1192A57}" dt="2025-07-06T05:33:30.874" v="33076" actId="478"/>
          <ac:spMkLst>
            <pc:docMk/>
            <pc:sldMk cId="1073791665" sldId="581"/>
            <ac:spMk id="3" creationId="{44D1D0A7-F3A3-BA3E-A814-E60B00861AA9}"/>
          </ac:spMkLst>
        </pc:spChg>
        <pc:spChg chg="add del mod">
          <ac:chgData name="Khaled taha" userId="912087602c74ab8a" providerId="LiveId" clId="{58B121E7-63A7-4330-86D4-8A88A1192A57}" dt="2025-07-06T05:33:51.932" v="33081" actId="478"/>
          <ac:spMkLst>
            <pc:docMk/>
            <pc:sldMk cId="1073791665" sldId="581"/>
            <ac:spMk id="5" creationId="{874F855D-2F02-D592-1265-57AC9A118425}"/>
          </ac:spMkLst>
        </pc:spChg>
        <pc:spChg chg="mod ord topLvl">
          <ac:chgData name="Khaled taha" userId="912087602c74ab8a" providerId="LiveId" clId="{58B121E7-63A7-4330-86D4-8A88A1192A57}" dt="2025-07-06T05:42:02.503" v="33195" actId="164"/>
          <ac:spMkLst>
            <pc:docMk/>
            <pc:sldMk cId="1073791665" sldId="581"/>
            <ac:spMk id="16" creationId="{C1F95B60-0C03-6C48-3289-A53145A3616A}"/>
          </ac:spMkLst>
        </pc:spChg>
        <pc:spChg chg="mod ord topLvl">
          <ac:chgData name="Khaled taha" userId="912087602c74ab8a" providerId="LiveId" clId="{58B121E7-63A7-4330-86D4-8A88A1192A57}" dt="2025-07-06T05:42:02.503" v="33195" actId="164"/>
          <ac:spMkLst>
            <pc:docMk/>
            <pc:sldMk cId="1073791665" sldId="581"/>
            <ac:spMk id="18" creationId="{7B924B9A-C72C-39DB-F17E-9679EE701FCB}"/>
          </ac:spMkLst>
        </pc:spChg>
        <pc:grpChg chg="add del mod">
          <ac:chgData name="Khaled taha" userId="912087602c74ab8a" providerId="LiveId" clId="{58B121E7-63A7-4330-86D4-8A88A1192A57}" dt="2025-07-06T05:39:40.810" v="33152" actId="165"/>
          <ac:grpSpMkLst>
            <pc:docMk/>
            <pc:sldMk cId="1073791665" sldId="581"/>
            <ac:grpSpMk id="14" creationId="{380D36E1-0D1A-E13E-6213-5082BBC7FC57}"/>
          </ac:grpSpMkLst>
        </pc:grpChg>
        <pc:grpChg chg="add mod">
          <ac:chgData name="Khaled taha" userId="912087602c74ab8a" providerId="LiveId" clId="{58B121E7-63A7-4330-86D4-8A88A1192A57}" dt="2025-07-06T05:42:27.338" v="33204" actId="1076"/>
          <ac:grpSpMkLst>
            <pc:docMk/>
            <pc:sldMk cId="1073791665" sldId="581"/>
            <ac:grpSpMk id="19" creationId="{BDBD1718-FF99-D35B-37F5-88BE1D93C11E}"/>
          </ac:grpSpMkLst>
        </pc:grpChg>
        <pc:picChg chg="add del mod">
          <ac:chgData name="Khaled taha" userId="912087602c74ab8a" providerId="LiveId" clId="{58B121E7-63A7-4330-86D4-8A88A1192A57}" dt="2025-07-06T05:39:00.989" v="33145" actId="22"/>
          <ac:picMkLst>
            <pc:docMk/>
            <pc:sldMk cId="1073791665" sldId="581"/>
            <ac:picMk id="8" creationId="{4B942F4B-1912-EB83-169B-C3B30DD164E7}"/>
          </ac:picMkLst>
        </pc:picChg>
        <pc:picChg chg="add mod">
          <ac:chgData name="Khaled taha" userId="912087602c74ab8a" providerId="LiveId" clId="{58B121E7-63A7-4330-86D4-8A88A1192A57}" dt="2025-07-06T05:42:02.503" v="33195" actId="164"/>
          <ac:picMkLst>
            <pc:docMk/>
            <pc:sldMk cId="1073791665" sldId="581"/>
            <ac:picMk id="13" creationId="{82657B8F-A58F-2BEB-5BB0-202CBDA76814}"/>
          </ac:picMkLst>
        </pc:picChg>
        <pc:picChg chg="del">
          <ac:chgData name="Khaled taha" userId="912087602c74ab8a" providerId="LiveId" clId="{58B121E7-63A7-4330-86D4-8A88A1192A57}" dt="2025-07-06T05:33:18.217" v="33072" actId="478"/>
          <ac:picMkLst>
            <pc:docMk/>
            <pc:sldMk cId="1073791665" sldId="581"/>
            <ac:picMk id="15" creationId="{A4042215-41B8-85E8-F2E8-C854C362E38F}"/>
          </ac:picMkLst>
        </pc:picChg>
        <pc:picChg chg="del mod topLvl">
          <ac:chgData name="Khaled taha" userId="912087602c74ab8a" providerId="LiveId" clId="{58B121E7-63A7-4330-86D4-8A88A1192A57}" dt="2025-07-06T05:39:49.155" v="33155" actId="478"/>
          <ac:picMkLst>
            <pc:docMk/>
            <pc:sldMk cId="1073791665" sldId="581"/>
            <ac:picMk id="17" creationId="{A051B00D-C459-CEF4-8B08-08AA7B74D6CE}"/>
          </ac:picMkLst>
        </pc:picChg>
      </pc:sldChg>
      <pc:sldChg chg="addSp delSp modSp add del mod">
        <pc:chgData name="Khaled taha" userId="912087602c74ab8a" providerId="LiveId" clId="{58B121E7-63A7-4330-86D4-8A88A1192A57}" dt="2025-07-06T05:38:26.724" v="33141" actId="47"/>
        <pc:sldMkLst>
          <pc:docMk/>
          <pc:sldMk cId="364141818" sldId="582"/>
        </pc:sldMkLst>
        <pc:picChg chg="add del mod">
          <ac:chgData name="Khaled taha" userId="912087602c74ab8a" providerId="LiveId" clId="{58B121E7-63A7-4330-86D4-8A88A1192A57}" dt="2025-07-06T05:34:59.134" v="33086" actId="22"/>
          <ac:picMkLst>
            <pc:docMk/>
            <pc:sldMk cId="364141818" sldId="582"/>
            <ac:picMk id="4" creationId="{BAC6DFF0-3EE8-015F-1AD9-4DA362EBD7B1}"/>
          </ac:picMkLst>
        </pc:picChg>
      </pc:sldChg>
      <pc:sldMasterChg chg="modTransition modSldLayout">
        <pc:chgData name="Khaled taha" userId="912087602c74ab8a" providerId="LiveId" clId="{58B121E7-63A7-4330-86D4-8A88A1192A57}" dt="2025-07-04T18:04:50.702" v="18711"/>
        <pc:sldMasterMkLst>
          <pc:docMk/>
          <pc:sldMasterMk cId="1171665145" sldId="2147483648"/>
        </pc:sldMasterMkLst>
        <pc:sldLayoutChg chg="modTransition">
          <pc:chgData name="Khaled taha" userId="912087602c74ab8a" providerId="LiveId" clId="{58B121E7-63A7-4330-86D4-8A88A1192A57}" dt="2025-07-04T18:04:50.702" v="18711"/>
          <pc:sldLayoutMkLst>
            <pc:docMk/>
            <pc:sldMasterMk cId="1171665145" sldId="2147483648"/>
            <pc:sldLayoutMk cId="496063072" sldId="2147483649"/>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785884562" sldId="2147483650"/>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2971054461" sldId="2147483651"/>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3928972006" sldId="2147483652"/>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3287547346" sldId="2147483653"/>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2391690667" sldId="2147483654"/>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3318335001" sldId="2147483655"/>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2294039320" sldId="2147483656"/>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1596774054" sldId="2147483657"/>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1986908936" sldId="2147483658"/>
          </pc:sldLayoutMkLst>
        </pc:sldLayoutChg>
        <pc:sldLayoutChg chg="modTransition">
          <pc:chgData name="Khaled taha" userId="912087602c74ab8a" providerId="LiveId" clId="{58B121E7-63A7-4330-86D4-8A88A1192A57}" dt="2025-07-04T18:04:50.702" v="18711"/>
          <pc:sldLayoutMkLst>
            <pc:docMk/>
            <pc:sldMasterMk cId="1171665145" sldId="2147483648"/>
            <pc:sldLayoutMk cId="224294707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238D9B-A75F-4FA6-AAD2-2692C6CD8556}" type="datetimeFigureOut">
              <a:rPr lang="en-US" smtClean="0"/>
              <a:t>7/6/2025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9D3E3A-38A8-4C76-8765-7142FBECD794}" type="slidenum">
              <a:rPr lang="en-US" smtClean="0"/>
              <a:t>‹#›</a:t>
            </a:fld>
            <a:endParaRPr lang="en-US"/>
          </a:p>
        </p:txBody>
      </p:sp>
    </p:spTree>
    <p:extLst>
      <p:ext uri="{BB962C8B-B14F-4D97-AF65-F5344CB8AC3E}">
        <p14:creationId xmlns:p14="http://schemas.microsoft.com/office/powerpoint/2010/main" val="571808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BDACC-0748-7787-F230-FD4A537771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49D2E-3C58-265F-1074-E54F3B793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D8181B-35FC-FBC7-83B0-3C4C63FF45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C1710A-B7B8-A2F4-EC98-787D76A96D75}"/>
              </a:ext>
            </a:extLst>
          </p:cNvPr>
          <p:cNvSpPr>
            <a:spLocks noGrp="1"/>
          </p:cNvSpPr>
          <p:nvPr>
            <p:ph type="sldNum" sz="quarter" idx="5"/>
          </p:nvPr>
        </p:nvSpPr>
        <p:spPr/>
        <p:txBody>
          <a:bodyPr/>
          <a:lstStyle/>
          <a:p>
            <a:fld id="{639D3E3A-38A8-4C76-8765-7142FBECD794}" type="slidenum">
              <a:rPr lang="en-US" smtClean="0"/>
              <a:t>1</a:t>
            </a:fld>
            <a:endParaRPr lang="en-US"/>
          </a:p>
        </p:txBody>
      </p:sp>
    </p:spTree>
    <p:extLst>
      <p:ext uri="{BB962C8B-B14F-4D97-AF65-F5344CB8AC3E}">
        <p14:creationId xmlns:p14="http://schemas.microsoft.com/office/powerpoint/2010/main" val="730670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9D3E3A-38A8-4C76-8765-7142FBECD794}" type="slidenum">
              <a:rPr lang="en-US" smtClean="0"/>
              <a:t>2</a:t>
            </a:fld>
            <a:endParaRPr lang="en-US"/>
          </a:p>
        </p:txBody>
      </p:sp>
    </p:spTree>
    <p:extLst>
      <p:ext uri="{BB962C8B-B14F-4D97-AF65-F5344CB8AC3E}">
        <p14:creationId xmlns:p14="http://schemas.microsoft.com/office/powerpoint/2010/main" val="3523256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4B758-D0DB-8002-D685-F349923F28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9B2A3-5775-2417-03E3-2B7A2046D5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79FE5-F034-FB02-82E0-A76EBCEA3E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001171-9A97-8493-34E1-6EFF41BF9706}"/>
              </a:ext>
            </a:extLst>
          </p:cNvPr>
          <p:cNvSpPr>
            <a:spLocks noGrp="1"/>
          </p:cNvSpPr>
          <p:nvPr>
            <p:ph type="sldNum" sz="quarter" idx="5"/>
          </p:nvPr>
        </p:nvSpPr>
        <p:spPr/>
        <p:txBody>
          <a:bodyPr/>
          <a:lstStyle/>
          <a:p>
            <a:fld id="{639D3E3A-38A8-4C76-8765-7142FBECD794}" type="slidenum">
              <a:rPr lang="en-US" smtClean="0"/>
              <a:t>3</a:t>
            </a:fld>
            <a:endParaRPr lang="en-US"/>
          </a:p>
        </p:txBody>
      </p:sp>
    </p:spTree>
    <p:extLst>
      <p:ext uri="{BB962C8B-B14F-4D97-AF65-F5344CB8AC3E}">
        <p14:creationId xmlns:p14="http://schemas.microsoft.com/office/powerpoint/2010/main" val="1211832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4D5EF-6B3A-0A87-60F2-A5AD77384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1C7E93-47A8-A5B7-649E-CE5C4CFD1D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1D443-5757-528A-1C13-CF3DD011C0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1953F4-1100-CD2C-EE65-74C4CF7A00EC}"/>
              </a:ext>
            </a:extLst>
          </p:cNvPr>
          <p:cNvSpPr>
            <a:spLocks noGrp="1"/>
          </p:cNvSpPr>
          <p:nvPr>
            <p:ph type="sldNum" sz="quarter" idx="5"/>
          </p:nvPr>
        </p:nvSpPr>
        <p:spPr/>
        <p:txBody>
          <a:bodyPr/>
          <a:lstStyle/>
          <a:p>
            <a:fld id="{639D3E3A-38A8-4C76-8765-7142FBECD794}" type="slidenum">
              <a:rPr lang="en-US" smtClean="0"/>
              <a:t>4</a:t>
            </a:fld>
            <a:endParaRPr lang="en-US"/>
          </a:p>
        </p:txBody>
      </p:sp>
    </p:spTree>
    <p:extLst>
      <p:ext uri="{BB962C8B-B14F-4D97-AF65-F5344CB8AC3E}">
        <p14:creationId xmlns:p14="http://schemas.microsoft.com/office/powerpoint/2010/main" val="702616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058A0-12AF-2B10-2A03-9A4B492FD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C03635-A43E-3953-CEE8-664BC42B38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1890AD-A817-4CD9-355F-EA2EF40F45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59831-A4E4-08CC-7C5B-2BE8A141186A}"/>
              </a:ext>
            </a:extLst>
          </p:cNvPr>
          <p:cNvSpPr>
            <a:spLocks noGrp="1"/>
          </p:cNvSpPr>
          <p:nvPr>
            <p:ph type="sldNum" sz="quarter" idx="5"/>
          </p:nvPr>
        </p:nvSpPr>
        <p:spPr/>
        <p:txBody>
          <a:bodyPr/>
          <a:lstStyle/>
          <a:p>
            <a:fld id="{639D3E3A-38A8-4C76-8765-7142FBECD794}" type="slidenum">
              <a:rPr lang="en-US" smtClean="0"/>
              <a:t>5</a:t>
            </a:fld>
            <a:endParaRPr lang="en-US"/>
          </a:p>
        </p:txBody>
      </p:sp>
    </p:spTree>
    <p:extLst>
      <p:ext uri="{BB962C8B-B14F-4D97-AF65-F5344CB8AC3E}">
        <p14:creationId xmlns:p14="http://schemas.microsoft.com/office/powerpoint/2010/main" val="6573115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A49BE-C3F8-DD5C-2F3B-C8D455D34B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AABD9-F0E5-A96B-7A5E-9A316B2516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3F8A16-125E-80F6-50BC-3C1A658CC1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616FC-BA93-A24B-F861-39B96A6B39AC}"/>
              </a:ext>
            </a:extLst>
          </p:cNvPr>
          <p:cNvSpPr>
            <a:spLocks noGrp="1"/>
          </p:cNvSpPr>
          <p:nvPr>
            <p:ph type="sldNum" sz="quarter" idx="5"/>
          </p:nvPr>
        </p:nvSpPr>
        <p:spPr/>
        <p:txBody>
          <a:bodyPr/>
          <a:lstStyle/>
          <a:p>
            <a:fld id="{639D3E3A-38A8-4C76-8765-7142FBECD794}" type="slidenum">
              <a:rPr lang="en-US" smtClean="0"/>
              <a:t>6</a:t>
            </a:fld>
            <a:endParaRPr lang="en-US"/>
          </a:p>
        </p:txBody>
      </p:sp>
    </p:spTree>
    <p:extLst>
      <p:ext uri="{BB962C8B-B14F-4D97-AF65-F5344CB8AC3E}">
        <p14:creationId xmlns:p14="http://schemas.microsoft.com/office/powerpoint/2010/main" val="1016606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D1E49-48EA-3FFF-C00B-990E09033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621B5-4E43-2632-4DFF-CD624CD7D7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001BA2-6C52-E162-BD86-4E11975181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F80B14-B787-08A4-7A8B-A888DCA3F1BB}"/>
              </a:ext>
            </a:extLst>
          </p:cNvPr>
          <p:cNvSpPr>
            <a:spLocks noGrp="1"/>
          </p:cNvSpPr>
          <p:nvPr>
            <p:ph type="sldNum" sz="quarter" idx="5"/>
          </p:nvPr>
        </p:nvSpPr>
        <p:spPr/>
        <p:txBody>
          <a:bodyPr/>
          <a:lstStyle/>
          <a:p>
            <a:fld id="{639D3E3A-38A8-4C76-8765-7142FBECD794}" type="slidenum">
              <a:rPr lang="en-US" smtClean="0"/>
              <a:t>7</a:t>
            </a:fld>
            <a:endParaRPr lang="en-US"/>
          </a:p>
        </p:txBody>
      </p:sp>
    </p:spTree>
    <p:extLst>
      <p:ext uri="{BB962C8B-B14F-4D97-AF65-F5344CB8AC3E}">
        <p14:creationId xmlns:p14="http://schemas.microsoft.com/office/powerpoint/2010/main" val="1353992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D5FD2-83F6-A0DD-3396-410F0F4F41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568BB-D64E-1D52-E6D1-74A7B210C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2B29A-C94D-8D8A-3C65-5CC7485EE1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114D78-1BD6-86B1-CC43-75686A5611A1}"/>
              </a:ext>
            </a:extLst>
          </p:cNvPr>
          <p:cNvSpPr>
            <a:spLocks noGrp="1"/>
          </p:cNvSpPr>
          <p:nvPr>
            <p:ph type="sldNum" sz="quarter" idx="5"/>
          </p:nvPr>
        </p:nvSpPr>
        <p:spPr/>
        <p:txBody>
          <a:bodyPr/>
          <a:lstStyle/>
          <a:p>
            <a:fld id="{639D3E3A-38A8-4C76-8765-7142FBECD794}" type="slidenum">
              <a:rPr lang="en-US" smtClean="0"/>
              <a:t>8</a:t>
            </a:fld>
            <a:endParaRPr lang="en-US"/>
          </a:p>
        </p:txBody>
      </p:sp>
    </p:spTree>
    <p:extLst>
      <p:ext uri="{BB962C8B-B14F-4D97-AF65-F5344CB8AC3E}">
        <p14:creationId xmlns:p14="http://schemas.microsoft.com/office/powerpoint/2010/main" val="1609639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C48B6-7AB5-127B-0587-F3B1749DC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505AC-A560-5197-DDF2-672C354161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01AB0-690F-EA99-E35A-34B4B1027C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377631-C19F-9D1C-59F4-516C377CBA4E}"/>
              </a:ext>
            </a:extLst>
          </p:cNvPr>
          <p:cNvSpPr>
            <a:spLocks noGrp="1"/>
          </p:cNvSpPr>
          <p:nvPr>
            <p:ph type="sldNum" sz="quarter" idx="5"/>
          </p:nvPr>
        </p:nvSpPr>
        <p:spPr/>
        <p:txBody>
          <a:bodyPr/>
          <a:lstStyle/>
          <a:p>
            <a:fld id="{639D3E3A-38A8-4C76-8765-7142FBECD794}" type="slidenum">
              <a:rPr lang="en-US" smtClean="0"/>
              <a:t>9</a:t>
            </a:fld>
            <a:endParaRPr lang="en-US"/>
          </a:p>
        </p:txBody>
      </p:sp>
    </p:spTree>
    <p:extLst>
      <p:ext uri="{BB962C8B-B14F-4D97-AF65-F5344CB8AC3E}">
        <p14:creationId xmlns:p14="http://schemas.microsoft.com/office/powerpoint/2010/main" val="19025171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093B2-62D5-0E63-F127-D325212EE4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D96687-1CAD-6578-C35E-499287C8F3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0C108-4EFF-8A15-8625-C90E4B297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5F0197-1DA7-BA63-85A7-1E50002F4595}"/>
              </a:ext>
            </a:extLst>
          </p:cNvPr>
          <p:cNvSpPr>
            <a:spLocks noGrp="1"/>
          </p:cNvSpPr>
          <p:nvPr>
            <p:ph type="sldNum" sz="quarter" idx="5"/>
          </p:nvPr>
        </p:nvSpPr>
        <p:spPr/>
        <p:txBody>
          <a:bodyPr/>
          <a:lstStyle/>
          <a:p>
            <a:fld id="{639D3E3A-38A8-4C76-8765-7142FBECD794}" type="slidenum">
              <a:rPr lang="en-US" smtClean="0"/>
              <a:t>10</a:t>
            </a:fld>
            <a:endParaRPr lang="en-US"/>
          </a:p>
        </p:txBody>
      </p:sp>
    </p:spTree>
    <p:extLst>
      <p:ext uri="{BB962C8B-B14F-4D97-AF65-F5344CB8AC3E}">
        <p14:creationId xmlns:p14="http://schemas.microsoft.com/office/powerpoint/2010/main" val="42469787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1B0F4-EC56-E24F-2561-AC1A127751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69693-B5AD-C32D-B42E-1F5A82D1F9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0B01BF-8EF9-08BF-C88C-978DB60906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4BD070-A373-AB23-B09F-A4FE238B011A}"/>
              </a:ext>
            </a:extLst>
          </p:cNvPr>
          <p:cNvSpPr>
            <a:spLocks noGrp="1"/>
          </p:cNvSpPr>
          <p:nvPr>
            <p:ph type="sldNum" sz="quarter" idx="5"/>
          </p:nvPr>
        </p:nvSpPr>
        <p:spPr/>
        <p:txBody>
          <a:bodyPr/>
          <a:lstStyle/>
          <a:p>
            <a:fld id="{639D3E3A-38A8-4C76-8765-7142FBECD794}" type="slidenum">
              <a:rPr lang="en-US" smtClean="0"/>
              <a:t>11</a:t>
            </a:fld>
            <a:endParaRPr lang="en-US"/>
          </a:p>
        </p:txBody>
      </p:sp>
    </p:spTree>
    <p:extLst>
      <p:ext uri="{BB962C8B-B14F-4D97-AF65-F5344CB8AC3E}">
        <p14:creationId xmlns:p14="http://schemas.microsoft.com/office/powerpoint/2010/main" val="12716249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68D5-A3ED-8B2C-11A3-08E3D7A3E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67D9F-61DE-291C-8D1B-D35F1EDA4F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78C654-75E1-0885-7387-544FD11235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1760D9-A711-A577-3020-C96F556AB421}"/>
              </a:ext>
            </a:extLst>
          </p:cNvPr>
          <p:cNvSpPr>
            <a:spLocks noGrp="1"/>
          </p:cNvSpPr>
          <p:nvPr>
            <p:ph type="sldNum" sz="quarter" idx="5"/>
          </p:nvPr>
        </p:nvSpPr>
        <p:spPr/>
        <p:txBody>
          <a:bodyPr/>
          <a:lstStyle/>
          <a:p>
            <a:fld id="{639D3E3A-38A8-4C76-8765-7142FBECD794}" type="slidenum">
              <a:rPr lang="en-US" smtClean="0"/>
              <a:t>12</a:t>
            </a:fld>
            <a:endParaRPr lang="en-US"/>
          </a:p>
        </p:txBody>
      </p:sp>
    </p:spTree>
    <p:extLst>
      <p:ext uri="{BB962C8B-B14F-4D97-AF65-F5344CB8AC3E}">
        <p14:creationId xmlns:p14="http://schemas.microsoft.com/office/powerpoint/2010/main" val="1900523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D212A-554F-9760-55FA-A29FB1C00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C7D6E8-4104-7759-8E3D-0A773470D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C0340D-66C3-51E8-BE7C-16B02E8F60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853EA-7024-3010-3914-59B9A402F60C}"/>
              </a:ext>
            </a:extLst>
          </p:cNvPr>
          <p:cNvSpPr>
            <a:spLocks noGrp="1"/>
          </p:cNvSpPr>
          <p:nvPr>
            <p:ph type="sldNum" sz="quarter" idx="5"/>
          </p:nvPr>
        </p:nvSpPr>
        <p:spPr/>
        <p:txBody>
          <a:bodyPr/>
          <a:lstStyle/>
          <a:p>
            <a:fld id="{639D3E3A-38A8-4C76-8765-7142FBECD794}" type="slidenum">
              <a:rPr lang="en-US" smtClean="0"/>
              <a:t>13</a:t>
            </a:fld>
            <a:endParaRPr lang="en-US"/>
          </a:p>
        </p:txBody>
      </p:sp>
    </p:spTree>
    <p:extLst>
      <p:ext uri="{BB962C8B-B14F-4D97-AF65-F5344CB8AC3E}">
        <p14:creationId xmlns:p14="http://schemas.microsoft.com/office/powerpoint/2010/main" val="142204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B7CAB-2426-3159-ECDF-6AA5F9EBF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FC24CA-DC1E-51B7-42B9-BD38D4CA2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2E7C8C-FFEE-46F0-9567-5C5F7CB586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D21297-6C49-8840-0513-7A7113B1D2AB}"/>
              </a:ext>
            </a:extLst>
          </p:cNvPr>
          <p:cNvSpPr>
            <a:spLocks noGrp="1"/>
          </p:cNvSpPr>
          <p:nvPr>
            <p:ph type="sldNum" sz="quarter" idx="5"/>
          </p:nvPr>
        </p:nvSpPr>
        <p:spPr/>
        <p:txBody>
          <a:bodyPr/>
          <a:lstStyle/>
          <a:p>
            <a:fld id="{639D3E3A-38A8-4C76-8765-7142FBECD794}" type="slidenum">
              <a:rPr lang="en-US" smtClean="0"/>
              <a:t>14</a:t>
            </a:fld>
            <a:endParaRPr lang="en-US"/>
          </a:p>
        </p:txBody>
      </p:sp>
    </p:spTree>
    <p:extLst>
      <p:ext uri="{BB962C8B-B14F-4D97-AF65-F5344CB8AC3E}">
        <p14:creationId xmlns:p14="http://schemas.microsoft.com/office/powerpoint/2010/main" val="397583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FA01-3EEC-945E-5C22-948BEBACC0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2AA4C-302C-EF1A-89A6-CDBD90F09F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ABC9C-36A1-194B-EBD6-C35B3130BC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314196-85AC-EBAE-9436-F8E72C8CF27C}"/>
              </a:ext>
            </a:extLst>
          </p:cNvPr>
          <p:cNvSpPr>
            <a:spLocks noGrp="1"/>
          </p:cNvSpPr>
          <p:nvPr>
            <p:ph type="sldNum" sz="quarter" idx="5"/>
          </p:nvPr>
        </p:nvSpPr>
        <p:spPr/>
        <p:txBody>
          <a:bodyPr/>
          <a:lstStyle/>
          <a:p>
            <a:fld id="{639D3E3A-38A8-4C76-8765-7142FBECD794}" type="slidenum">
              <a:rPr lang="en-US" smtClean="0"/>
              <a:t>15</a:t>
            </a:fld>
            <a:endParaRPr lang="en-US"/>
          </a:p>
        </p:txBody>
      </p:sp>
    </p:spTree>
    <p:extLst>
      <p:ext uri="{BB962C8B-B14F-4D97-AF65-F5344CB8AC3E}">
        <p14:creationId xmlns:p14="http://schemas.microsoft.com/office/powerpoint/2010/main" val="240506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858A3-A1BE-4A39-A991-0E20D03F1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643A27-E130-984B-9F32-82AF7C923A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0C80FA-1516-5671-0B5C-754FEC1352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628F45-03EC-6A49-A946-B1AC25CE3E70}"/>
              </a:ext>
            </a:extLst>
          </p:cNvPr>
          <p:cNvSpPr>
            <a:spLocks noGrp="1"/>
          </p:cNvSpPr>
          <p:nvPr>
            <p:ph type="sldNum" sz="quarter" idx="5"/>
          </p:nvPr>
        </p:nvSpPr>
        <p:spPr/>
        <p:txBody>
          <a:bodyPr/>
          <a:lstStyle/>
          <a:p>
            <a:fld id="{639D3E3A-38A8-4C76-8765-7142FBECD794}" type="slidenum">
              <a:rPr lang="en-US" smtClean="0"/>
              <a:t>16</a:t>
            </a:fld>
            <a:endParaRPr lang="en-US"/>
          </a:p>
        </p:txBody>
      </p:sp>
    </p:spTree>
    <p:extLst>
      <p:ext uri="{BB962C8B-B14F-4D97-AF65-F5344CB8AC3E}">
        <p14:creationId xmlns:p14="http://schemas.microsoft.com/office/powerpoint/2010/main" val="212954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CC3B6-7CEC-5E34-E91B-EE202948D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FA6B7D-E4B5-98EC-8600-5C057D40B1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6CDC79-B7B0-1562-9F9D-8CE0CC4FFE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3DD253-CBEE-4230-707F-D711EFA6C9AC}"/>
              </a:ext>
            </a:extLst>
          </p:cNvPr>
          <p:cNvSpPr>
            <a:spLocks noGrp="1"/>
          </p:cNvSpPr>
          <p:nvPr>
            <p:ph type="sldNum" sz="quarter" idx="5"/>
          </p:nvPr>
        </p:nvSpPr>
        <p:spPr/>
        <p:txBody>
          <a:bodyPr/>
          <a:lstStyle/>
          <a:p>
            <a:fld id="{639D3E3A-38A8-4C76-8765-7142FBECD794}" type="slidenum">
              <a:rPr lang="en-US" smtClean="0"/>
              <a:t>17</a:t>
            </a:fld>
            <a:endParaRPr lang="en-US"/>
          </a:p>
        </p:txBody>
      </p:sp>
    </p:spTree>
    <p:extLst>
      <p:ext uri="{BB962C8B-B14F-4D97-AF65-F5344CB8AC3E}">
        <p14:creationId xmlns:p14="http://schemas.microsoft.com/office/powerpoint/2010/main" val="24136899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E2A64-9736-80E6-CB35-FFD0F4C78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758163-5317-9F94-2532-43DC67A52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7F19B-1A92-D9E8-543E-CE05C24FDF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A03459-E92A-00AA-211D-8E37C388954C}"/>
              </a:ext>
            </a:extLst>
          </p:cNvPr>
          <p:cNvSpPr>
            <a:spLocks noGrp="1"/>
          </p:cNvSpPr>
          <p:nvPr>
            <p:ph type="sldNum" sz="quarter" idx="5"/>
          </p:nvPr>
        </p:nvSpPr>
        <p:spPr/>
        <p:txBody>
          <a:bodyPr/>
          <a:lstStyle/>
          <a:p>
            <a:fld id="{639D3E3A-38A8-4C76-8765-7142FBECD794}" type="slidenum">
              <a:rPr lang="en-US" smtClean="0"/>
              <a:t>18</a:t>
            </a:fld>
            <a:endParaRPr lang="en-US"/>
          </a:p>
        </p:txBody>
      </p:sp>
    </p:spTree>
    <p:extLst>
      <p:ext uri="{BB962C8B-B14F-4D97-AF65-F5344CB8AC3E}">
        <p14:creationId xmlns:p14="http://schemas.microsoft.com/office/powerpoint/2010/main" val="4507130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7A3C91-4C25-5524-D077-C61FCA539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5508C-E89D-62A2-220C-105EDA4F43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FCD6B-9628-9C6D-8628-318F424596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4C188-6438-A51F-D4F5-67226D2D248E}"/>
              </a:ext>
            </a:extLst>
          </p:cNvPr>
          <p:cNvSpPr>
            <a:spLocks noGrp="1"/>
          </p:cNvSpPr>
          <p:nvPr>
            <p:ph type="sldNum" sz="quarter" idx="5"/>
          </p:nvPr>
        </p:nvSpPr>
        <p:spPr/>
        <p:txBody>
          <a:bodyPr/>
          <a:lstStyle/>
          <a:p>
            <a:fld id="{639D3E3A-38A8-4C76-8765-7142FBECD794}" type="slidenum">
              <a:rPr lang="en-US" smtClean="0"/>
              <a:t>19</a:t>
            </a:fld>
            <a:endParaRPr lang="en-US"/>
          </a:p>
        </p:txBody>
      </p:sp>
    </p:spTree>
    <p:extLst>
      <p:ext uri="{BB962C8B-B14F-4D97-AF65-F5344CB8AC3E}">
        <p14:creationId xmlns:p14="http://schemas.microsoft.com/office/powerpoint/2010/main" val="8873091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61CF-C4BD-B3D9-238F-D9E0A7597D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A6B255-DD9E-CB21-5389-80BA4D1BD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6439AA-9C08-D058-92A3-CEAF23B796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9CA693-ABB9-6492-E864-ED08B563ACEE}"/>
              </a:ext>
            </a:extLst>
          </p:cNvPr>
          <p:cNvSpPr>
            <a:spLocks noGrp="1"/>
          </p:cNvSpPr>
          <p:nvPr>
            <p:ph type="sldNum" sz="quarter" idx="5"/>
          </p:nvPr>
        </p:nvSpPr>
        <p:spPr/>
        <p:txBody>
          <a:bodyPr/>
          <a:lstStyle/>
          <a:p>
            <a:fld id="{639D3E3A-38A8-4C76-8765-7142FBECD794}" type="slidenum">
              <a:rPr lang="en-US" smtClean="0"/>
              <a:t>20</a:t>
            </a:fld>
            <a:endParaRPr lang="en-US"/>
          </a:p>
        </p:txBody>
      </p:sp>
    </p:spTree>
    <p:extLst>
      <p:ext uri="{BB962C8B-B14F-4D97-AF65-F5344CB8AC3E}">
        <p14:creationId xmlns:p14="http://schemas.microsoft.com/office/powerpoint/2010/main" val="15043954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E5999-92DD-D9D2-FE7B-78FCF2A7A5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D8E81-5BC1-E342-5DFD-B6B3103877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83415C-0C87-041B-E353-A6B3C5A9E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A3A9DB-8DF4-6D33-5D5F-D436BF2E42B1}"/>
              </a:ext>
            </a:extLst>
          </p:cNvPr>
          <p:cNvSpPr>
            <a:spLocks noGrp="1"/>
          </p:cNvSpPr>
          <p:nvPr>
            <p:ph type="sldNum" sz="quarter" idx="5"/>
          </p:nvPr>
        </p:nvSpPr>
        <p:spPr/>
        <p:txBody>
          <a:bodyPr/>
          <a:lstStyle/>
          <a:p>
            <a:fld id="{639D3E3A-38A8-4C76-8765-7142FBECD794}" type="slidenum">
              <a:rPr lang="en-US" smtClean="0"/>
              <a:t>21</a:t>
            </a:fld>
            <a:endParaRPr lang="en-US"/>
          </a:p>
        </p:txBody>
      </p:sp>
    </p:spTree>
    <p:extLst>
      <p:ext uri="{BB962C8B-B14F-4D97-AF65-F5344CB8AC3E}">
        <p14:creationId xmlns:p14="http://schemas.microsoft.com/office/powerpoint/2010/main" val="33240647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BE5CB-3EB0-E93F-ACCA-46A96A770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98FCD-ECA1-D533-962E-064BE35FA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DA081-4ABF-6C3C-499C-ABD42A8939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BD4BFB-A5AE-B015-C88C-F1F08A9A9FBD}"/>
              </a:ext>
            </a:extLst>
          </p:cNvPr>
          <p:cNvSpPr>
            <a:spLocks noGrp="1"/>
          </p:cNvSpPr>
          <p:nvPr>
            <p:ph type="sldNum" sz="quarter" idx="5"/>
          </p:nvPr>
        </p:nvSpPr>
        <p:spPr/>
        <p:txBody>
          <a:bodyPr/>
          <a:lstStyle/>
          <a:p>
            <a:fld id="{639D3E3A-38A8-4C76-8765-7142FBECD794}" type="slidenum">
              <a:rPr lang="en-US" smtClean="0"/>
              <a:t>22</a:t>
            </a:fld>
            <a:endParaRPr lang="en-US"/>
          </a:p>
        </p:txBody>
      </p:sp>
    </p:spTree>
    <p:extLst>
      <p:ext uri="{BB962C8B-B14F-4D97-AF65-F5344CB8AC3E}">
        <p14:creationId xmlns:p14="http://schemas.microsoft.com/office/powerpoint/2010/main" val="32657675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4A320-51FE-319D-92B6-6AD2F0F28F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A2AF7-D2E1-68F7-637F-D35F7A8D3F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ECB89E-C815-C05E-18E9-0956DD5199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62EC5B-5561-5F5D-15C1-A82A458007AA}"/>
              </a:ext>
            </a:extLst>
          </p:cNvPr>
          <p:cNvSpPr>
            <a:spLocks noGrp="1"/>
          </p:cNvSpPr>
          <p:nvPr>
            <p:ph type="sldNum" sz="quarter" idx="5"/>
          </p:nvPr>
        </p:nvSpPr>
        <p:spPr/>
        <p:txBody>
          <a:bodyPr/>
          <a:lstStyle/>
          <a:p>
            <a:fld id="{639D3E3A-38A8-4C76-8765-7142FBECD794}" type="slidenum">
              <a:rPr lang="en-US" smtClean="0"/>
              <a:t>23</a:t>
            </a:fld>
            <a:endParaRPr lang="en-US"/>
          </a:p>
        </p:txBody>
      </p:sp>
    </p:spTree>
    <p:extLst>
      <p:ext uri="{BB962C8B-B14F-4D97-AF65-F5344CB8AC3E}">
        <p14:creationId xmlns:p14="http://schemas.microsoft.com/office/powerpoint/2010/main" val="42439008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6CDB6-BBD9-6BCF-047E-4F6A1041A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5AD05F-80E6-19AE-D5ED-C7B27D881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1A2B4-D7B0-1B6E-E0A9-A51E2BFBBA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702454D-EE7D-B086-2BE3-8A9C3A17F9F8}"/>
              </a:ext>
            </a:extLst>
          </p:cNvPr>
          <p:cNvSpPr>
            <a:spLocks noGrp="1"/>
          </p:cNvSpPr>
          <p:nvPr>
            <p:ph type="sldNum" sz="quarter" idx="5"/>
          </p:nvPr>
        </p:nvSpPr>
        <p:spPr/>
        <p:txBody>
          <a:bodyPr/>
          <a:lstStyle/>
          <a:p>
            <a:fld id="{639D3E3A-38A8-4C76-8765-7142FBECD794}" type="slidenum">
              <a:rPr lang="en-US" smtClean="0"/>
              <a:t>24</a:t>
            </a:fld>
            <a:endParaRPr lang="en-US"/>
          </a:p>
        </p:txBody>
      </p:sp>
    </p:spTree>
    <p:extLst>
      <p:ext uri="{BB962C8B-B14F-4D97-AF65-F5344CB8AC3E}">
        <p14:creationId xmlns:p14="http://schemas.microsoft.com/office/powerpoint/2010/main" val="667998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DF86-AB8B-DF70-9940-629B29632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BA889-8C42-C244-FB1D-B310B2F7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4438C-47FB-57B7-4A3C-D58F5DDC1F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E1444F-C9EE-8D23-380F-A28956FBAC60}"/>
              </a:ext>
            </a:extLst>
          </p:cNvPr>
          <p:cNvSpPr>
            <a:spLocks noGrp="1"/>
          </p:cNvSpPr>
          <p:nvPr>
            <p:ph type="sldNum" sz="quarter" idx="5"/>
          </p:nvPr>
        </p:nvSpPr>
        <p:spPr/>
        <p:txBody>
          <a:bodyPr/>
          <a:lstStyle/>
          <a:p>
            <a:fld id="{639D3E3A-38A8-4C76-8765-7142FBECD794}" type="slidenum">
              <a:rPr lang="en-US" smtClean="0"/>
              <a:t>25</a:t>
            </a:fld>
            <a:endParaRPr lang="en-US"/>
          </a:p>
        </p:txBody>
      </p:sp>
    </p:spTree>
    <p:extLst>
      <p:ext uri="{BB962C8B-B14F-4D97-AF65-F5344CB8AC3E}">
        <p14:creationId xmlns:p14="http://schemas.microsoft.com/office/powerpoint/2010/main" val="13256285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FB500-055A-EF6B-3161-63D74B17BA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0D415-E5E6-EAC4-6DEE-B1F28E287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6E15AC-5A83-D680-CAFC-BFC3528D2A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6EE70A-CCF8-080A-674D-D97D7307E1D6}"/>
              </a:ext>
            </a:extLst>
          </p:cNvPr>
          <p:cNvSpPr>
            <a:spLocks noGrp="1"/>
          </p:cNvSpPr>
          <p:nvPr>
            <p:ph type="sldNum" sz="quarter" idx="5"/>
          </p:nvPr>
        </p:nvSpPr>
        <p:spPr/>
        <p:txBody>
          <a:bodyPr/>
          <a:lstStyle/>
          <a:p>
            <a:fld id="{639D3E3A-38A8-4C76-8765-7142FBECD794}" type="slidenum">
              <a:rPr lang="en-US" smtClean="0"/>
              <a:t>26</a:t>
            </a:fld>
            <a:endParaRPr lang="en-US"/>
          </a:p>
        </p:txBody>
      </p:sp>
    </p:spTree>
    <p:extLst>
      <p:ext uri="{BB962C8B-B14F-4D97-AF65-F5344CB8AC3E}">
        <p14:creationId xmlns:p14="http://schemas.microsoft.com/office/powerpoint/2010/main" val="12056259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258F0-0BB3-4B4E-C319-031C6EE46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85D456-7511-6E04-3D26-4B999B571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1AFD5-F2C7-54CC-24AF-5F3427381D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08D456-CAB1-07EB-DB29-385624029811}"/>
              </a:ext>
            </a:extLst>
          </p:cNvPr>
          <p:cNvSpPr>
            <a:spLocks noGrp="1"/>
          </p:cNvSpPr>
          <p:nvPr>
            <p:ph type="sldNum" sz="quarter" idx="5"/>
          </p:nvPr>
        </p:nvSpPr>
        <p:spPr/>
        <p:txBody>
          <a:bodyPr/>
          <a:lstStyle/>
          <a:p>
            <a:fld id="{639D3E3A-38A8-4C76-8765-7142FBECD794}" type="slidenum">
              <a:rPr lang="en-US" smtClean="0"/>
              <a:t>27</a:t>
            </a:fld>
            <a:endParaRPr lang="en-US"/>
          </a:p>
        </p:txBody>
      </p:sp>
    </p:spTree>
    <p:extLst>
      <p:ext uri="{BB962C8B-B14F-4D97-AF65-F5344CB8AC3E}">
        <p14:creationId xmlns:p14="http://schemas.microsoft.com/office/powerpoint/2010/main" val="34835136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C50E3-6A50-67FD-FD7A-2FD3AA9C55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F76BD-349C-E747-0067-3AC446BB93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98149E-BEE6-A982-05E1-DDB3E0B8D7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C940B4-AE53-8FF1-E950-9CF24E6BB0AC}"/>
              </a:ext>
            </a:extLst>
          </p:cNvPr>
          <p:cNvSpPr>
            <a:spLocks noGrp="1"/>
          </p:cNvSpPr>
          <p:nvPr>
            <p:ph type="sldNum" sz="quarter" idx="5"/>
          </p:nvPr>
        </p:nvSpPr>
        <p:spPr/>
        <p:txBody>
          <a:bodyPr/>
          <a:lstStyle/>
          <a:p>
            <a:fld id="{639D3E3A-38A8-4C76-8765-7142FBECD794}" type="slidenum">
              <a:rPr lang="en-US" smtClean="0"/>
              <a:t>28</a:t>
            </a:fld>
            <a:endParaRPr lang="en-US"/>
          </a:p>
        </p:txBody>
      </p:sp>
    </p:spTree>
    <p:extLst>
      <p:ext uri="{BB962C8B-B14F-4D97-AF65-F5344CB8AC3E}">
        <p14:creationId xmlns:p14="http://schemas.microsoft.com/office/powerpoint/2010/main" val="24473346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47F1-57BE-1864-66DC-92187D8BC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94709D-38E1-02A8-D919-EAC663863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9FE8B-0DFA-8A12-05E4-CC8C97A318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B477D4-6255-D0D7-6EA2-2B65F811529E}"/>
              </a:ext>
            </a:extLst>
          </p:cNvPr>
          <p:cNvSpPr>
            <a:spLocks noGrp="1"/>
          </p:cNvSpPr>
          <p:nvPr>
            <p:ph type="sldNum" sz="quarter" idx="5"/>
          </p:nvPr>
        </p:nvSpPr>
        <p:spPr/>
        <p:txBody>
          <a:bodyPr/>
          <a:lstStyle/>
          <a:p>
            <a:fld id="{639D3E3A-38A8-4C76-8765-7142FBECD794}" type="slidenum">
              <a:rPr lang="en-US" smtClean="0"/>
              <a:t>29</a:t>
            </a:fld>
            <a:endParaRPr lang="en-US"/>
          </a:p>
        </p:txBody>
      </p:sp>
    </p:spTree>
    <p:extLst>
      <p:ext uri="{BB962C8B-B14F-4D97-AF65-F5344CB8AC3E}">
        <p14:creationId xmlns:p14="http://schemas.microsoft.com/office/powerpoint/2010/main" val="23946216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16332-0DC7-5DB7-798A-893A70A318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DD1BB8-5763-A6DD-30B8-8CF04BA690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4B219-25F5-B967-C331-8B3E2C776D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960C2-66CC-F954-6639-502B2DBC8E18}"/>
              </a:ext>
            </a:extLst>
          </p:cNvPr>
          <p:cNvSpPr>
            <a:spLocks noGrp="1"/>
          </p:cNvSpPr>
          <p:nvPr>
            <p:ph type="sldNum" sz="quarter" idx="5"/>
          </p:nvPr>
        </p:nvSpPr>
        <p:spPr/>
        <p:txBody>
          <a:bodyPr/>
          <a:lstStyle/>
          <a:p>
            <a:fld id="{639D3E3A-38A8-4C76-8765-7142FBECD794}" type="slidenum">
              <a:rPr lang="en-US" smtClean="0"/>
              <a:t>30</a:t>
            </a:fld>
            <a:endParaRPr lang="en-US"/>
          </a:p>
        </p:txBody>
      </p:sp>
    </p:spTree>
    <p:extLst>
      <p:ext uri="{BB962C8B-B14F-4D97-AF65-F5344CB8AC3E}">
        <p14:creationId xmlns:p14="http://schemas.microsoft.com/office/powerpoint/2010/main" val="2740128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60051-DD8F-C0E6-A095-6371E7E77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EC6E0-D7C8-8EBD-BC7E-23C5EE3B5A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019CE-816C-6741-81FB-76340CBF87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9552EC-3538-8F53-6A03-386610DC38A9}"/>
              </a:ext>
            </a:extLst>
          </p:cNvPr>
          <p:cNvSpPr>
            <a:spLocks noGrp="1"/>
          </p:cNvSpPr>
          <p:nvPr>
            <p:ph type="sldNum" sz="quarter" idx="5"/>
          </p:nvPr>
        </p:nvSpPr>
        <p:spPr/>
        <p:txBody>
          <a:bodyPr/>
          <a:lstStyle/>
          <a:p>
            <a:fld id="{639D3E3A-38A8-4C76-8765-7142FBECD794}" type="slidenum">
              <a:rPr lang="en-US" smtClean="0"/>
              <a:t>31</a:t>
            </a:fld>
            <a:endParaRPr lang="en-US"/>
          </a:p>
        </p:txBody>
      </p:sp>
    </p:spTree>
    <p:extLst>
      <p:ext uri="{BB962C8B-B14F-4D97-AF65-F5344CB8AC3E}">
        <p14:creationId xmlns:p14="http://schemas.microsoft.com/office/powerpoint/2010/main" val="1569804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A1EA0-23FD-9765-9638-A8A592C5D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1E2BB-CB5C-0736-0D55-ADD883851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33AC58-4A28-FF3C-3218-4A262096AE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CBBE04-0994-ED15-80E3-229260587BE4}"/>
              </a:ext>
            </a:extLst>
          </p:cNvPr>
          <p:cNvSpPr>
            <a:spLocks noGrp="1"/>
          </p:cNvSpPr>
          <p:nvPr>
            <p:ph type="sldNum" sz="quarter" idx="5"/>
          </p:nvPr>
        </p:nvSpPr>
        <p:spPr/>
        <p:txBody>
          <a:bodyPr/>
          <a:lstStyle/>
          <a:p>
            <a:fld id="{639D3E3A-38A8-4C76-8765-7142FBECD794}" type="slidenum">
              <a:rPr lang="en-US" smtClean="0"/>
              <a:t>32</a:t>
            </a:fld>
            <a:endParaRPr lang="en-US"/>
          </a:p>
        </p:txBody>
      </p:sp>
    </p:spTree>
    <p:extLst>
      <p:ext uri="{BB962C8B-B14F-4D97-AF65-F5344CB8AC3E}">
        <p14:creationId xmlns:p14="http://schemas.microsoft.com/office/powerpoint/2010/main" val="3818147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E6C37-D6C1-B390-7C92-2CF1BDAE8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1EE33-1F87-BCD7-ADE4-366B4006B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26D920-9AE0-3A19-8ED2-9D2C4F2482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80AEC5-3811-0EB5-44D4-D2797B7668B8}"/>
              </a:ext>
            </a:extLst>
          </p:cNvPr>
          <p:cNvSpPr>
            <a:spLocks noGrp="1"/>
          </p:cNvSpPr>
          <p:nvPr>
            <p:ph type="sldNum" sz="quarter" idx="5"/>
          </p:nvPr>
        </p:nvSpPr>
        <p:spPr/>
        <p:txBody>
          <a:bodyPr/>
          <a:lstStyle/>
          <a:p>
            <a:fld id="{639D3E3A-38A8-4C76-8765-7142FBECD794}" type="slidenum">
              <a:rPr lang="en-US" smtClean="0"/>
              <a:t>33</a:t>
            </a:fld>
            <a:endParaRPr lang="en-US"/>
          </a:p>
        </p:txBody>
      </p:sp>
    </p:spTree>
    <p:extLst>
      <p:ext uri="{BB962C8B-B14F-4D97-AF65-F5344CB8AC3E}">
        <p14:creationId xmlns:p14="http://schemas.microsoft.com/office/powerpoint/2010/main" val="1958906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B7715-601B-C3E8-6222-D601636D8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8BC8BA-0DFB-A44C-3656-B00917E28D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C8F9B-A8BA-3B75-C53C-E73D6F980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BAB25C-7BEB-7AB1-BC60-2AE12447598F}"/>
              </a:ext>
            </a:extLst>
          </p:cNvPr>
          <p:cNvSpPr>
            <a:spLocks noGrp="1"/>
          </p:cNvSpPr>
          <p:nvPr>
            <p:ph type="sldNum" sz="quarter" idx="5"/>
          </p:nvPr>
        </p:nvSpPr>
        <p:spPr/>
        <p:txBody>
          <a:bodyPr/>
          <a:lstStyle/>
          <a:p>
            <a:fld id="{639D3E3A-38A8-4C76-8765-7142FBECD794}" type="slidenum">
              <a:rPr lang="en-US" smtClean="0"/>
              <a:t>34</a:t>
            </a:fld>
            <a:endParaRPr lang="en-US"/>
          </a:p>
        </p:txBody>
      </p:sp>
    </p:spTree>
    <p:extLst>
      <p:ext uri="{BB962C8B-B14F-4D97-AF65-F5344CB8AC3E}">
        <p14:creationId xmlns:p14="http://schemas.microsoft.com/office/powerpoint/2010/main" val="1185281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75D4D-052B-C77D-0865-A1FAC298A0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BACB3-5175-F906-343C-DB43174F9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43D58B-5960-206B-960D-4228E60C79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76D3EE-E92A-B827-DE8C-ABBBAAB2599D}"/>
              </a:ext>
            </a:extLst>
          </p:cNvPr>
          <p:cNvSpPr>
            <a:spLocks noGrp="1"/>
          </p:cNvSpPr>
          <p:nvPr>
            <p:ph type="sldNum" sz="quarter" idx="5"/>
          </p:nvPr>
        </p:nvSpPr>
        <p:spPr/>
        <p:txBody>
          <a:bodyPr/>
          <a:lstStyle/>
          <a:p>
            <a:fld id="{639D3E3A-38A8-4C76-8765-7142FBECD794}" type="slidenum">
              <a:rPr lang="en-US" smtClean="0"/>
              <a:t>35</a:t>
            </a:fld>
            <a:endParaRPr lang="en-US"/>
          </a:p>
        </p:txBody>
      </p:sp>
    </p:spTree>
    <p:extLst>
      <p:ext uri="{BB962C8B-B14F-4D97-AF65-F5344CB8AC3E}">
        <p14:creationId xmlns:p14="http://schemas.microsoft.com/office/powerpoint/2010/main" val="4109985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29FD4-B114-C5AB-8146-9E4416D0E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9F4088-319D-B09C-0D99-9F484DF166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8E1D35-CC62-2CFB-DC08-1D1C76BCF2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380105-CF57-C775-AB18-91DCB243A37E}"/>
              </a:ext>
            </a:extLst>
          </p:cNvPr>
          <p:cNvSpPr>
            <a:spLocks noGrp="1"/>
          </p:cNvSpPr>
          <p:nvPr>
            <p:ph type="sldNum" sz="quarter" idx="5"/>
          </p:nvPr>
        </p:nvSpPr>
        <p:spPr/>
        <p:txBody>
          <a:bodyPr/>
          <a:lstStyle/>
          <a:p>
            <a:fld id="{639D3E3A-38A8-4C76-8765-7142FBECD794}" type="slidenum">
              <a:rPr lang="en-US" smtClean="0"/>
              <a:t>36</a:t>
            </a:fld>
            <a:endParaRPr lang="en-US"/>
          </a:p>
        </p:txBody>
      </p:sp>
    </p:spTree>
    <p:extLst>
      <p:ext uri="{BB962C8B-B14F-4D97-AF65-F5344CB8AC3E}">
        <p14:creationId xmlns:p14="http://schemas.microsoft.com/office/powerpoint/2010/main" val="407091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9FBE2-A768-BCDF-B033-B9BA98DFA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A87949-B10F-A599-5727-5B7BAC458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BEBB94-322F-CCA2-C3D0-011265978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E2E075-867B-6CDA-C0DC-B48000E6A04B}"/>
              </a:ext>
            </a:extLst>
          </p:cNvPr>
          <p:cNvSpPr>
            <a:spLocks noGrp="1"/>
          </p:cNvSpPr>
          <p:nvPr>
            <p:ph type="sldNum" sz="quarter" idx="5"/>
          </p:nvPr>
        </p:nvSpPr>
        <p:spPr/>
        <p:txBody>
          <a:bodyPr/>
          <a:lstStyle/>
          <a:p>
            <a:fld id="{639D3E3A-38A8-4C76-8765-7142FBECD794}" type="slidenum">
              <a:rPr lang="en-US" smtClean="0"/>
              <a:t>37</a:t>
            </a:fld>
            <a:endParaRPr lang="en-US"/>
          </a:p>
        </p:txBody>
      </p:sp>
    </p:spTree>
    <p:extLst>
      <p:ext uri="{BB962C8B-B14F-4D97-AF65-F5344CB8AC3E}">
        <p14:creationId xmlns:p14="http://schemas.microsoft.com/office/powerpoint/2010/main" val="17844027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6B77-A112-60F4-A325-150252FF6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23144-2CC2-CC02-72A2-8A2D4A192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47B19-CB77-C909-ACC4-F9C47E175E0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EFB64A-4FDE-6AB9-E84B-74E718F5417E}"/>
              </a:ext>
            </a:extLst>
          </p:cNvPr>
          <p:cNvSpPr>
            <a:spLocks noGrp="1"/>
          </p:cNvSpPr>
          <p:nvPr>
            <p:ph type="sldNum" sz="quarter" idx="5"/>
          </p:nvPr>
        </p:nvSpPr>
        <p:spPr/>
        <p:txBody>
          <a:bodyPr/>
          <a:lstStyle/>
          <a:p>
            <a:fld id="{639D3E3A-38A8-4C76-8765-7142FBECD794}" type="slidenum">
              <a:rPr lang="en-US" smtClean="0"/>
              <a:t>38</a:t>
            </a:fld>
            <a:endParaRPr lang="en-US"/>
          </a:p>
        </p:txBody>
      </p:sp>
    </p:spTree>
    <p:extLst>
      <p:ext uri="{BB962C8B-B14F-4D97-AF65-F5344CB8AC3E}">
        <p14:creationId xmlns:p14="http://schemas.microsoft.com/office/powerpoint/2010/main" val="39404370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2609FF-A064-7AC6-2150-80EF26023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10BF0F-C00C-808D-679C-89DBB51E3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9D0840-24ED-648D-81CF-5291967B50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217D2E-1BE9-AD63-8D6C-622D26980A27}"/>
              </a:ext>
            </a:extLst>
          </p:cNvPr>
          <p:cNvSpPr>
            <a:spLocks noGrp="1"/>
          </p:cNvSpPr>
          <p:nvPr>
            <p:ph type="sldNum" sz="quarter" idx="5"/>
          </p:nvPr>
        </p:nvSpPr>
        <p:spPr/>
        <p:txBody>
          <a:bodyPr/>
          <a:lstStyle/>
          <a:p>
            <a:fld id="{639D3E3A-38A8-4C76-8765-7142FBECD794}" type="slidenum">
              <a:rPr lang="en-US" smtClean="0"/>
              <a:t>39</a:t>
            </a:fld>
            <a:endParaRPr lang="en-US"/>
          </a:p>
        </p:txBody>
      </p:sp>
    </p:spTree>
    <p:extLst>
      <p:ext uri="{BB962C8B-B14F-4D97-AF65-F5344CB8AC3E}">
        <p14:creationId xmlns:p14="http://schemas.microsoft.com/office/powerpoint/2010/main" val="16281557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35682-1C75-366F-9DBD-00EC917C02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B6C786-8FB1-4089-454D-ADA52F4CB3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E7C433-A207-E114-50C5-56CFBB0442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797B92-6462-E3DF-8A62-5881D91F73CB}"/>
              </a:ext>
            </a:extLst>
          </p:cNvPr>
          <p:cNvSpPr>
            <a:spLocks noGrp="1"/>
          </p:cNvSpPr>
          <p:nvPr>
            <p:ph type="sldNum" sz="quarter" idx="5"/>
          </p:nvPr>
        </p:nvSpPr>
        <p:spPr/>
        <p:txBody>
          <a:bodyPr/>
          <a:lstStyle/>
          <a:p>
            <a:fld id="{639D3E3A-38A8-4C76-8765-7142FBECD794}" type="slidenum">
              <a:rPr lang="en-US" smtClean="0"/>
              <a:t>40</a:t>
            </a:fld>
            <a:endParaRPr lang="en-US"/>
          </a:p>
        </p:txBody>
      </p:sp>
    </p:spTree>
    <p:extLst>
      <p:ext uri="{BB962C8B-B14F-4D97-AF65-F5344CB8AC3E}">
        <p14:creationId xmlns:p14="http://schemas.microsoft.com/office/powerpoint/2010/main" val="8465698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C8AC-F0C6-4BE9-A198-FF445843D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4892D-3F6C-CBFB-A767-ECB70FBF8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535B98-3A40-FF7D-286A-64287BE440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8CD301-6F27-9D31-2F9A-F6D39EF8D5CC}"/>
              </a:ext>
            </a:extLst>
          </p:cNvPr>
          <p:cNvSpPr>
            <a:spLocks noGrp="1"/>
          </p:cNvSpPr>
          <p:nvPr>
            <p:ph type="sldNum" sz="quarter" idx="5"/>
          </p:nvPr>
        </p:nvSpPr>
        <p:spPr/>
        <p:txBody>
          <a:bodyPr/>
          <a:lstStyle/>
          <a:p>
            <a:fld id="{639D3E3A-38A8-4C76-8765-7142FBECD794}" type="slidenum">
              <a:rPr lang="en-US" smtClean="0"/>
              <a:t>41</a:t>
            </a:fld>
            <a:endParaRPr lang="en-US"/>
          </a:p>
        </p:txBody>
      </p:sp>
    </p:spTree>
    <p:extLst>
      <p:ext uri="{BB962C8B-B14F-4D97-AF65-F5344CB8AC3E}">
        <p14:creationId xmlns:p14="http://schemas.microsoft.com/office/powerpoint/2010/main" val="33245496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0207C-F42D-CF75-737E-BA77124D7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6EE0DA-EC35-3496-1DD8-3A12D819C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C685C0-29E9-1BDC-0D79-49B6F27BC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1B563D-FED7-C592-CC2D-EA2BA292EA08}"/>
              </a:ext>
            </a:extLst>
          </p:cNvPr>
          <p:cNvSpPr>
            <a:spLocks noGrp="1"/>
          </p:cNvSpPr>
          <p:nvPr>
            <p:ph type="sldNum" sz="quarter" idx="5"/>
          </p:nvPr>
        </p:nvSpPr>
        <p:spPr/>
        <p:txBody>
          <a:bodyPr/>
          <a:lstStyle/>
          <a:p>
            <a:fld id="{639D3E3A-38A8-4C76-8765-7142FBECD794}" type="slidenum">
              <a:rPr lang="en-US" smtClean="0"/>
              <a:t>42</a:t>
            </a:fld>
            <a:endParaRPr lang="en-US"/>
          </a:p>
        </p:txBody>
      </p:sp>
    </p:spTree>
    <p:extLst>
      <p:ext uri="{BB962C8B-B14F-4D97-AF65-F5344CB8AC3E}">
        <p14:creationId xmlns:p14="http://schemas.microsoft.com/office/powerpoint/2010/main" val="35541246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F4FBB-B687-EF12-2906-936C1B00DF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4C161-729C-804D-530B-E1BD60D9D8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D3A6B-600B-D966-9573-F24AEA63E4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FAFFC7-5770-7C93-9C05-2A2BF0CF6AA1}"/>
              </a:ext>
            </a:extLst>
          </p:cNvPr>
          <p:cNvSpPr>
            <a:spLocks noGrp="1"/>
          </p:cNvSpPr>
          <p:nvPr>
            <p:ph type="sldNum" sz="quarter" idx="5"/>
          </p:nvPr>
        </p:nvSpPr>
        <p:spPr/>
        <p:txBody>
          <a:bodyPr/>
          <a:lstStyle/>
          <a:p>
            <a:fld id="{639D3E3A-38A8-4C76-8765-7142FBECD794}" type="slidenum">
              <a:rPr lang="en-US" smtClean="0"/>
              <a:t>43</a:t>
            </a:fld>
            <a:endParaRPr lang="en-US"/>
          </a:p>
        </p:txBody>
      </p:sp>
    </p:spTree>
    <p:extLst>
      <p:ext uri="{BB962C8B-B14F-4D97-AF65-F5344CB8AC3E}">
        <p14:creationId xmlns:p14="http://schemas.microsoft.com/office/powerpoint/2010/main" val="408305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ECAC-7FAA-BF06-E0FA-9467361B0D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DD9C1-3672-B07C-C149-B29CA290EE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7FEB5-A9F0-1090-C320-A20BD681FA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9E2383-6998-F210-D2CE-FA12858B82EA}"/>
              </a:ext>
            </a:extLst>
          </p:cNvPr>
          <p:cNvSpPr>
            <a:spLocks noGrp="1"/>
          </p:cNvSpPr>
          <p:nvPr>
            <p:ph type="sldNum" sz="quarter" idx="5"/>
          </p:nvPr>
        </p:nvSpPr>
        <p:spPr/>
        <p:txBody>
          <a:bodyPr/>
          <a:lstStyle/>
          <a:p>
            <a:fld id="{639D3E3A-38A8-4C76-8765-7142FBECD794}" type="slidenum">
              <a:rPr lang="en-US" smtClean="0"/>
              <a:t>44</a:t>
            </a:fld>
            <a:endParaRPr lang="en-US"/>
          </a:p>
        </p:txBody>
      </p:sp>
    </p:spTree>
    <p:extLst>
      <p:ext uri="{BB962C8B-B14F-4D97-AF65-F5344CB8AC3E}">
        <p14:creationId xmlns:p14="http://schemas.microsoft.com/office/powerpoint/2010/main" val="19826033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6CDF2-0EBC-F687-CD71-4CA1628E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B2CAF-B661-9ACA-C17F-8B541BD6E8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ADD7E-BBDD-4F65-8C0C-EB67496C64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0F0F91-D999-CE02-C5DC-66EBBEC594A0}"/>
              </a:ext>
            </a:extLst>
          </p:cNvPr>
          <p:cNvSpPr>
            <a:spLocks noGrp="1"/>
          </p:cNvSpPr>
          <p:nvPr>
            <p:ph type="sldNum" sz="quarter" idx="5"/>
          </p:nvPr>
        </p:nvSpPr>
        <p:spPr/>
        <p:txBody>
          <a:bodyPr/>
          <a:lstStyle/>
          <a:p>
            <a:fld id="{639D3E3A-38A8-4C76-8765-7142FBECD794}" type="slidenum">
              <a:rPr lang="en-US" smtClean="0"/>
              <a:t>45</a:t>
            </a:fld>
            <a:endParaRPr lang="en-US"/>
          </a:p>
        </p:txBody>
      </p:sp>
    </p:spTree>
    <p:extLst>
      <p:ext uri="{BB962C8B-B14F-4D97-AF65-F5344CB8AC3E}">
        <p14:creationId xmlns:p14="http://schemas.microsoft.com/office/powerpoint/2010/main" val="42461539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614E2-A7C4-EE59-73B5-3B17BEBB72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A545A-C357-A2A8-119C-9CB203845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E2CDEA-7E06-0BB4-889D-FBBAB3FE8C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880099-C10B-F525-2B74-0AE7B689B532}"/>
              </a:ext>
            </a:extLst>
          </p:cNvPr>
          <p:cNvSpPr>
            <a:spLocks noGrp="1"/>
          </p:cNvSpPr>
          <p:nvPr>
            <p:ph type="sldNum" sz="quarter" idx="5"/>
          </p:nvPr>
        </p:nvSpPr>
        <p:spPr/>
        <p:txBody>
          <a:bodyPr/>
          <a:lstStyle/>
          <a:p>
            <a:fld id="{639D3E3A-38A8-4C76-8765-7142FBECD794}" type="slidenum">
              <a:rPr lang="en-US" smtClean="0"/>
              <a:t>46</a:t>
            </a:fld>
            <a:endParaRPr lang="en-US"/>
          </a:p>
        </p:txBody>
      </p:sp>
    </p:spTree>
    <p:extLst>
      <p:ext uri="{BB962C8B-B14F-4D97-AF65-F5344CB8AC3E}">
        <p14:creationId xmlns:p14="http://schemas.microsoft.com/office/powerpoint/2010/main" val="229301303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3F018-F3B8-E800-7DBB-2461E5095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4F230-70F7-1858-6857-19C0A450F4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FB5F9-2585-A527-4EB0-3B2C3E791F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BF3DF2-590A-5841-CB02-AE8E1C4CAE1D}"/>
              </a:ext>
            </a:extLst>
          </p:cNvPr>
          <p:cNvSpPr>
            <a:spLocks noGrp="1"/>
          </p:cNvSpPr>
          <p:nvPr>
            <p:ph type="sldNum" sz="quarter" idx="5"/>
          </p:nvPr>
        </p:nvSpPr>
        <p:spPr/>
        <p:txBody>
          <a:bodyPr/>
          <a:lstStyle/>
          <a:p>
            <a:fld id="{639D3E3A-38A8-4C76-8765-7142FBECD794}" type="slidenum">
              <a:rPr lang="en-US" smtClean="0"/>
              <a:t>47</a:t>
            </a:fld>
            <a:endParaRPr lang="en-US"/>
          </a:p>
        </p:txBody>
      </p:sp>
    </p:spTree>
    <p:extLst>
      <p:ext uri="{BB962C8B-B14F-4D97-AF65-F5344CB8AC3E}">
        <p14:creationId xmlns:p14="http://schemas.microsoft.com/office/powerpoint/2010/main" val="13715819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C0FF-61CD-4E5B-D28D-3631A65610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1EB6A8-79A1-875A-C2B0-35BFF73C7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39469-9CEF-EFE8-A7A8-6F6F99A2F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CF1808-7E82-90EA-FB98-B5B72172AC13}"/>
              </a:ext>
            </a:extLst>
          </p:cNvPr>
          <p:cNvSpPr>
            <a:spLocks noGrp="1"/>
          </p:cNvSpPr>
          <p:nvPr>
            <p:ph type="sldNum" sz="quarter" idx="5"/>
          </p:nvPr>
        </p:nvSpPr>
        <p:spPr/>
        <p:txBody>
          <a:bodyPr/>
          <a:lstStyle/>
          <a:p>
            <a:fld id="{639D3E3A-38A8-4C76-8765-7142FBECD794}" type="slidenum">
              <a:rPr lang="en-US" smtClean="0"/>
              <a:t>48</a:t>
            </a:fld>
            <a:endParaRPr lang="en-US"/>
          </a:p>
        </p:txBody>
      </p:sp>
    </p:spTree>
    <p:extLst>
      <p:ext uri="{BB962C8B-B14F-4D97-AF65-F5344CB8AC3E}">
        <p14:creationId xmlns:p14="http://schemas.microsoft.com/office/powerpoint/2010/main" val="3336336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EFBA-1408-9516-DD6C-CF663293F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03308-BE58-F02C-8990-44CCC81EB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F7C35-1065-B7F3-F480-BA0D29FEB9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1EB8B0-37FF-8D75-289C-B4DB4D0CC266}"/>
              </a:ext>
            </a:extLst>
          </p:cNvPr>
          <p:cNvSpPr>
            <a:spLocks noGrp="1"/>
          </p:cNvSpPr>
          <p:nvPr>
            <p:ph type="sldNum" sz="quarter" idx="5"/>
          </p:nvPr>
        </p:nvSpPr>
        <p:spPr/>
        <p:txBody>
          <a:bodyPr/>
          <a:lstStyle/>
          <a:p>
            <a:fld id="{639D3E3A-38A8-4C76-8765-7142FBECD794}" type="slidenum">
              <a:rPr lang="en-US" smtClean="0"/>
              <a:t>49</a:t>
            </a:fld>
            <a:endParaRPr lang="en-US"/>
          </a:p>
        </p:txBody>
      </p:sp>
    </p:spTree>
    <p:extLst>
      <p:ext uri="{BB962C8B-B14F-4D97-AF65-F5344CB8AC3E}">
        <p14:creationId xmlns:p14="http://schemas.microsoft.com/office/powerpoint/2010/main" val="183055333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0CA84-66D3-0501-517B-1A9336D0D9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08D966-494F-F18C-663E-492974ACF5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AD763-5F67-C4A3-6EE1-28F2129E48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A98EA-2903-482E-C429-6C9A1CE0E45B}"/>
              </a:ext>
            </a:extLst>
          </p:cNvPr>
          <p:cNvSpPr>
            <a:spLocks noGrp="1"/>
          </p:cNvSpPr>
          <p:nvPr>
            <p:ph type="sldNum" sz="quarter" idx="5"/>
          </p:nvPr>
        </p:nvSpPr>
        <p:spPr/>
        <p:txBody>
          <a:bodyPr/>
          <a:lstStyle/>
          <a:p>
            <a:fld id="{639D3E3A-38A8-4C76-8765-7142FBECD794}" type="slidenum">
              <a:rPr lang="en-US" smtClean="0"/>
              <a:t>50</a:t>
            </a:fld>
            <a:endParaRPr lang="en-US"/>
          </a:p>
        </p:txBody>
      </p:sp>
    </p:spTree>
    <p:extLst>
      <p:ext uri="{BB962C8B-B14F-4D97-AF65-F5344CB8AC3E}">
        <p14:creationId xmlns:p14="http://schemas.microsoft.com/office/powerpoint/2010/main" val="25757167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613A3-F253-3A52-4646-B652F0D8B0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0D3EF-B6E5-0C47-1D8B-E4E06E677F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60FCF-5838-9C7D-F1EF-54F10BBEEC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671BE3-A7F3-E7CC-846C-0076344635B6}"/>
              </a:ext>
            </a:extLst>
          </p:cNvPr>
          <p:cNvSpPr>
            <a:spLocks noGrp="1"/>
          </p:cNvSpPr>
          <p:nvPr>
            <p:ph type="sldNum" sz="quarter" idx="5"/>
          </p:nvPr>
        </p:nvSpPr>
        <p:spPr/>
        <p:txBody>
          <a:bodyPr/>
          <a:lstStyle/>
          <a:p>
            <a:fld id="{639D3E3A-38A8-4C76-8765-7142FBECD794}" type="slidenum">
              <a:rPr lang="en-US" smtClean="0"/>
              <a:t>51</a:t>
            </a:fld>
            <a:endParaRPr lang="en-US"/>
          </a:p>
        </p:txBody>
      </p:sp>
    </p:spTree>
    <p:extLst>
      <p:ext uri="{BB962C8B-B14F-4D97-AF65-F5344CB8AC3E}">
        <p14:creationId xmlns:p14="http://schemas.microsoft.com/office/powerpoint/2010/main" val="6482524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3517C-2862-B944-0233-A4F05B4EC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4BE7A5-AE09-8697-9354-779A8ED6B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77618-C40B-7BC0-76BF-8EB67BEE3C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766D97-EFE0-3600-21C8-81D567196471}"/>
              </a:ext>
            </a:extLst>
          </p:cNvPr>
          <p:cNvSpPr>
            <a:spLocks noGrp="1"/>
          </p:cNvSpPr>
          <p:nvPr>
            <p:ph type="sldNum" sz="quarter" idx="5"/>
          </p:nvPr>
        </p:nvSpPr>
        <p:spPr/>
        <p:txBody>
          <a:bodyPr/>
          <a:lstStyle/>
          <a:p>
            <a:fld id="{639D3E3A-38A8-4C76-8765-7142FBECD794}" type="slidenum">
              <a:rPr lang="en-US" smtClean="0"/>
              <a:t>52</a:t>
            </a:fld>
            <a:endParaRPr lang="en-US"/>
          </a:p>
        </p:txBody>
      </p:sp>
    </p:spTree>
    <p:extLst>
      <p:ext uri="{BB962C8B-B14F-4D97-AF65-F5344CB8AC3E}">
        <p14:creationId xmlns:p14="http://schemas.microsoft.com/office/powerpoint/2010/main" val="50965964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F626C-F87C-AE11-7D40-B66CE6FF3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107E5-30FC-6CEA-4AF1-D02B4F2983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47852F-2341-33F1-9386-F7BCFCB1D7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DA80F6-2A96-7C4D-3435-54B157926AEF}"/>
              </a:ext>
            </a:extLst>
          </p:cNvPr>
          <p:cNvSpPr>
            <a:spLocks noGrp="1"/>
          </p:cNvSpPr>
          <p:nvPr>
            <p:ph type="sldNum" sz="quarter" idx="5"/>
          </p:nvPr>
        </p:nvSpPr>
        <p:spPr/>
        <p:txBody>
          <a:bodyPr/>
          <a:lstStyle/>
          <a:p>
            <a:fld id="{639D3E3A-38A8-4C76-8765-7142FBECD794}" type="slidenum">
              <a:rPr lang="en-US" smtClean="0"/>
              <a:t>53</a:t>
            </a:fld>
            <a:endParaRPr lang="en-US"/>
          </a:p>
        </p:txBody>
      </p:sp>
    </p:spTree>
    <p:extLst>
      <p:ext uri="{BB962C8B-B14F-4D97-AF65-F5344CB8AC3E}">
        <p14:creationId xmlns:p14="http://schemas.microsoft.com/office/powerpoint/2010/main" val="6368804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DB253-4514-C66C-7DE7-87A850A3E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27BD2-5A90-0AB7-FFA1-727885A340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36C21-C008-69BD-EF99-3838133215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A415D-BA35-9B34-C92E-E3D55513367C}"/>
              </a:ext>
            </a:extLst>
          </p:cNvPr>
          <p:cNvSpPr>
            <a:spLocks noGrp="1"/>
          </p:cNvSpPr>
          <p:nvPr>
            <p:ph type="sldNum" sz="quarter" idx="5"/>
          </p:nvPr>
        </p:nvSpPr>
        <p:spPr/>
        <p:txBody>
          <a:bodyPr/>
          <a:lstStyle/>
          <a:p>
            <a:fld id="{639D3E3A-38A8-4C76-8765-7142FBECD794}" type="slidenum">
              <a:rPr lang="en-US" smtClean="0"/>
              <a:t>54</a:t>
            </a:fld>
            <a:endParaRPr lang="en-US"/>
          </a:p>
        </p:txBody>
      </p:sp>
    </p:spTree>
    <p:extLst>
      <p:ext uri="{BB962C8B-B14F-4D97-AF65-F5344CB8AC3E}">
        <p14:creationId xmlns:p14="http://schemas.microsoft.com/office/powerpoint/2010/main" val="587055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E5556-C926-AAF0-C357-CEF2FF695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0D700-0701-7B97-8BC2-346F0B580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FD6D52-A19A-E052-1E9D-85DE6986F3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E31A3E-6F75-D5AC-5ACF-96B10EB5435E}"/>
              </a:ext>
            </a:extLst>
          </p:cNvPr>
          <p:cNvSpPr>
            <a:spLocks noGrp="1"/>
          </p:cNvSpPr>
          <p:nvPr>
            <p:ph type="sldNum" sz="quarter" idx="5"/>
          </p:nvPr>
        </p:nvSpPr>
        <p:spPr/>
        <p:txBody>
          <a:bodyPr/>
          <a:lstStyle/>
          <a:p>
            <a:fld id="{639D3E3A-38A8-4C76-8765-7142FBECD794}" type="slidenum">
              <a:rPr lang="en-US" smtClean="0"/>
              <a:t>55</a:t>
            </a:fld>
            <a:endParaRPr lang="en-US"/>
          </a:p>
        </p:txBody>
      </p:sp>
    </p:spTree>
    <p:extLst>
      <p:ext uri="{BB962C8B-B14F-4D97-AF65-F5344CB8AC3E}">
        <p14:creationId xmlns:p14="http://schemas.microsoft.com/office/powerpoint/2010/main" val="10557761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BB10-7FF7-9DB1-C088-0F3694665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A131D-88BF-4A18-1D78-9183B2EDF6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E91E59-8F8C-4FA8-37F6-DE626EE85E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A08C4B-6BE8-3002-A8D5-F7BB08168AC9}"/>
              </a:ext>
            </a:extLst>
          </p:cNvPr>
          <p:cNvSpPr>
            <a:spLocks noGrp="1"/>
          </p:cNvSpPr>
          <p:nvPr>
            <p:ph type="sldNum" sz="quarter" idx="5"/>
          </p:nvPr>
        </p:nvSpPr>
        <p:spPr/>
        <p:txBody>
          <a:bodyPr/>
          <a:lstStyle/>
          <a:p>
            <a:fld id="{639D3E3A-38A8-4C76-8765-7142FBECD794}" type="slidenum">
              <a:rPr lang="en-US" smtClean="0"/>
              <a:t>56</a:t>
            </a:fld>
            <a:endParaRPr lang="en-US"/>
          </a:p>
        </p:txBody>
      </p:sp>
    </p:spTree>
    <p:extLst>
      <p:ext uri="{BB962C8B-B14F-4D97-AF65-F5344CB8AC3E}">
        <p14:creationId xmlns:p14="http://schemas.microsoft.com/office/powerpoint/2010/main" val="31288158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E7E63-9FE4-CC51-D4E1-1A0DE89E4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BECA05-EB8D-D565-AA7D-B76E43676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C4A09-C89E-F9B1-9AA4-743E0E8698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3D596D-1941-8693-4473-9D6D8CC355E2}"/>
              </a:ext>
            </a:extLst>
          </p:cNvPr>
          <p:cNvSpPr>
            <a:spLocks noGrp="1"/>
          </p:cNvSpPr>
          <p:nvPr>
            <p:ph type="sldNum" sz="quarter" idx="5"/>
          </p:nvPr>
        </p:nvSpPr>
        <p:spPr/>
        <p:txBody>
          <a:bodyPr/>
          <a:lstStyle/>
          <a:p>
            <a:fld id="{639D3E3A-38A8-4C76-8765-7142FBECD794}" type="slidenum">
              <a:rPr lang="en-US" smtClean="0"/>
              <a:t>57</a:t>
            </a:fld>
            <a:endParaRPr lang="en-US"/>
          </a:p>
        </p:txBody>
      </p:sp>
    </p:spTree>
    <p:extLst>
      <p:ext uri="{BB962C8B-B14F-4D97-AF65-F5344CB8AC3E}">
        <p14:creationId xmlns:p14="http://schemas.microsoft.com/office/powerpoint/2010/main" val="16592818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37137-819D-3B8F-089E-95AF36A87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0E4868-64D0-A211-BD82-D60A4B660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57306E-7391-D779-85A7-18FD3A3CC9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F1A8C8-3DE8-E9F6-EA34-AD436156386F}"/>
              </a:ext>
            </a:extLst>
          </p:cNvPr>
          <p:cNvSpPr>
            <a:spLocks noGrp="1"/>
          </p:cNvSpPr>
          <p:nvPr>
            <p:ph type="sldNum" sz="quarter" idx="5"/>
          </p:nvPr>
        </p:nvSpPr>
        <p:spPr/>
        <p:txBody>
          <a:bodyPr/>
          <a:lstStyle/>
          <a:p>
            <a:fld id="{639D3E3A-38A8-4C76-8765-7142FBECD794}" type="slidenum">
              <a:rPr lang="en-US" smtClean="0"/>
              <a:t>58</a:t>
            </a:fld>
            <a:endParaRPr lang="en-US"/>
          </a:p>
        </p:txBody>
      </p:sp>
    </p:spTree>
    <p:extLst>
      <p:ext uri="{BB962C8B-B14F-4D97-AF65-F5344CB8AC3E}">
        <p14:creationId xmlns:p14="http://schemas.microsoft.com/office/powerpoint/2010/main" val="3990066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49C0B-DC74-6009-2D77-0890592F79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0BECA-3BD0-4096-EA60-2B75821C10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E87C2-4672-2404-FAC4-493A7AEF2B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7E34ED-9D08-26EF-D5BA-42AA6745C770}"/>
              </a:ext>
            </a:extLst>
          </p:cNvPr>
          <p:cNvSpPr>
            <a:spLocks noGrp="1"/>
          </p:cNvSpPr>
          <p:nvPr>
            <p:ph type="sldNum" sz="quarter" idx="5"/>
          </p:nvPr>
        </p:nvSpPr>
        <p:spPr/>
        <p:txBody>
          <a:bodyPr/>
          <a:lstStyle/>
          <a:p>
            <a:fld id="{639D3E3A-38A8-4C76-8765-7142FBECD794}" type="slidenum">
              <a:rPr lang="en-US" smtClean="0"/>
              <a:t>59</a:t>
            </a:fld>
            <a:endParaRPr lang="en-US"/>
          </a:p>
        </p:txBody>
      </p:sp>
    </p:spTree>
    <p:extLst>
      <p:ext uri="{BB962C8B-B14F-4D97-AF65-F5344CB8AC3E}">
        <p14:creationId xmlns:p14="http://schemas.microsoft.com/office/powerpoint/2010/main" val="171806471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5947-C0DD-8DD7-E317-A9B5DCCCDA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633E26-E4F8-9B90-7615-F486F3D53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B8227A-2765-F302-EF74-38DA14EE89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944397-BBED-EE05-10C7-C66D974422C7}"/>
              </a:ext>
            </a:extLst>
          </p:cNvPr>
          <p:cNvSpPr>
            <a:spLocks noGrp="1"/>
          </p:cNvSpPr>
          <p:nvPr>
            <p:ph type="sldNum" sz="quarter" idx="5"/>
          </p:nvPr>
        </p:nvSpPr>
        <p:spPr/>
        <p:txBody>
          <a:bodyPr/>
          <a:lstStyle/>
          <a:p>
            <a:fld id="{639D3E3A-38A8-4C76-8765-7142FBECD794}" type="slidenum">
              <a:rPr lang="en-US" smtClean="0"/>
              <a:t>60</a:t>
            </a:fld>
            <a:endParaRPr lang="en-US"/>
          </a:p>
        </p:txBody>
      </p:sp>
    </p:spTree>
    <p:extLst>
      <p:ext uri="{BB962C8B-B14F-4D97-AF65-F5344CB8AC3E}">
        <p14:creationId xmlns:p14="http://schemas.microsoft.com/office/powerpoint/2010/main" val="14114872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94260-48A9-B7D2-1B25-D30FC581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CD648-16FB-7888-91A7-9DDAD60AC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2790A1-65F0-9487-01C5-A13CA924263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69837F-60C1-4818-46DA-87D5D242B7E4}"/>
              </a:ext>
            </a:extLst>
          </p:cNvPr>
          <p:cNvSpPr>
            <a:spLocks noGrp="1"/>
          </p:cNvSpPr>
          <p:nvPr>
            <p:ph type="sldNum" sz="quarter" idx="5"/>
          </p:nvPr>
        </p:nvSpPr>
        <p:spPr/>
        <p:txBody>
          <a:bodyPr/>
          <a:lstStyle/>
          <a:p>
            <a:fld id="{639D3E3A-38A8-4C76-8765-7142FBECD794}" type="slidenum">
              <a:rPr lang="en-US" smtClean="0"/>
              <a:t>61</a:t>
            </a:fld>
            <a:endParaRPr lang="en-US"/>
          </a:p>
        </p:txBody>
      </p:sp>
    </p:spTree>
    <p:extLst>
      <p:ext uri="{BB962C8B-B14F-4D97-AF65-F5344CB8AC3E}">
        <p14:creationId xmlns:p14="http://schemas.microsoft.com/office/powerpoint/2010/main" val="187708737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9F0CD-711E-B3AD-D7D3-1C74C00B4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A1AF38-6C0B-EF57-32CE-C1D88EE08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C7993-AAF5-7DBF-9F46-C9521F97E1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EBDA13-656D-511B-FDF2-9B76A99BEBF2}"/>
              </a:ext>
            </a:extLst>
          </p:cNvPr>
          <p:cNvSpPr>
            <a:spLocks noGrp="1"/>
          </p:cNvSpPr>
          <p:nvPr>
            <p:ph type="sldNum" sz="quarter" idx="5"/>
          </p:nvPr>
        </p:nvSpPr>
        <p:spPr/>
        <p:txBody>
          <a:bodyPr/>
          <a:lstStyle/>
          <a:p>
            <a:fld id="{639D3E3A-38A8-4C76-8765-7142FBECD794}" type="slidenum">
              <a:rPr lang="en-US" smtClean="0"/>
              <a:t>62</a:t>
            </a:fld>
            <a:endParaRPr lang="en-US"/>
          </a:p>
        </p:txBody>
      </p:sp>
    </p:spTree>
    <p:extLst>
      <p:ext uri="{BB962C8B-B14F-4D97-AF65-F5344CB8AC3E}">
        <p14:creationId xmlns:p14="http://schemas.microsoft.com/office/powerpoint/2010/main" val="358077272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58B9-7CEE-7ED9-3F35-4E2D2E0564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EBB9E-4F4D-2CEB-7EA4-37514164D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16D1FB-241E-9492-9387-509A3B8C4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2C7504-F5F5-1F0A-D2A1-5E7FC121305F}"/>
              </a:ext>
            </a:extLst>
          </p:cNvPr>
          <p:cNvSpPr>
            <a:spLocks noGrp="1"/>
          </p:cNvSpPr>
          <p:nvPr>
            <p:ph type="sldNum" sz="quarter" idx="5"/>
          </p:nvPr>
        </p:nvSpPr>
        <p:spPr/>
        <p:txBody>
          <a:bodyPr/>
          <a:lstStyle/>
          <a:p>
            <a:fld id="{639D3E3A-38A8-4C76-8765-7142FBECD794}" type="slidenum">
              <a:rPr lang="en-US" smtClean="0"/>
              <a:t>63</a:t>
            </a:fld>
            <a:endParaRPr lang="en-US"/>
          </a:p>
        </p:txBody>
      </p:sp>
    </p:spTree>
    <p:extLst>
      <p:ext uri="{BB962C8B-B14F-4D97-AF65-F5344CB8AC3E}">
        <p14:creationId xmlns:p14="http://schemas.microsoft.com/office/powerpoint/2010/main" val="27744334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964C8-B343-971B-63BE-BD8AB77989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7482D3-AAC3-2FCB-EEE0-7C72AD204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E23024-C2FD-DE61-FC7D-BD6A859B78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79AF34-8215-F8DB-BF93-75B6B66AB7D6}"/>
              </a:ext>
            </a:extLst>
          </p:cNvPr>
          <p:cNvSpPr>
            <a:spLocks noGrp="1"/>
          </p:cNvSpPr>
          <p:nvPr>
            <p:ph type="sldNum" sz="quarter" idx="5"/>
          </p:nvPr>
        </p:nvSpPr>
        <p:spPr/>
        <p:txBody>
          <a:bodyPr/>
          <a:lstStyle/>
          <a:p>
            <a:fld id="{639D3E3A-38A8-4C76-8765-7142FBECD794}" type="slidenum">
              <a:rPr lang="en-US" smtClean="0"/>
              <a:t>64</a:t>
            </a:fld>
            <a:endParaRPr lang="en-US"/>
          </a:p>
        </p:txBody>
      </p:sp>
    </p:spTree>
    <p:extLst>
      <p:ext uri="{BB962C8B-B14F-4D97-AF65-F5344CB8AC3E}">
        <p14:creationId xmlns:p14="http://schemas.microsoft.com/office/powerpoint/2010/main" val="11918234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08BB9-A333-4B3D-C522-16E6016798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FE3C6-1E7C-12B7-BD3F-55268F5A5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B2CEBA-E149-974D-B98D-78E24CBC27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709612-1D01-D6F6-95A7-54F75188848D}"/>
              </a:ext>
            </a:extLst>
          </p:cNvPr>
          <p:cNvSpPr>
            <a:spLocks noGrp="1"/>
          </p:cNvSpPr>
          <p:nvPr>
            <p:ph type="sldNum" sz="quarter" idx="5"/>
          </p:nvPr>
        </p:nvSpPr>
        <p:spPr/>
        <p:txBody>
          <a:bodyPr/>
          <a:lstStyle/>
          <a:p>
            <a:fld id="{639D3E3A-38A8-4C76-8765-7142FBECD794}" type="slidenum">
              <a:rPr lang="en-US" smtClean="0"/>
              <a:t>65</a:t>
            </a:fld>
            <a:endParaRPr lang="en-US"/>
          </a:p>
        </p:txBody>
      </p:sp>
    </p:spTree>
    <p:extLst>
      <p:ext uri="{BB962C8B-B14F-4D97-AF65-F5344CB8AC3E}">
        <p14:creationId xmlns:p14="http://schemas.microsoft.com/office/powerpoint/2010/main" val="2907482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7030-B278-F770-55F7-DF1B012040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AD061B-EAF9-1124-B221-78FD3A73C3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80A92F-8E5B-68C2-5901-AD3047C6AA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CAF2D5-DD5B-66EB-72CB-77A2C37B489E}"/>
              </a:ext>
            </a:extLst>
          </p:cNvPr>
          <p:cNvSpPr>
            <a:spLocks noGrp="1"/>
          </p:cNvSpPr>
          <p:nvPr>
            <p:ph type="sldNum" sz="quarter" idx="5"/>
          </p:nvPr>
        </p:nvSpPr>
        <p:spPr/>
        <p:txBody>
          <a:bodyPr/>
          <a:lstStyle/>
          <a:p>
            <a:fld id="{639D3E3A-38A8-4C76-8765-7142FBECD794}" type="slidenum">
              <a:rPr lang="en-US" smtClean="0"/>
              <a:t>66</a:t>
            </a:fld>
            <a:endParaRPr lang="en-US"/>
          </a:p>
        </p:txBody>
      </p:sp>
    </p:spTree>
    <p:extLst>
      <p:ext uri="{BB962C8B-B14F-4D97-AF65-F5344CB8AC3E}">
        <p14:creationId xmlns:p14="http://schemas.microsoft.com/office/powerpoint/2010/main" val="192508760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B306E-0F6D-FC48-23E0-78F1D1DD0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4C589C-058C-C46E-6EDE-E1CBCEF34D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1EDD0B-44D3-6C1E-1D31-9E3ECBF53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89D2A0-3D47-5D3E-774E-8F05E96C2ECA}"/>
              </a:ext>
            </a:extLst>
          </p:cNvPr>
          <p:cNvSpPr>
            <a:spLocks noGrp="1"/>
          </p:cNvSpPr>
          <p:nvPr>
            <p:ph type="sldNum" sz="quarter" idx="5"/>
          </p:nvPr>
        </p:nvSpPr>
        <p:spPr/>
        <p:txBody>
          <a:bodyPr/>
          <a:lstStyle/>
          <a:p>
            <a:fld id="{639D3E3A-38A8-4C76-8765-7142FBECD794}" type="slidenum">
              <a:rPr lang="en-US" smtClean="0"/>
              <a:t>67</a:t>
            </a:fld>
            <a:endParaRPr lang="en-US"/>
          </a:p>
        </p:txBody>
      </p:sp>
    </p:spTree>
    <p:extLst>
      <p:ext uri="{BB962C8B-B14F-4D97-AF65-F5344CB8AC3E}">
        <p14:creationId xmlns:p14="http://schemas.microsoft.com/office/powerpoint/2010/main" val="7363239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AB698-4CA0-745F-11DE-D0848F2467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213CA4-B087-7D8D-9BC7-5E32C4F0C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9EAFC-4D1F-E3DA-FC09-DF0FB58CA0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608A6A-81A3-1107-F975-48C96EB7DBC4}"/>
              </a:ext>
            </a:extLst>
          </p:cNvPr>
          <p:cNvSpPr>
            <a:spLocks noGrp="1"/>
          </p:cNvSpPr>
          <p:nvPr>
            <p:ph type="sldNum" sz="quarter" idx="5"/>
          </p:nvPr>
        </p:nvSpPr>
        <p:spPr/>
        <p:txBody>
          <a:bodyPr/>
          <a:lstStyle/>
          <a:p>
            <a:fld id="{639D3E3A-38A8-4C76-8765-7142FBECD794}" type="slidenum">
              <a:rPr lang="en-US" smtClean="0"/>
              <a:t>68</a:t>
            </a:fld>
            <a:endParaRPr lang="en-US"/>
          </a:p>
        </p:txBody>
      </p:sp>
    </p:spTree>
    <p:extLst>
      <p:ext uri="{BB962C8B-B14F-4D97-AF65-F5344CB8AC3E}">
        <p14:creationId xmlns:p14="http://schemas.microsoft.com/office/powerpoint/2010/main" val="306871085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FF09E-5501-5DA7-B072-2B2BB36F85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8858C-1CAD-850E-3B52-D7084875FF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AACF3-82A9-F191-593B-92F70820FE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6D9201-85E4-321E-384F-2517D9332E22}"/>
              </a:ext>
            </a:extLst>
          </p:cNvPr>
          <p:cNvSpPr>
            <a:spLocks noGrp="1"/>
          </p:cNvSpPr>
          <p:nvPr>
            <p:ph type="sldNum" sz="quarter" idx="5"/>
          </p:nvPr>
        </p:nvSpPr>
        <p:spPr/>
        <p:txBody>
          <a:bodyPr/>
          <a:lstStyle/>
          <a:p>
            <a:fld id="{639D3E3A-38A8-4C76-8765-7142FBECD794}" type="slidenum">
              <a:rPr lang="en-US" smtClean="0"/>
              <a:t>69</a:t>
            </a:fld>
            <a:endParaRPr lang="en-US"/>
          </a:p>
        </p:txBody>
      </p:sp>
    </p:spTree>
    <p:extLst>
      <p:ext uri="{BB962C8B-B14F-4D97-AF65-F5344CB8AC3E}">
        <p14:creationId xmlns:p14="http://schemas.microsoft.com/office/powerpoint/2010/main" val="163724457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53ADF-FEC7-0A24-3133-E69278980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F952F8-020E-358F-A95C-35AF490758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E878FD-3DC3-F3E9-8A52-A149451EDF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FFDD9B-55B3-E443-746C-B11AFE62D24B}"/>
              </a:ext>
            </a:extLst>
          </p:cNvPr>
          <p:cNvSpPr>
            <a:spLocks noGrp="1"/>
          </p:cNvSpPr>
          <p:nvPr>
            <p:ph type="sldNum" sz="quarter" idx="5"/>
          </p:nvPr>
        </p:nvSpPr>
        <p:spPr/>
        <p:txBody>
          <a:bodyPr/>
          <a:lstStyle/>
          <a:p>
            <a:fld id="{639D3E3A-38A8-4C76-8765-7142FBECD794}" type="slidenum">
              <a:rPr lang="en-US" smtClean="0"/>
              <a:t>70</a:t>
            </a:fld>
            <a:endParaRPr lang="en-US"/>
          </a:p>
        </p:txBody>
      </p:sp>
    </p:spTree>
    <p:extLst>
      <p:ext uri="{BB962C8B-B14F-4D97-AF65-F5344CB8AC3E}">
        <p14:creationId xmlns:p14="http://schemas.microsoft.com/office/powerpoint/2010/main" val="159769492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DB8B3-BD4E-9DE8-D0E6-3C2077980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0AFA6A-4BBD-A739-8A3C-A719C661F0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9433E-6EC7-C53B-B29C-14D3F895AB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C23000-D2EC-0408-F4CA-F284D4C4DA1E}"/>
              </a:ext>
            </a:extLst>
          </p:cNvPr>
          <p:cNvSpPr>
            <a:spLocks noGrp="1"/>
          </p:cNvSpPr>
          <p:nvPr>
            <p:ph type="sldNum" sz="quarter" idx="5"/>
          </p:nvPr>
        </p:nvSpPr>
        <p:spPr/>
        <p:txBody>
          <a:bodyPr/>
          <a:lstStyle/>
          <a:p>
            <a:fld id="{639D3E3A-38A8-4C76-8765-7142FBECD794}" type="slidenum">
              <a:rPr lang="en-US" smtClean="0"/>
              <a:t>71</a:t>
            </a:fld>
            <a:endParaRPr lang="en-US"/>
          </a:p>
        </p:txBody>
      </p:sp>
    </p:spTree>
    <p:extLst>
      <p:ext uri="{BB962C8B-B14F-4D97-AF65-F5344CB8AC3E}">
        <p14:creationId xmlns:p14="http://schemas.microsoft.com/office/powerpoint/2010/main" val="7280394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6EC30-1CF1-DCD6-8B24-49B78CF4B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E4249-E113-0DAA-4A6D-5E4575C23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B31485-CA90-ABF6-5AEB-118EC6A998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EF4B14-A067-96EF-1D2B-36283CB4665C}"/>
              </a:ext>
            </a:extLst>
          </p:cNvPr>
          <p:cNvSpPr>
            <a:spLocks noGrp="1"/>
          </p:cNvSpPr>
          <p:nvPr>
            <p:ph type="sldNum" sz="quarter" idx="5"/>
          </p:nvPr>
        </p:nvSpPr>
        <p:spPr/>
        <p:txBody>
          <a:bodyPr/>
          <a:lstStyle/>
          <a:p>
            <a:fld id="{639D3E3A-38A8-4C76-8765-7142FBECD794}" type="slidenum">
              <a:rPr lang="en-US" smtClean="0"/>
              <a:t>72</a:t>
            </a:fld>
            <a:endParaRPr lang="en-US"/>
          </a:p>
        </p:txBody>
      </p:sp>
    </p:spTree>
    <p:extLst>
      <p:ext uri="{BB962C8B-B14F-4D97-AF65-F5344CB8AC3E}">
        <p14:creationId xmlns:p14="http://schemas.microsoft.com/office/powerpoint/2010/main" val="31037804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02F1C-F0BC-1957-B0B4-F6D61A9A6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9B0BD-0A54-6D74-645D-4BAEC39E8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5866A-519E-7EAD-B574-6B2C00C574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614E59-92B0-D755-FCCF-5F999A423C52}"/>
              </a:ext>
            </a:extLst>
          </p:cNvPr>
          <p:cNvSpPr>
            <a:spLocks noGrp="1"/>
          </p:cNvSpPr>
          <p:nvPr>
            <p:ph type="sldNum" sz="quarter" idx="5"/>
          </p:nvPr>
        </p:nvSpPr>
        <p:spPr/>
        <p:txBody>
          <a:bodyPr/>
          <a:lstStyle/>
          <a:p>
            <a:fld id="{639D3E3A-38A8-4C76-8765-7142FBECD794}" type="slidenum">
              <a:rPr lang="en-US" smtClean="0"/>
              <a:t>73</a:t>
            </a:fld>
            <a:endParaRPr lang="en-US"/>
          </a:p>
        </p:txBody>
      </p:sp>
    </p:spTree>
    <p:extLst>
      <p:ext uri="{BB962C8B-B14F-4D97-AF65-F5344CB8AC3E}">
        <p14:creationId xmlns:p14="http://schemas.microsoft.com/office/powerpoint/2010/main" val="158527752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A544F-E514-B4A2-CB92-60608B99E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0E74C8-AADA-362E-DBA7-D9AD728679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F0FBD-E6C1-87A8-4881-3945BC82A1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3D3DCF-ABF3-1A87-9D15-7210D5A6A327}"/>
              </a:ext>
            </a:extLst>
          </p:cNvPr>
          <p:cNvSpPr>
            <a:spLocks noGrp="1"/>
          </p:cNvSpPr>
          <p:nvPr>
            <p:ph type="sldNum" sz="quarter" idx="5"/>
          </p:nvPr>
        </p:nvSpPr>
        <p:spPr/>
        <p:txBody>
          <a:bodyPr/>
          <a:lstStyle/>
          <a:p>
            <a:fld id="{639D3E3A-38A8-4C76-8765-7142FBECD794}" type="slidenum">
              <a:rPr lang="en-US" smtClean="0"/>
              <a:t>74</a:t>
            </a:fld>
            <a:endParaRPr lang="en-US"/>
          </a:p>
        </p:txBody>
      </p:sp>
    </p:spTree>
    <p:extLst>
      <p:ext uri="{BB962C8B-B14F-4D97-AF65-F5344CB8AC3E}">
        <p14:creationId xmlns:p14="http://schemas.microsoft.com/office/powerpoint/2010/main" val="26153213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26C70-D818-BF74-7ED2-839A29E8F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7A4017-E854-1E4A-C77B-A33E69807D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0882E-7CBF-1A2C-6447-BBD1BBD02B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3EDDE8-9DB6-28C6-FB49-C25B9DA647AC}"/>
              </a:ext>
            </a:extLst>
          </p:cNvPr>
          <p:cNvSpPr>
            <a:spLocks noGrp="1"/>
          </p:cNvSpPr>
          <p:nvPr>
            <p:ph type="sldNum" sz="quarter" idx="5"/>
          </p:nvPr>
        </p:nvSpPr>
        <p:spPr/>
        <p:txBody>
          <a:bodyPr/>
          <a:lstStyle/>
          <a:p>
            <a:fld id="{639D3E3A-38A8-4C76-8765-7142FBECD794}" type="slidenum">
              <a:rPr lang="en-US" smtClean="0"/>
              <a:t>75</a:t>
            </a:fld>
            <a:endParaRPr lang="en-US"/>
          </a:p>
        </p:txBody>
      </p:sp>
    </p:spTree>
    <p:extLst>
      <p:ext uri="{BB962C8B-B14F-4D97-AF65-F5344CB8AC3E}">
        <p14:creationId xmlns:p14="http://schemas.microsoft.com/office/powerpoint/2010/main" val="24182893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00174-EFCB-57C6-69CB-D536EBE07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807F1-F479-1DB7-E165-0D17F44E1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EC52F-F104-C8B2-B5D5-E4DABA87CA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AB5541-26B1-AB21-3972-0C5D04F6590D}"/>
              </a:ext>
            </a:extLst>
          </p:cNvPr>
          <p:cNvSpPr>
            <a:spLocks noGrp="1"/>
          </p:cNvSpPr>
          <p:nvPr>
            <p:ph type="sldNum" sz="quarter" idx="5"/>
          </p:nvPr>
        </p:nvSpPr>
        <p:spPr/>
        <p:txBody>
          <a:bodyPr/>
          <a:lstStyle/>
          <a:p>
            <a:fld id="{639D3E3A-38A8-4C76-8765-7142FBECD794}" type="slidenum">
              <a:rPr lang="en-US" smtClean="0"/>
              <a:t>76</a:t>
            </a:fld>
            <a:endParaRPr lang="en-US"/>
          </a:p>
        </p:txBody>
      </p:sp>
    </p:spTree>
    <p:extLst>
      <p:ext uri="{BB962C8B-B14F-4D97-AF65-F5344CB8AC3E}">
        <p14:creationId xmlns:p14="http://schemas.microsoft.com/office/powerpoint/2010/main" val="262654615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CCDB-AE9C-7FB3-A0C8-9145D7C587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3CCBD-DBD4-621D-1AB1-6443028325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5A14F-5329-0A20-E130-C4011EE79B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1E3298-C958-7A7F-DF59-59F16EBD5060}"/>
              </a:ext>
            </a:extLst>
          </p:cNvPr>
          <p:cNvSpPr>
            <a:spLocks noGrp="1"/>
          </p:cNvSpPr>
          <p:nvPr>
            <p:ph type="sldNum" sz="quarter" idx="5"/>
          </p:nvPr>
        </p:nvSpPr>
        <p:spPr/>
        <p:txBody>
          <a:bodyPr/>
          <a:lstStyle/>
          <a:p>
            <a:fld id="{639D3E3A-38A8-4C76-8765-7142FBECD794}" type="slidenum">
              <a:rPr lang="en-US" smtClean="0"/>
              <a:t>77</a:t>
            </a:fld>
            <a:endParaRPr lang="en-US"/>
          </a:p>
        </p:txBody>
      </p:sp>
    </p:spTree>
    <p:extLst>
      <p:ext uri="{BB962C8B-B14F-4D97-AF65-F5344CB8AC3E}">
        <p14:creationId xmlns:p14="http://schemas.microsoft.com/office/powerpoint/2010/main" val="239924668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DB095-F058-0BEC-9A52-50C33933E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2E167-3E44-6C57-AB7D-EAEECA5A7C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45BC79-794B-85EB-BFC8-DFC408FEE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4BF488-46F7-150A-70AF-C46DA6BC7552}"/>
              </a:ext>
            </a:extLst>
          </p:cNvPr>
          <p:cNvSpPr>
            <a:spLocks noGrp="1"/>
          </p:cNvSpPr>
          <p:nvPr>
            <p:ph type="sldNum" sz="quarter" idx="5"/>
          </p:nvPr>
        </p:nvSpPr>
        <p:spPr/>
        <p:txBody>
          <a:bodyPr/>
          <a:lstStyle/>
          <a:p>
            <a:fld id="{639D3E3A-38A8-4C76-8765-7142FBECD794}" type="slidenum">
              <a:rPr lang="en-US" smtClean="0"/>
              <a:t>78</a:t>
            </a:fld>
            <a:endParaRPr lang="en-US"/>
          </a:p>
        </p:txBody>
      </p:sp>
    </p:spTree>
    <p:extLst>
      <p:ext uri="{BB962C8B-B14F-4D97-AF65-F5344CB8AC3E}">
        <p14:creationId xmlns:p14="http://schemas.microsoft.com/office/powerpoint/2010/main" val="302088329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1A617-4A0B-ACB9-8C2F-9A18CD3D7C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BA056-114E-891E-3AF8-2B83B65B08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8C2D11-C0EC-720A-F304-FA9D32CD8E3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40FFC7-1A45-1B04-7B2D-466943377695}"/>
              </a:ext>
            </a:extLst>
          </p:cNvPr>
          <p:cNvSpPr>
            <a:spLocks noGrp="1"/>
          </p:cNvSpPr>
          <p:nvPr>
            <p:ph type="sldNum" sz="quarter" idx="5"/>
          </p:nvPr>
        </p:nvSpPr>
        <p:spPr/>
        <p:txBody>
          <a:bodyPr/>
          <a:lstStyle/>
          <a:p>
            <a:fld id="{639D3E3A-38A8-4C76-8765-7142FBECD794}" type="slidenum">
              <a:rPr lang="en-US" smtClean="0"/>
              <a:t>79</a:t>
            </a:fld>
            <a:endParaRPr lang="en-US"/>
          </a:p>
        </p:txBody>
      </p:sp>
    </p:spTree>
    <p:extLst>
      <p:ext uri="{BB962C8B-B14F-4D97-AF65-F5344CB8AC3E}">
        <p14:creationId xmlns:p14="http://schemas.microsoft.com/office/powerpoint/2010/main" val="68872739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5392-7707-0313-1A24-E4CFA609B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00FF7-69C6-6C16-4276-0297F8CA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8D6763-E2E5-DE14-893D-E90ED46361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71634D-D6D4-4558-0DDF-E4C683191499}"/>
              </a:ext>
            </a:extLst>
          </p:cNvPr>
          <p:cNvSpPr>
            <a:spLocks noGrp="1"/>
          </p:cNvSpPr>
          <p:nvPr>
            <p:ph type="sldNum" sz="quarter" idx="5"/>
          </p:nvPr>
        </p:nvSpPr>
        <p:spPr/>
        <p:txBody>
          <a:bodyPr/>
          <a:lstStyle/>
          <a:p>
            <a:fld id="{639D3E3A-38A8-4C76-8765-7142FBECD794}" type="slidenum">
              <a:rPr lang="en-US" smtClean="0"/>
              <a:t>80</a:t>
            </a:fld>
            <a:endParaRPr lang="en-US"/>
          </a:p>
        </p:txBody>
      </p:sp>
    </p:spTree>
    <p:extLst>
      <p:ext uri="{BB962C8B-B14F-4D97-AF65-F5344CB8AC3E}">
        <p14:creationId xmlns:p14="http://schemas.microsoft.com/office/powerpoint/2010/main" val="184417661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3B5E4-7E73-BECE-03D4-0FD8C35F0C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6221B-61E4-A14E-2B99-93BDE3F9D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5193F-60A1-C385-C004-BA2FFED745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115FA0-B457-B781-284A-E0F5EECC9720}"/>
              </a:ext>
            </a:extLst>
          </p:cNvPr>
          <p:cNvSpPr>
            <a:spLocks noGrp="1"/>
          </p:cNvSpPr>
          <p:nvPr>
            <p:ph type="sldNum" sz="quarter" idx="5"/>
          </p:nvPr>
        </p:nvSpPr>
        <p:spPr/>
        <p:txBody>
          <a:bodyPr/>
          <a:lstStyle/>
          <a:p>
            <a:fld id="{639D3E3A-38A8-4C76-8765-7142FBECD794}" type="slidenum">
              <a:rPr lang="en-US" smtClean="0"/>
              <a:t>81</a:t>
            </a:fld>
            <a:endParaRPr lang="en-US"/>
          </a:p>
        </p:txBody>
      </p:sp>
    </p:spTree>
    <p:extLst>
      <p:ext uri="{BB962C8B-B14F-4D97-AF65-F5344CB8AC3E}">
        <p14:creationId xmlns:p14="http://schemas.microsoft.com/office/powerpoint/2010/main" val="35038514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CBE80-CF2C-6296-6D26-06EBE7E00B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C0293F-6243-15AC-69A2-4EE6439BD8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C01563-E112-43C4-0002-979E08ECD4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CE6697-9EFB-DB6A-C9E1-D98F4889E30A}"/>
              </a:ext>
            </a:extLst>
          </p:cNvPr>
          <p:cNvSpPr>
            <a:spLocks noGrp="1"/>
          </p:cNvSpPr>
          <p:nvPr>
            <p:ph type="sldNum" sz="quarter" idx="5"/>
          </p:nvPr>
        </p:nvSpPr>
        <p:spPr/>
        <p:txBody>
          <a:bodyPr/>
          <a:lstStyle/>
          <a:p>
            <a:fld id="{639D3E3A-38A8-4C76-8765-7142FBECD794}" type="slidenum">
              <a:rPr lang="en-US" smtClean="0"/>
              <a:t>82</a:t>
            </a:fld>
            <a:endParaRPr lang="en-US"/>
          </a:p>
        </p:txBody>
      </p:sp>
    </p:spTree>
    <p:extLst>
      <p:ext uri="{BB962C8B-B14F-4D97-AF65-F5344CB8AC3E}">
        <p14:creationId xmlns:p14="http://schemas.microsoft.com/office/powerpoint/2010/main" val="7689255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5E9B9-B5A7-D8E9-6A27-BBE6BDF89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604AB-360B-FBBD-2D55-55BF38BB0B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E2108B-903D-CD37-3FAD-211BE72055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E1680B-18D5-86AF-BD25-DA30ED1674FF}"/>
              </a:ext>
            </a:extLst>
          </p:cNvPr>
          <p:cNvSpPr>
            <a:spLocks noGrp="1"/>
          </p:cNvSpPr>
          <p:nvPr>
            <p:ph type="sldNum" sz="quarter" idx="5"/>
          </p:nvPr>
        </p:nvSpPr>
        <p:spPr/>
        <p:txBody>
          <a:bodyPr/>
          <a:lstStyle/>
          <a:p>
            <a:fld id="{639D3E3A-38A8-4C76-8765-7142FBECD794}" type="slidenum">
              <a:rPr lang="en-US" smtClean="0"/>
              <a:t>83</a:t>
            </a:fld>
            <a:endParaRPr lang="en-US"/>
          </a:p>
        </p:txBody>
      </p:sp>
    </p:spTree>
    <p:extLst>
      <p:ext uri="{BB962C8B-B14F-4D97-AF65-F5344CB8AC3E}">
        <p14:creationId xmlns:p14="http://schemas.microsoft.com/office/powerpoint/2010/main" val="112477120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EBD-C1F4-A6FE-D948-56A90E555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53F365-779B-B596-20C8-0E6A3C1CB8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0AB164-8BFE-530B-1033-3C630BD577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AF260D-D6E5-A42C-5D94-AD683FEB554D}"/>
              </a:ext>
            </a:extLst>
          </p:cNvPr>
          <p:cNvSpPr>
            <a:spLocks noGrp="1"/>
          </p:cNvSpPr>
          <p:nvPr>
            <p:ph type="sldNum" sz="quarter" idx="5"/>
          </p:nvPr>
        </p:nvSpPr>
        <p:spPr/>
        <p:txBody>
          <a:bodyPr/>
          <a:lstStyle/>
          <a:p>
            <a:fld id="{639D3E3A-38A8-4C76-8765-7142FBECD794}" type="slidenum">
              <a:rPr lang="en-US" smtClean="0"/>
              <a:t>84</a:t>
            </a:fld>
            <a:endParaRPr lang="en-US"/>
          </a:p>
        </p:txBody>
      </p:sp>
    </p:spTree>
    <p:extLst>
      <p:ext uri="{BB962C8B-B14F-4D97-AF65-F5344CB8AC3E}">
        <p14:creationId xmlns:p14="http://schemas.microsoft.com/office/powerpoint/2010/main" val="305011495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8F3B2-7F63-D312-0C8B-6ECBB3E91A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CE8ABE-C4CF-AF48-92E7-4549B4A51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1A8775-0ADE-5367-0D3E-A33616EE23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B22610-5A1C-B47B-936A-04EC0E4F2A39}"/>
              </a:ext>
            </a:extLst>
          </p:cNvPr>
          <p:cNvSpPr>
            <a:spLocks noGrp="1"/>
          </p:cNvSpPr>
          <p:nvPr>
            <p:ph type="sldNum" sz="quarter" idx="5"/>
          </p:nvPr>
        </p:nvSpPr>
        <p:spPr/>
        <p:txBody>
          <a:bodyPr/>
          <a:lstStyle/>
          <a:p>
            <a:fld id="{639D3E3A-38A8-4C76-8765-7142FBECD794}" type="slidenum">
              <a:rPr lang="en-US" smtClean="0"/>
              <a:t>85</a:t>
            </a:fld>
            <a:endParaRPr lang="en-US"/>
          </a:p>
        </p:txBody>
      </p:sp>
    </p:spTree>
    <p:extLst>
      <p:ext uri="{BB962C8B-B14F-4D97-AF65-F5344CB8AC3E}">
        <p14:creationId xmlns:p14="http://schemas.microsoft.com/office/powerpoint/2010/main" val="192247226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487D-00EB-C55F-2B27-886D3B5DC0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D747A-92F5-B616-3542-54AF253CDC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0B8C0F-6DD6-1FAD-106A-A5AF22E261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FC9BF7-E2B7-018C-6956-F78284F0497C}"/>
              </a:ext>
            </a:extLst>
          </p:cNvPr>
          <p:cNvSpPr>
            <a:spLocks noGrp="1"/>
          </p:cNvSpPr>
          <p:nvPr>
            <p:ph type="sldNum" sz="quarter" idx="5"/>
          </p:nvPr>
        </p:nvSpPr>
        <p:spPr/>
        <p:txBody>
          <a:bodyPr/>
          <a:lstStyle/>
          <a:p>
            <a:fld id="{639D3E3A-38A8-4C76-8765-7142FBECD794}" type="slidenum">
              <a:rPr lang="en-US" smtClean="0"/>
              <a:t>86</a:t>
            </a:fld>
            <a:endParaRPr lang="en-US"/>
          </a:p>
        </p:txBody>
      </p:sp>
    </p:spTree>
    <p:extLst>
      <p:ext uri="{BB962C8B-B14F-4D97-AF65-F5344CB8AC3E}">
        <p14:creationId xmlns:p14="http://schemas.microsoft.com/office/powerpoint/2010/main" val="6793802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AD5DC-6960-FEE8-E9C3-E6625C4FF0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C9419-5FCB-318A-C769-DE64689F0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2CE5C1-4E0D-D296-349D-A9CD87371D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FF3955-2AAE-0A66-2C87-7A3A98AFCD8E}"/>
              </a:ext>
            </a:extLst>
          </p:cNvPr>
          <p:cNvSpPr>
            <a:spLocks noGrp="1"/>
          </p:cNvSpPr>
          <p:nvPr>
            <p:ph type="sldNum" sz="quarter" idx="5"/>
          </p:nvPr>
        </p:nvSpPr>
        <p:spPr/>
        <p:txBody>
          <a:bodyPr/>
          <a:lstStyle/>
          <a:p>
            <a:fld id="{639D3E3A-38A8-4C76-8765-7142FBECD794}" type="slidenum">
              <a:rPr lang="en-US" smtClean="0"/>
              <a:t>87</a:t>
            </a:fld>
            <a:endParaRPr lang="en-US"/>
          </a:p>
        </p:txBody>
      </p:sp>
    </p:spTree>
    <p:extLst>
      <p:ext uri="{BB962C8B-B14F-4D97-AF65-F5344CB8AC3E}">
        <p14:creationId xmlns:p14="http://schemas.microsoft.com/office/powerpoint/2010/main" val="6197708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76CA5-F757-61BC-6F66-24376742E1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B6BA8-A983-B2F9-BC31-1025EDA20C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3E438E-E59D-6D0E-A9CB-FAA9AE1AF7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DEB04-75B7-BD89-B248-2B4F2636778C}"/>
              </a:ext>
            </a:extLst>
          </p:cNvPr>
          <p:cNvSpPr>
            <a:spLocks noGrp="1"/>
          </p:cNvSpPr>
          <p:nvPr>
            <p:ph type="sldNum" sz="quarter" idx="5"/>
          </p:nvPr>
        </p:nvSpPr>
        <p:spPr/>
        <p:txBody>
          <a:bodyPr/>
          <a:lstStyle/>
          <a:p>
            <a:fld id="{639D3E3A-38A8-4C76-8765-7142FBECD794}" type="slidenum">
              <a:rPr lang="en-US" smtClean="0"/>
              <a:t>88</a:t>
            </a:fld>
            <a:endParaRPr lang="en-US"/>
          </a:p>
        </p:txBody>
      </p:sp>
    </p:spTree>
    <p:extLst>
      <p:ext uri="{BB962C8B-B14F-4D97-AF65-F5344CB8AC3E}">
        <p14:creationId xmlns:p14="http://schemas.microsoft.com/office/powerpoint/2010/main" val="28540770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C983A-6A6C-BDF9-CCD1-3F873A0E4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184C5-4133-F650-496A-C44728E61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71DE44-9C70-7976-ED29-E8DF31F738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21782B-D4A5-9B68-1133-929E8A86804E}"/>
              </a:ext>
            </a:extLst>
          </p:cNvPr>
          <p:cNvSpPr>
            <a:spLocks noGrp="1"/>
          </p:cNvSpPr>
          <p:nvPr>
            <p:ph type="sldNum" sz="quarter" idx="5"/>
          </p:nvPr>
        </p:nvSpPr>
        <p:spPr/>
        <p:txBody>
          <a:bodyPr/>
          <a:lstStyle/>
          <a:p>
            <a:fld id="{639D3E3A-38A8-4C76-8765-7142FBECD794}" type="slidenum">
              <a:rPr lang="en-US" smtClean="0"/>
              <a:t>89</a:t>
            </a:fld>
            <a:endParaRPr lang="en-US"/>
          </a:p>
        </p:txBody>
      </p:sp>
    </p:spTree>
    <p:extLst>
      <p:ext uri="{BB962C8B-B14F-4D97-AF65-F5344CB8AC3E}">
        <p14:creationId xmlns:p14="http://schemas.microsoft.com/office/powerpoint/2010/main" val="979556689"/>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67904-3190-A53C-EB05-6CEE8827BB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D47A8-5E2C-AFBE-594A-164D59C2C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37464-8261-057E-5B65-743F637E4A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95933E-8DD0-735B-4C45-863658EE788D}"/>
              </a:ext>
            </a:extLst>
          </p:cNvPr>
          <p:cNvSpPr>
            <a:spLocks noGrp="1"/>
          </p:cNvSpPr>
          <p:nvPr>
            <p:ph type="sldNum" sz="quarter" idx="5"/>
          </p:nvPr>
        </p:nvSpPr>
        <p:spPr/>
        <p:txBody>
          <a:bodyPr/>
          <a:lstStyle/>
          <a:p>
            <a:fld id="{639D3E3A-38A8-4C76-8765-7142FBECD794}" type="slidenum">
              <a:rPr lang="en-US" smtClean="0"/>
              <a:t>90</a:t>
            </a:fld>
            <a:endParaRPr lang="en-US"/>
          </a:p>
        </p:txBody>
      </p:sp>
    </p:spTree>
    <p:extLst>
      <p:ext uri="{BB962C8B-B14F-4D97-AF65-F5344CB8AC3E}">
        <p14:creationId xmlns:p14="http://schemas.microsoft.com/office/powerpoint/2010/main" val="5614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8B371-4749-818C-071D-CACC46811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F374DA-BFA7-F9C1-B4D3-3900454AD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48AE88-28C1-DD60-16E7-EC7A93E8F0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200507-FED8-DDDB-A211-E6FC071B2D53}"/>
              </a:ext>
            </a:extLst>
          </p:cNvPr>
          <p:cNvSpPr>
            <a:spLocks noGrp="1"/>
          </p:cNvSpPr>
          <p:nvPr>
            <p:ph type="sldNum" sz="quarter" idx="5"/>
          </p:nvPr>
        </p:nvSpPr>
        <p:spPr/>
        <p:txBody>
          <a:bodyPr/>
          <a:lstStyle/>
          <a:p>
            <a:fld id="{639D3E3A-38A8-4C76-8765-7142FBECD794}" type="slidenum">
              <a:rPr lang="en-US" smtClean="0"/>
              <a:t>91</a:t>
            </a:fld>
            <a:endParaRPr lang="en-US"/>
          </a:p>
        </p:txBody>
      </p:sp>
    </p:spTree>
    <p:extLst>
      <p:ext uri="{BB962C8B-B14F-4D97-AF65-F5344CB8AC3E}">
        <p14:creationId xmlns:p14="http://schemas.microsoft.com/office/powerpoint/2010/main" val="607815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D665-D6E5-A355-FD42-11F435A3C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CDD61-F3C2-C938-15B2-7CEC162C07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4690E-2E08-6633-5D06-0FCB73C9B5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1E4181-BC64-FA45-6F4E-1C0F5DEF687E}"/>
              </a:ext>
            </a:extLst>
          </p:cNvPr>
          <p:cNvSpPr>
            <a:spLocks noGrp="1"/>
          </p:cNvSpPr>
          <p:nvPr>
            <p:ph type="sldNum" sz="quarter" idx="5"/>
          </p:nvPr>
        </p:nvSpPr>
        <p:spPr/>
        <p:txBody>
          <a:bodyPr/>
          <a:lstStyle/>
          <a:p>
            <a:fld id="{639D3E3A-38A8-4C76-8765-7142FBECD794}" type="slidenum">
              <a:rPr lang="en-US" smtClean="0"/>
              <a:t>92</a:t>
            </a:fld>
            <a:endParaRPr lang="en-US"/>
          </a:p>
        </p:txBody>
      </p:sp>
    </p:spTree>
    <p:extLst>
      <p:ext uri="{BB962C8B-B14F-4D97-AF65-F5344CB8AC3E}">
        <p14:creationId xmlns:p14="http://schemas.microsoft.com/office/powerpoint/2010/main" val="16427549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EEA12-0FC2-AB37-EB31-7181D5FF5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7098B-F4D8-301F-390D-41B6580C46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C968B7-5890-0F0E-B621-C9D084D6D4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BAED72-79A1-601F-B096-41620DB53E1C}"/>
              </a:ext>
            </a:extLst>
          </p:cNvPr>
          <p:cNvSpPr>
            <a:spLocks noGrp="1"/>
          </p:cNvSpPr>
          <p:nvPr>
            <p:ph type="sldNum" sz="quarter" idx="5"/>
          </p:nvPr>
        </p:nvSpPr>
        <p:spPr/>
        <p:txBody>
          <a:bodyPr/>
          <a:lstStyle/>
          <a:p>
            <a:fld id="{639D3E3A-38A8-4C76-8765-7142FBECD794}" type="slidenum">
              <a:rPr lang="en-US" smtClean="0"/>
              <a:t>93</a:t>
            </a:fld>
            <a:endParaRPr lang="en-US"/>
          </a:p>
        </p:txBody>
      </p:sp>
    </p:spTree>
    <p:extLst>
      <p:ext uri="{BB962C8B-B14F-4D97-AF65-F5344CB8AC3E}">
        <p14:creationId xmlns:p14="http://schemas.microsoft.com/office/powerpoint/2010/main" val="41583670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11D64-9981-98C6-F7F0-E461BE9489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C0E27-9ADF-14AA-B4DD-025203214A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9938E-6E93-85F3-017A-981ECFA6FB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B8CA1-4122-748A-FDA7-2961D7969DF9}"/>
              </a:ext>
            </a:extLst>
          </p:cNvPr>
          <p:cNvSpPr>
            <a:spLocks noGrp="1"/>
          </p:cNvSpPr>
          <p:nvPr>
            <p:ph type="sldNum" sz="quarter" idx="5"/>
          </p:nvPr>
        </p:nvSpPr>
        <p:spPr/>
        <p:txBody>
          <a:bodyPr/>
          <a:lstStyle/>
          <a:p>
            <a:fld id="{639D3E3A-38A8-4C76-8765-7142FBECD794}" type="slidenum">
              <a:rPr lang="en-US" smtClean="0"/>
              <a:t>94</a:t>
            </a:fld>
            <a:endParaRPr lang="en-US"/>
          </a:p>
        </p:txBody>
      </p:sp>
    </p:spTree>
    <p:extLst>
      <p:ext uri="{BB962C8B-B14F-4D97-AF65-F5344CB8AC3E}">
        <p14:creationId xmlns:p14="http://schemas.microsoft.com/office/powerpoint/2010/main" val="287697521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40990-C664-5B81-DD5D-78F92B13D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CE8F27-85BE-0B1D-35EF-6A18BAC6DD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B774E-04B4-AB9F-66E1-C45F5EF5E7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CAA541-69A6-A3B9-4FE0-FD875A1CC9E9}"/>
              </a:ext>
            </a:extLst>
          </p:cNvPr>
          <p:cNvSpPr>
            <a:spLocks noGrp="1"/>
          </p:cNvSpPr>
          <p:nvPr>
            <p:ph type="sldNum" sz="quarter" idx="5"/>
          </p:nvPr>
        </p:nvSpPr>
        <p:spPr/>
        <p:txBody>
          <a:bodyPr/>
          <a:lstStyle/>
          <a:p>
            <a:fld id="{639D3E3A-38A8-4C76-8765-7142FBECD794}" type="slidenum">
              <a:rPr lang="en-US" smtClean="0"/>
              <a:t>95</a:t>
            </a:fld>
            <a:endParaRPr lang="en-US"/>
          </a:p>
        </p:txBody>
      </p:sp>
    </p:spTree>
    <p:extLst>
      <p:ext uri="{BB962C8B-B14F-4D97-AF65-F5344CB8AC3E}">
        <p14:creationId xmlns:p14="http://schemas.microsoft.com/office/powerpoint/2010/main" val="385048850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E9CE6-23AB-505F-8BD2-736D5C0AF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6C120-DCFD-56C4-4A2F-7ACF397B6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9F11EA-732A-8F6D-436D-3522A77B95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F56291-2AB8-D5E5-DF6D-2885D7808657}"/>
              </a:ext>
            </a:extLst>
          </p:cNvPr>
          <p:cNvSpPr>
            <a:spLocks noGrp="1"/>
          </p:cNvSpPr>
          <p:nvPr>
            <p:ph type="sldNum" sz="quarter" idx="5"/>
          </p:nvPr>
        </p:nvSpPr>
        <p:spPr/>
        <p:txBody>
          <a:bodyPr/>
          <a:lstStyle/>
          <a:p>
            <a:fld id="{639D3E3A-38A8-4C76-8765-7142FBECD794}" type="slidenum">
              <a:rPr lang="en-US" smtClean="0"/>
              <a:t>96</a:t>
            </a:fld>
            <a:endParaRPr lang="en-US"/>
          </a:p>
        </p:txBody>
      </p:sp>
    </p:spTree>
    <p:extLst>
      <p:ext uri="{BB962C8B-B14F-4D97-AF65-F5344CB8AC3E}">
        <p14:creationId xmlns:p14="http://schemas.microsoft.com/office/powerpoint/2010/main" val="389088443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E81D0-C5AF-8369-C7E6-51E826F2D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B9D69-7CC2-36DE-2E75-36FB90454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16E21-E06B-CE50-33E6-4441E3B26D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E80652-B0DF-B69B-07FC-AD081F174306}"/>
              </a:ext>
            </a:extLst>
          </p:cNvPr>
          <p:cNvSpPr>
            <a:spLocks noGrp="1"/>
          </p:cNvSpPr>
          <p:nvPr>
            <p:ph type="sldNum" sz="quarter" idx="5"/>
          </p:nvPr>
        </p:nvSpPr>
        <p:spPr/>
        <p:txBody>
          <a:bodyPr/>
          <a:lstStyle/>
          <a:p>
            <a:fld id="{639D3E3A-38A8-4C76-8765-7142FBECD794}" type="slidenum">
              <a:rPr lang="en-US" smtClean="0"/>
              <a:t>97</a:t>
            </a:fld>
            <a:endParaRPr lang="en-US"/>
          </a:p>
        </p:txBody>
      </p:sp>
    </p:spTree>
    <p:extLst>
      <p:ext uri="{BB962C8B-B14F-4D97-AF65-F5344CB8AC3E}">
        <p14:creationId xmlns:p14="http://schemas.microsoft.com/office/powerpoint/2010/main" val="89267432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E2BCF-5CBE-8CA3-7252-CA1C02836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0D391-41C1-50D5-4632-E4649602D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7E7AAB-521A-392A-0542-35D007D7C4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BFD11-A5AC-D14F-81ED-2882F6B4BC9D}"/>
              </a:ext>
            </a:extLst>
          </p:cNvPr>
          <p:cNvSpPr>
            <a:spLocks noGrp="1"/>
          </p:cNvSpPr>
          <p:nvPr>
            <p:ph type="sldNum" sz="quarter" idx="5"/>
          </p:nvPr>
        </p:nvSpPr>
        <p:spPr/>
        <p:txBody>
          <a:bodyPr/>
          <a:lstStyle/>
          <a:p>
            <a:fld id="{639D3E3A-38A8-4C76-8765-7142FBECD794}" type="slidenum">
              <a:rPr lang="en-US" smtClean="0"/>
              <a:t>98</a:t>
            </a:fld>
            <a:endParaRPr lang="en-US"/>
          </a:p>
        </p:txBody>
      </p:sp>
    </p:spTree>
    <p:extLst>
      <p:ext uri="{BB962C8B-B14F-4D97-AF65-F5344CB8AC3E}">
        <p14:creationId xmlns:p14="http://schemas.microsoft.com/office/powerpoint/2010/main" val="2331303829"/>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C25A7-443C-692E-BFD0-F19DD7B0CD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2E23FD-DD87-C515-73F9-8D61FE05B1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BC1E3D-3A19-40DC-0531-DCFB04B0FE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30ADB2-026D-19CB-051F-AAC02713A381}"/>
              </a:ext>
            </a:extLst>
          </p:cNvPr>
          <p:cNvSpPr>
            <a:spLocks noGrp="1"/>
          </p:cNvSpPr>
          <p:nvPr>
            <p:ph type="sldNum" sz="quarter" idx="5"/>
          </p:nvPr>
        </p:nvSpPr>
        <p:spPr/>
        <p:txBody>
          <a:bodyPr/>
          <a:lstStyle/>
          <a:p>
            <a:fld id="{639D3E3A-38A8-4C76-8765-7142FBECD794}" type="slidenum">
              <a:rPr lang="en-US" smtClean="0"/>
              <a:t>99</a:t>
            </a:fld>
            <a:endParaRPr lang="en-US"/>
          </a:p>
        </p:txBody>
      </p:sp>
    </p:spTree>
    <p:extLst>
      <p:ext uri="{BB962C8B-B14F-4D97-AF65-F5344CB8AC3E}">
        <p14:creationId xmlns:p14="http://schemas.microsoft.com/office/powerpoint/2010/main" val="1567413527"/>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6D7DA-F896-CB71-879A-6EB1F79D6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B4FEF-2E13-026B-740D-F42D053DF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C84BC0-5F10-4007-B65C-925FA37F1F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DCB99B-86C0-038D-BEEE-9FF6A59AE48E}"/>
              </a:ext>
            </a:extLst>
          </p:cNvPr>
          <p:cNvSpPr>
            <a:spLocks noGrp="1"/>
          </p:cNvSpPr>
          <p:nvPr>
            <p:ph type="sldNum" sz="quarter" idx="5"/>
          </p:nvPr>
        </p:nvSpPr>
        <p:spPr/>
        <p:txBody>
          <a:bodyPr/>
          <a:lstStyle/>
          <a:p>
            <a:fld id="{639D3E3A-38A8-4C76-8765-7142FBECD794}" type="slidenum">
              <a:rPr lang="en-US" smtClean="0"/>
              <a:t>100</a:t>
            </a:fld>
            <a:endParaRPr lang="en-US"/>
          </a:p>
        </p:txBody>
      </p:sp>
    </p:spTree>
    <p:extLst>
      <p:ext uri="{BB962C8B-B14F-4D97-AF65-F5344CB8AC3E}">
        <p14:creationId xmlns:p14="http://schemas.microsoft.com/office/powerpoint/2010/main" val="927108975"/>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32DB5-D54A-C88C-65E1-2D502F2EF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4C8766-5326-3EA8-2154-9D5B44026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0DFFC2-52EE-BDC4-DDC5-74B75CF733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F60669-77AA-70B6-2FC2-B56B2F0CD73E}"/>
              </a:ext>
            </a:extLst>
          </p:cNvPr>
          <p:cNvSpPr>
            <a:spLocks noGrp="1"/>
          </p:cNvSpPr>
          <p:nvPr>
            <p:ph type="sldNum" sz="quarter" idx="5"/>
          </p:nvPr>
        </p:nvSpPr>
        <p:spPr/>
        <p:txBody>
          <a:bodyPr/>
          <a:lstStyle/>
          <a:p>
            <a:fld id="{639D3E3A-38A8-4C76-8765-7142FBECD794}" type="slidenum">
              <a:rPr lang="en-US" smtClean="0"/>
              <a:t>101</a:t>
            </a:fld>
            <a:endParaRPr lang="en-US"/>
          </a:p>
        </p:txBody>
      </p:sp>
    </p:spTree>
    <p:extLst>
      <p:ext uri="{BB962C8B-B14F-4D97-AF65-F5344CB8AC3E}">
        <p14:creationId xmlns:p14="http://schemas.microsoft.com/office/powerpoint/2010/main" val="403186997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5E0B5-3893-243D-DC30-DE152290F4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3F996D-144E-5180-F759-E2FB048476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FAD1B-A0ED-2749-5D3E-7FFD19BAE2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A900FE-CA98-79AC-EAF8-B8E6CBE2EFA2}"/>
              </a:ext>
            </a:extLst>
          </p:cNvPr>
          <p:cNvSpPr>
            <a:spLocks noGrp="1"/>
          </p:cNvSpPr>
          <p:nvPr>
            <p:ph type="sldNum" sz="quarter" idx="5"/>
          </p:nvPr>
        </p:nvSpPr>
        <p:spPr/>
        <p:txBody>
          <a:bodyPr/>
          <a:lstStyle/>
          <a:p>
            <a:fld id="{639D3E3A-38A8-4C76-8765-7142FBECD794}" type="slidenum">
              <a:rPr lang="en-US" smtClean="0"/>
              <a:t>102</a:t>
            </a:fld>
            <a:endParaRPr lang="en-US"/>
          </a:p>
        </p:txBody>
      </p:sp>
    </p:spTree>
    <p:extLst>
      <p:ext uri="{BB962C8B-B14F-4D97-AF65-F5344CB8AC3E}">
        <p14:creationId xmlns:p14="http://schemas.microsoft.com/office/powerpoint/2010/main" val="348362568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746AC-ACF0-5BD7-744F-B7A47A564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475372-4FE9-906B-4B73-4DC5644802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E1900-6549-479E-DCCE-E8C9954D80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769B10-2414-60CF-4088-FA76F3D51BC3}"/>
              </a:ext>
            </a:extLst>
          </p:cNvPr>
          <p:cNvSpPr>
            <a:spLocks noGrp="1"/>
          </p:cNvSpPr>
          <p:nvPr>
            <p:ph type="sldNum" sz="quarter" idx="5"/>
          </p:nvPr>
        </p:nvSpPr>
        <p:spPr/>
        <p:txBody>
          <a:bodyPr/>
          <a:lstStyle/>
          <a:p>
            <a:fld id="{639D3E3A-38A8-4C76-8765-7142FBECD794}" type="slidenum">
              <a:rPr lang="en-US" smtClean="0"/>
              <a:t>103</a:t>
            </a:fld>
            <a:endParaRPr lang="en-US"/>
          </a:p>
        </p:txBody>
      </p:sp>
    </p:spTree>
    <p:extLst>
      <p:ext uri="{BB962C8B-B14F-4D97-AF65-F5344CB8AC3E}">
        <p14:creationId xmlns:p14="http://schemas.microsoft.com/office/powerpoint/2010/main" val="105955283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C0E8-C36D-9EE0-5414-BE5D150B94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4D17D-B9C6-4A89-9342-D3C336906F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B85711-1901-CD68-A8C1-189804D010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BA86FA-B7D4-C5D8-84DE-38808110BD75}"/>
              </a:ext>
            </a:extLst>
          </p:cNvPr>
          <p:cNvSpPr>
            <a:spLocks noGrp="1"/>
          </p:cNvSpPr>
          <p:nvPr>
            <p:ph type="sldNum" sz="quarter" idx="5"/>
          </p:nvPr>
        </p:nvSpPr>
        <p:spPr/>
        <p:txBody>
          <a:bodyPr/>
          <a:lstStyle/>
          <a:p>
            <a:fld id="{639D3E3A-38A8-4C76-8765-7142FBECD794}" type="slidenum">
              <a:rPr lang="en-US" smtClean="0"/>
              <a:t>104</a:t>
            </a:fld>
            <a:endParaRPr lang="en-US"/>
          </a:p>
        </p:txBody>
      </p:sp>
    </p:spTree>
    <p:extLst>
      <p:ext uri="{BB962C8B-B14F-4D97-AF65-F5344CB8AC3E}">
        <p14:creationId xmlns:p14="http://schemas.microsoft.com/office/powerpoint/2010/main" val="213160617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C73F9-DF3A-AB0A-5610-913CB4436A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1E86B3-13E5-1118-562F-4374365C0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1E292B-C3AD-EBFD-538F-322DA8551C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3389B1-8BA6-1A86-1A87-5AE075F028E2}"/>
              </a:ext>
            </a:extLst>
          </p:cNvPr>
          <p:cNvSpPr>
            <a:spLocks noGrp="1"/>
          </p:cNvSpPr>
          <p:nvPr>
            <p:ph type="sldNum" sz="quarter" idx="5"/>
          </p:nvPr>
        </p:nvSpPr>
        <p:spPr/>
        <p:txBody>
          <a:bodyPr/>
          <a:lstStyle/>
          <a:p>
            <a:fld id="{639D3E3A-38A8-4C76-8765-7142FBECD794}" type="slidenum">
              <a:rPr lang="en-US" smtClean="0"/>
              <a:t>105</a:t>
            </a:fld>
            <a:endParaRPr lang="en-US"/>
          </a:p>
        </p:txBody>
      </p:sp>
    </p:spTree>
    <p:extLst>
      <p:ext uri="{BB962C8B-B14F-4D97-AF65-F5344CB8AC3E}">
        <p14:creationId xmlns:p14="http://schemas.microsoft.com/office/powerpoint/2010/main" val="258979446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809FB-8856-758A-E9B4-B8C31FE07D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F2907-DF77-2B47-FC3C-E10D8E9261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2962E-083D-F939-B063-D1FE23F327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C6F137E-3E69-30C8-621F-C53E8D0CD344}"/>
              </a:ext>
            </a:extLst>
          </p:cNvPr>
          <p:cNvSpPr>
            <a:spLocks noGrp="1"/>
          </p:cNvSpPr>
          <p:nvPr>
            <p:ph type="sldNum" sz="quarter" idx="5"/>
          </p:nvPr>
        </p:nvSpPr>
        <p:spPr/>
        <p:txBody>
          <a:bodyPr/>
          <a:lstStyle/>
          <a:p>
            <a:fld id="{639D3E3A-38A8-4C76-8765-7142FBECD794}" type="slidenum">
              <a:rPr lang="en-US" smtClean="0"/>
              <a:t>106</a:t>
            </a:fld>
            <a:endParaRPr lang="en-US"/>
          </a:p>
        </p:txBody>
      </p:sp>
    </p:spTree>
    <p:extLst>
      <p:ext uri="{BB962C8B-B14F-4D97-AF65-F5344CB8AC3E}">
        <p14:creationId xmlns:p14="http://schemas.microsoft.com/office/powerpoint/2010/main" val="403799869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6FE54-BB4A-31DA-F6E4-915475C120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F4710C-1CC6-8092-59C1-28127DF72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CF870-73F3-C36D-8FD3-A757731D9B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F80FB7-1D24-B24D-50B6-1DA39894D4D4}"/>
              </a:ext>
            </a:extLst>
          </p:cNvPr>
          <p:cNvSpPr>
            <a:spLocks noGrp="1"/>
          </p:cNvSpPr>
          <p:nvPr>
            <p:ph type="sldNum" sz="quarter" idx="5"/>
          </p:nvPr>
        </p:nvSpPr>
        <p:spPr/>
        <p:txBody>
          <a:bodyPr/>
          <a:lstStyle/>
          <a:p>
            <a:fld id="{639D3E3A-38A8-4C76-8765-7142FBECD794}" type="slidenum">
              <a:rPr lang="en-US" smtClean="0"/>
              <a:t>107</a:t>
            </a:fld>
            <a:endParaRPr lang="en-US"/>
          </a:p>
        </p:txBody>
      </p:sp>
    </p:spTree>
    <p:extLst>
      <p:ext uri="{BB962C8B-B14F-4D97-AF65-F5344CB8AC3E}">
        <p14:creationId xmlns:p14="http://schemas.microsoft.com/office/powerpoint/2010/main" val="363024424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23D15-6023-1683-4AAB-ADCAF677D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3450EC-E96F-4226-3C94-F85BFE2E13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AC386-90A3-4DB9-DD7A-1F73C1078D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CB4CE3-4E68-049B-84B3-F26EA0166069}"/>
              </a:ext>
            </a:extLst>
          </p:cNvPr>
          <p:cNvSpPr>
            <a:spLocks noGrp="1"/>
          </p:cNvSpPr>
          <p:nvPr>
            <p:ph type="sldNum" sz="quarter" idx="5"/>
          </p:nvPr>
        </p:nvSpPr>
        <p:spPr/>
        <p:txBody>
          <a:bodyPr/>
          <a:lstStyle/>
          <a:p>
            <a:fld id="{639D3E3A-38A8-4C76-8765-7142FBECD794}" type="slidenum">
              <a:rPr lang="en-US" smtClean="0"/>
              <a:t>108</a:t>
            </a:fld>
            <a:endParaRPr lang="en-US"/>
          </a:p>
        </p:txBody>
      </p:sp>
    </p:spTree>
    <p:extLst>
      <p:ext uri="{BB962C8B-B14F-4D97-AF65-F5344CB8AC3E}">
        <p14:creationId xmlns:p14="http://schemas.microsoft.com/office/powerpoint/2010/main" val="24556296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A0C12-FFD2-5E5B-A1A3-ABF1008B1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F4CE5-46A7-EF1C-CF1D-85EBBA845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E17E34-919A-E6A0-B283-043530B58D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804069-50A4-0B95-B455-7182D66E069A}"/>
              </a:ext>
            </a:extLst>
          </p:cNvPr>
          <p:cNvSpPr>
            <a:spLocks noGrp="1"/>
          </p:cNvSpPr>
          <p:nvPr>
            <p:ph type="sldNum" sz="quarter" idx="5"/>
          </p:nvPr>
        </p:nvSpPr>
        <p:spPr/>
        <p:txBody>
          <a:bodyPr/>
          <a:lstStyle/>
          <a:p>
            <a:fld id="{639D3E3A-38A8-4C76-8765-7142FBECD794}" type="slidenum">
              <a:rPr lang="en-US" smtClean="0"/>
              <a:t>109</a:t>
            </a:fld>
            <a:endParaRPr lang="en-US"/>
          </a:p>
        </p:txBody>
      </p:sp>
    </p:spTree>
    <p:extLst>
      <p:ext uri="{BB962C8B-B14F-4D97-AF65-F5344CB8AC3E}">
        <p14:creationId xmlns:p14="http://schemas.microsoft.com/office/powerpoint/2010/main" val="169219977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8832-0893-9704-4F3A-34AAD8761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036D71-21B1-E8D7-1C5F-D1FBF52BFB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9C2EA1-FA9A-9C3E-151E-E0B9C0E638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203769-DF95-564D-B953-35BABE699099}"/>
              </a:ext>
            </a:extLst>
          </p:cNvPr>
          <p:cNvSpPr>
            <a:spLocks noGrp="1"/>
          </p:cNvSpPr>
          <p:nvPr>
            <p:ph type="sldNum" sz="quarter" idx="5"/>
          </p:nvPr>
        </p:nvSpPr>
        <p:spPr/>
        <p:txBody>
          <a:bodyPr/>
          <a:lstStyle/>
          <a:p>
            <a:fld id="{639D3E3A-38A8-4C76-8765-7142FBECD794}" type="slidenum">
              <a:rPr lang="en-US" smtClean="0"/>
              <a:t>110</a:t>
            </a:fld>
            <a:endParaRPr lang="en-US"/>
          </a:p>
        </p:txBody>
      </p:sp>
    </p:spTree>
    <p:extLst>
      <p:ext uri="{BB962C8B-B14F-4D97-AF65-F5344CB8AC3E}">
        <p14:creationId xmlns:p14="http://schemas.microsoft.com/office/powerpoint/2010/main" val="4267251117"/>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9E7A-E905-670F-7A45-D862F4607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F3817-42AC-C50F-0E06-773F10ECD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C126E-CABE-5EE0-82F8-B2D0384ADA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A3F7B3-1508-F468-E7EF-6318907F44FA}"/>
              </a:ext>
            </a:extLst>
          </p:cNvPr>
          <p:cNvSpPr>
            <a:spLocks noGrp="1"/>
          </p:cNvSpPr>
          <p:nvPr>
            <p:ph type="sldNum" sz="quarter" idx="5"/>
          </p:nvPr>
        </p:nvSpPr>
        <p:spPr/>
        <p:txBody>
          <a:bodyPr/>
          <a:lstStyle/>
          <a:p>
            <a:fld id="{639D3E3A-38A8-4C76-8765-7142FBECD794}" type="slidenum">
              <a:rPr lang="en-US" smtClean="0"/>
              <a:t>111</a:t>
            </a:fld>
            <a:endParaRPr lang="en-US"/>
          </a:p>
        </p:txBody>
      </p:sp>
    </p:spTree>
    <p:extLst>
      <p:ext uri="{BB962C8B-B14F-4D97-AF65-F5344CB8AC3E}">
        <p14:creationId xmlns:p14="http://schemas.microsoft.com/office/powerpoint/2010/main" val="411639102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4C45E-E6A1-622C-88A6-8B89D1641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071F4-FDAF-3935-D4CE-4E31CD7FC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F4E2A6-B4E3-4ECC-581A-BA5D17059A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D70C75-5C0F-179A-B3FD-B3EFA0026DF9}"/>
              </a:ext>
            </a:extLst>
          </p:cNvPr>
          <p:cNvSpPr>
            <a:spLocks noGrp="1"/>
          </p:cNvSpPr>
          <p:nvPr>
            <p:ph type="sldNum" sz="quarter" idx="5"/>
          </p:nvPr>
        </p:nvSpPr>
        <p:spPr/>
        <p:txBody>
          <a:bodyPr/>
          <a:lstStyle/>
          <a:p>
            <a:fld id="{639D3E3A-38A8-4C76-8765-7142FBECD794}" type="slidenum">
              <a:rPr lang="en-US" smtClean="0"/>
              <a:t>112</a:t>
            </a:fld>
            <a:endParaRPr lang="en-US"/>
          </a:p>
        </p:txBody>
      </p:sp>
    </p:spTree>
    <p:extLst>
      <p:ext uri="{BB962C8B-B14F-4D97-AF65-F5344CB8AC3E}">
        <p14:creationId xmlns:p14="http://schemas.microsoft.com/office/powerpoint/2010/main" val="8724472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2E88-5217-FE67-EBEB-C19C91ABD6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C91C4D-015D-37AE-1882-34F4AE5861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DE22C-3E33-C165-7B4D-71A4CAB06D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DD6D11-2BBE-B994-C2BA-EA7AFD689D15}"/>
              </a:ext>
            </a:extLst>
          </p:cNvPr>
          <p:cNvSpPr>
            <a:spLocks noGrp="1"/>
          </p:cNvSpPr>
          <p:nvPr>
            <p:ph type="sldNum" sz="quarter" idx="5"/>
          </p:nvPr>
        </p:nvSpPr>
        <p:spPr/>
        <p:txBody>
          <a:bodyPr/>
          <a:lstStyle/>
          <a:p>
            <a:fld id="{639D3E3A-38A8-4C76-8765-7142FBECD794}" type="slidenum">
              <a:rPr lang="en-US" smtClean="0"/>
              <a:t>113</a:t>
            </a:fld>
            <a:endParaRPr lang="en-US"/>
          </a:p>
        </p:txBody>
      </p:sp>
    </p:spTree>
    <p:extLst>
      <p:ext uri="{BB962C8B-B14F-4D97-AF65-F5344CB8AC3E}">
        <p14:creationId xmlns:p14="http://schemas.microsoft.com/office/powerpoint/2010/main" val="318848555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30F8F-DF4F-2B0B-6388-F48C876EB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13A56-8AEB-64F3-B5B5-7A3747761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B1E2D-228B-FBB2-2113-0090723FF0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5792CD-2CB1-F9B7-E7A1-0FEC2718F1A3}"/>
              </a:ext>
            </a:extLst>
          </p:cNvPr>
          <p:cNvSpPr>
            <a:spLocks noGrp="1"/>
          </p:cNvSpPr>
          <p:nvPr>
            <p:ph type="sldNum" sz="quarter" idx="5"/>
          </p:nvPr>
        </p:nvSpPr>
        <p:spPr/>
        <p:txBody>
          <a:bodyPr/>
          <a:lstStyle/>
          <a:p>
            <a:fld id="{639D3E3A-38A8-4C76-8765-7142FBECD794}" type="slidenum">
              <a:rPr lang="en-US" smtClean="0"/>
              <a:t>114</a:t>
            </a:fld>
            <a:endParaRPr lang="en-US"/>
          </a:p>
        </p:txBody>
      </p:sp>
    </p:spTree>
    <p:extLst>
      <p:ext uri="{BB962C8B-B14F-4D97-AF65-F5344CB8AC3E}">
        <p14:creationId xmlns:p14="http://schemas.microsoft.com/office/powerpoint/2010/main" val="374576255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EF378-B40F-0556-B286-27B8176DA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08AD70-BBD6-1CB7-1A70-1F580AF85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E644E-681D-B8DE-24FB-8AA5D8EB93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9721AA-A388-D6FE-81E8-69D8924D13B9}"/>
              </a:ext>
            </a:extLst>
          </p:cNvPr>
          <p:cNvSpPr>
            <a:spLocks noGrp="1"/>
          </p:cNvSpPr>
          <p:nvPr>
            <p:ph type="sldNum" sz="quarter" idx="5"/>
          </p:nvPr>
        </p:nvSpPr>
        <p:spPr/>
        <p:txBody>
          <a:bodyPr/>
          <a:lstStyle/>
          <a:p>
            <a:fld id="{639D3E3A-38A8-4C76-8765-7142FBECD794}" type="slidenum">
              <a:rPr lang="en-US" smtClean="0"/>
              <a:t>115</a:t>
            </a:fld>
            <a:endParaRPr lang="en-US"/>
          </a:p>
        </p:txBody>
      </p:sp>
    </p:spTree>
    <p:extLst>
      <p:ext uri="{BB962C8B-B14F-4D97-AF65-F5344CB8AC3E}">
        <p14:creationId xmlns:p14="http://schemas.microsoft.com/office/powerpoint/2010/main" val="203732456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576C-7FDB-35CA-AACE-0C8482680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500F14-01B9-EA61-00CC-5BFA7E7DDC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E3626-A488-4760-06D0-096D5992A5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3FB0B6-FCD3-B21E-A756-97C7A103C34F}"/>
              </a:ext>
            </a:extLst>
          </p:cNvPr>
          <p:cNvSpPr>
            <a:spLocks noGrp="1"/>
          </p:cNvSpPr>
          <p:nvPr>
            <p:ph type="sldNum" sz="quarter" idx="5"/>
          </p:nvPr>
        </p:nvSpPr>
        <p:spPr/>
        <p:txBody>
          <a:bodyPr/>
          <a:lstStyle/>
          <a:p>
            <a:fld id="{639D3E3A-38A8-4C76-8765-7142FBECD794}" type="slidenum">
              <a:rPr lang="en-US" smtClean="0"/>
              <a:t>116</a:t>
            </a:fld>
            <a:endParaRPr lang="en-US"/>
          </a:p>
        </p:txBody>
      </p:sp>
    </p:spTree>
    <p:extLst>
      <p:ext uri="{BB962C8B-B14F-4D97-AF65-F5344CB8AC3E}">
        <p14:creationId xmlns:p14="http://schemas.microsoft.com/office/powerpoint/2010/main" val="90861488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074B0-035C-F378-0660-8CAA92AA87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C93D1-4270-ED7D-1108-0A8F17809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05DBF-A4C5-66A7-15F6-6CBAF468B4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DFE213-81F7-CA75-5E70-41D594CEFC7B}"/>
              </a:ext>
            </a:extLst>
          </p:cNvPr>
          <p:cNvSpPr>
            <a:spLocks noGrp="1"/>
          </p:cNvSpPr>
          <p:nvPr>
            <p:ph type="sldNum" sz="quarter" idx="5"/>
          </p:nvPr>
        </p:nvSpPr>
        <p:spPr/>
        <p:txBody>
          <a:bodyPr/>
          <a:lstStyle/>
          <a:p>
            <a:fld id="{639D3E3A-38A8-4C76-8765-7142FBECD794}" type="slidenum">
              <a:rPr lang="en-US" smtClean="0"/>
              <a:t>117</a:t>
            </a:fld>
            <a:endParaRPr lang="en-US"/>
          </a:p>
        </p:txBody>
      </p:sp>
    </p:spTree>
    <p:extLst>
      <p:ext uri="{BB962C8B-B14F-4D97-AF65-F5344CB8AC3E}">
        <p14:creationId xmlns:p14="http://schemas.microsoft.com/office/powerpoint/2010/main" val="60226628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BD50D-16B3-AEA7-51EE-2C08CC2369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A27842-B297-40AF-5371-B45B90508D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3CCC1-6D3C-F124-66D8-1FF3B4BAA6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8CE2C4-6E5A-1017-13A7-08D1C31990F2}"/>
              </a:ext>
            </a:extLst>
          </p:cNvPr>
          <p:cNvSpPr>
            <a:spLocks noGrp="1"/>
          </p:cNvSpPr>
          <p:nvPr>
            <p:ph type="sldNum" sz="quarter" idx="5"/>
          </p:nvPr>
        </p:nvSpPr>
        <p:spPr/>
        <p:txBody>
          <a:bodyPr/>
          <a:lstStyle/>
          <a:p>
            <a:fld id="{639D3E3A-38A8-4C76-8765-7142FBECD794}" type="slidenum">
              <a:rPr lang="en-US" smtClean="0"/>
              <a:t>118</a:t>
            </a:fld>
            <a:endParaRPr lang="en-US"/>
          </a:p>
        </p:txBody>
      </p:sp>
    </p:spTree>
    <p:extLst>
      <p:ext uri="{BB962C8B-B14F-4D97-AF65-F5344CB8AC3E}">
        <p14:creationId xmlns:p14="http://schemas.microsoft.com/office/powerpoint/2010/main" val="361144985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4DE50-E392-46C1-66EB-7F86BE2A8E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973FB-727D-9DC1-8FA9-0F8E69922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55B265-6753-704B-8D41-B2C0BAE4C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679A09-D627-ACE8-D6DD-3192421653CE}"/>
              </a:ext>
            </a:extLst>
          </p:cNvPr>
          <p:cNvSpPr>
            <a:spLocks noGrp="1"/>
          </p:cNvSpPr>
          <p:nvPr>
            <p:ph type="sldNum" sz="quarter" idx="5"/>
          </p:nvPr>
        </p:nvSpPr>
        <p:spPr/>
        <p:txBody>
          <a:bodyPr/>
          <a:lstStyle/>
          <a:p>
            <a:fld id="{639D3E3A-38A8-4C76-8765-7142FBECD794}" type="slidenum">
              <a:rPr lang="en-US" smtClean="0"/>
              <a:t>119</a:t>
            </a:fld>
            <a:endParaRPr lang="en-US"/>
          </a:p>
        </p:txBody>
      </p:sp>
    </p:spTree>
    <p:extLst>
      <p:ext uri="{BB962C8B-B14F-4D97-AF65-F5344CB8AC3E}">
        <p14:creationId xmlns:p14="http://schemas.microsoft.com/office/powerpoint/2010/main" val="2028133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0F114-CBA7-2EBF-35FC-82E3ADE3F8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9D1E19-7713-6379-A103-9263EFB4EA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8ABB63-EABE-B160-7732-B0861670381D}"/>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4F7C01CD-0F10-FFC0-1590-6D9683C6D8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E60421-7B73-BB28-6687-9E74CACFE16B}"/>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4960630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9552-D888-6212-AD9F-822681F886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281D6B-320D-5123-693E-C7A0A7A2E1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B1ACE9-2042-0E66-E2B9-F391353B95EA}"/>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40D3BF01-F8CA-7895-91FF-ED0702D00E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D267C2-C9C5-DDE6-3547-81D6D885003F}"/>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7858845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68B4B-1BA4-22B6-99D7-B1A854647A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5BBC52-8999-2058-2999-EDE6854479A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44CC7E-3EC3-8525-CF06-943D43975586}"/>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197A56A9-7B83-F073-1E60-B416AEBCF8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30AFA4-BAE7-84F1-FC85-2A7C6F7CECEF}"/>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297105446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2144D-1993-ACC3-6EF1-5CAC411636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96FE1D-1819-9B2E-970F-BD516DE448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0020E0-6A1C-FFAF-6A5C-E314555DB2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39F949-8783-5D88-A13C-B104490B0A41}"/>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6" name="Footer Placeholder 5">
            <a:extLst>
              <a:ext uri="{FF2B5EF4-FFF2-40B4-BE49-F238E27FC236}">
                <a16:creationId xmlns:a16="http://schemas.microsoft.com/office/drawing/2014/main" id="{4A62922D-910E-81A4-1AB2-2EFC655FD2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0A75BE-24B3-E779-4B0A-4B1285D9A558}"/>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392897200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E66E-E446-8FFE-C839-767A1FA670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70F49E-35E0-2E3C-A26C-EFDBD9ADC4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BB6670-8E3C-3B02-7DBD-6B52F7B868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AB1877-5726-584F-904C-02DD9DBF4F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F6ADEF-099E-1CE1-8C16-3AB8B60115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387F8A4-A046-BF30-A4D9-97BC1F278B10}"/>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8" name="Footer Placeholder 7">
            <a:extLst>
              <a:ext uri="{FF2B5EF4-FFF2-40B4-BE49-F238E27FC236}">
                <a16:creationId xmlns:a16="http://schemas.microsoft.com/office/drawing/2014/main" id="{BE935D71-1A8C-9565-2695-D418E0E81C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4E9C063-F7BC-7594-DC2D-7148B7562726}"/>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32875473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6245B-14CC-5C20-2F79-E72628D34E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89702A-86B6-ABE6-2386-0BB31FC792DD}"/>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4" name="Footer Placeholder 3">
            <a:extLst>
              <a:ext uri="{FF2B5EF4-FFF2-40B4-BE49-F238E27FC236}">
                <a16:creationId xmlns:a16="http://schemas.microsoft.com/office/drawing/2014/main" id="{955999EB-ABA8-996D-2AE7-50755106280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D8FAB5-A4E6-70B5-09D9-139F17CB326D}"/>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23916906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FCF3F1-EF82-C684-4913-A3AF5F9A154B}"/>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3" name="Footer Placeholder 2">
            <a:extLst>
              <a:ext uri="{FF2B5EF4-FFF2-40B4-BE49-F238E27FC236}">
                <a16:creationId xmlns:a16="http://schemas.microsoft.com/office/drawing/2014/main" id="{FEA846B1-5CB1-8227-4265-DE9D62388A4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B532DE-91C3-4477-67AF-348653D836DB}"/>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331833500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E85AE-1D15-BBEE-C326-4406F2ECED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332D75-9B70-3287-4616-BE741E55DA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EC77DC7-9906-5DD2-5460-AF05425E5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271FC-B24F-567D-A18F-B0ACCE9316BC}"/>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6" name="Footer Placeholder 5">
            <a:extLst>
              <a:ext uri="{FF2B5EF4-FFF2-40B4-BE49-F238E27FC236}">
                <a16:creationId xmlns:a16="http://schemas.microsoft.com/office/drawing/2014/main" id="{1A910469-3797-5DEE-5C46-2E0C10F530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335674-36A1-6FE4-D8F1-325A62B36540}"/>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22940393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AE248-B436-2C04-EACC-0D96DC4330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273D95-1192-9121-C850-0531242440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4CA5E2-12ED-39DA-26C4-E7CA7AC9B4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4ABA67-76E9-CDA0-2D50-C81127B9BA2F}"/>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6" name="Footer Placeholder 5">
            <a:extLst>
              <a:ext uri="{FF2B5EF4-FFF2-40B4-BE49-F238E27FC236}">
                <a16:creationId xmlns:a16="http://schemas.microsoft.com/office/drawing/2014/main" id="{C1E867D5-6C97-1B7D-77E6-E3802A8F61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8DF437-5BCA-262B-7596-7318E28BCDFE}"/>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159677405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2D5D4-F0D2-6052-223C-4CAF8E8870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61CAD1B-E75B-C166-B8BF-CF12A814AE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6C7F7-BF2E-CFBE-6E3F-C602FDB552CB}"/>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56A3132D-87A9-FD18-82EE-DAE5FCB14E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CBEDB-C694-F4C8-66AE-41AF6A75AF8C}"/>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198690893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0EAEB-D458-9AD7-4B55-D854F90F43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417BD3-1DBD-3DA8-A6A6-1AC18A8F1B5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61106C-6EC1-0B8E-0EE4-26E99D975F1A}"/>
              </a:ext>
            </a:extLst>
          </p:cNvPr>
          <p:cNvSpPr>
            <a:spLocks noGrp="1"/>
          </p:cNvSpPr>
          <p:nvPr>
            <p:ph type="dt" sz="half" idx="10"/>
          </p:nvPr>
        </p:nvSpPr>
        <p:spPr/>
        <p:txBody>
          <a:body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1D888F86-AA61-5BA6-8B6C-4D6DBE24D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125624-4F10-7080-607B-6677B611A451}"/>
              </a:ext>
            </a:extLst>
          </p:cNvPr>
          <p:cNvSpPr>
            <a:spLocks noGrp="1"/>
          </p:cNvSpPr>
          <p:nvPr>
            <p:ph type="sldNum" sz="quarter" idx="12"/>
          </p:nvPr>
        </p:nvSpPr>
        <p:spPr/>
        <p:txBody>
          <a:bodyPr/>
          <a:lstStyle/>
          <a:p>
            <a:fld id="{7B31ED97-AA7B-4350-8B0C-7047B055CA5D}" type="slidenum">
              <a:rPr lang="en-US" smtClean="0"/>
              <a:t>‹#›</a:t>
            </a:fld>
            <a:endParaRPr lang="en-US"/>
          </a:p>
        </p:txBody>
      </p:sp>
    </p:spTree>
    <p:extLst>
      <p:ext uri="{BB962C8B-B14F-4D97-AF65-F5344CB8AC3E}">
        <p14:creationId xmlns:p14="http://schemas.microsoft.com/office/powerpoint/2010/main" val="22429470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2E2E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12936-26FB-A327-328B-34652029F5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630D2A-C2EF-1389-8F78-76FF1F1BAB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22F24C-E3FC-CBB4-15E8-C28C3631CE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0BD685-0C77-4E4D-9099-F08CDE62BF38}" type="datetimeFigureOut">
              <a:rPr lang="en-US" smtClean="0"/>
              <a:t>7/6/2025</a:t>
            </a:fld>
            <a:endParaRPr lang="en-US"/>
          </a:p>
        </p:txBody>
      </p:sp>
      <p:sp>
        <p:nvSpPr>
          <p:cNvPr id="5" name="Footer Placeholder 4">
            <a:extLst>
              <a:ext uri="{FF2B5EF4-FFF2-40B4-BE49-F238E27FC236}">
                <a16:creationId xmlns:a16="http://schemas.microsoft.com/office/drawing/2014/main" id="{36785868-887B-C1F8-31FD-0913567B6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7DC557D-DD4C-49B1-215D-6EE6E86765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31ED97-AA7B-4350-8B0C-7047B055CA5D}" type="slidenum">
              <a:rPr lang="en-US" smtClean="0"/>
              <a:t>‹#›</a:t>
            </a:fld>
            <a:endParaRPr lang="en-US"/>
          </a:p>
        </p:txBody>
      </p:sp>
    </p:spTree>
    <p:extLst>
      <p:ext uri="{BB962C8B-B14F-4D97-AF65-F5344CB8AC3E}">
        <p14:creationId xmlns:p14="http://schemas.microsoft.com/office/powerpoint/2010/main" val="1171665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3.sv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sv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3.sv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svg"/></Relationships>
</file>

<file path=ppt/slides/_rels/slide3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21.jpg"/><Relationship Id="rId7"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2.jpg"/></Relationships>
</file>

<file path=ppt/slides/_rels/slide38.xml.rels><?xml version="1.0" encoding="UTF-8" standalone="yes"?>
<Relationships xmlns="http://schemas.openxmlformats.org/package/2006/relationships"><Relationship Id="rId3" Type="http://schemas.openxmlformats.org/officeDocument/2006/relationships/image" Target="../media/image22.jpg"/><Relationship Id="rId7" Type="http://schemas.openxmlformats.org/officeDocument/2006/relationships/image" Target="../media/image19.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3.jpg"/></Relationships>
</file>

<file path=ppt/slides/_rels/slide39.xml.rels><?xml version="1.0" encoding="UTF-8" standalone="yes"?>
<Relationships xmlns="http://schemas.openxmlformats.org/package/2006/relationships"><Relationship Id="rId3" Type="http://schemas.openxmlformats.org/officeDocument/2006/relationships/image" Target="../media/image23.jpg"/><Relationship Id="rId7"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4.jpg"/></Relationships>
</file>

<file path=ppt/slides/_rels/slide40.xml.rels><?xml version="1.0" encoding="UTF-8" standalone="yes"?>
<Relationships xmlns="http://schemas.openxmlformats.org/package/2006/relationships"><Relationship Id="rId3" Type="http://schemas.openxmlformats.org/officeDocument/2006/relationships/image" Target="../media/image24.jpg"/><Relationship Id="rId7"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5.jpg"/></Relationships>
</file>

<file path=ppt/slides/_rels/slide41.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6.jpg"/></Relationships>
</file>

<file path=ppt/slides/_rels/slide42.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7.jpg"/></Relationships>
</file>

<file path=ppt/slides/_rels/slide43.xml.rels><?xml version="1.0" encoding="UTF-8" standalone="yes"?>
<Relationships xmlns="http://schemas.openxmlformats.org/package/2006/relationships"><Relationship Id="rId3" Type="http://schemas.openxmlformats.org/officeDocument/2006/relationships/image" Target="../media/image27.jpg"/><Relationship Id="rId7"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8.jpg"/></Relationships>
</file>

<file path=ppt/slides/_rels/slide44.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19.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28.jpg"/></Relationships>
</file>

<file path=ppt/slides/_rels/slide45.xml.rels><?xml version="1.0" encoding="UTF-8" standalone="yes"?>
<Relationships xmlns="http://schemas.openxmlformats.org/package/2006/relationships"><Relationship Id="rId3" Type="http://schemas.openxmlformats.org/officeDocument/2006/relationships/image" Target="../media/image29.jpg"/><Relationship Id="rId7"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0.jpg"/></Relationships>
</file>

<file path=ppt/slides/_rels/slide46.xml.rels><?xml version="1.0" encoding="UTF-8" standalone="yes"?>
<Relationships xmlns="http://schemas.openxmlformats.org/package/2006/relationships"><Relationship Id="rId3" Type="http://schemas.openxmlformats.org/officeDocument/2006/relationships/image" Target="../media/image31.jpg"/><Relationship Id="rId7" Type="http://schemas.openxmlformats.org/officeDocument/2006/relationships/image" Target="../media/image19.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0.jpg"/></Relationships>
</file>

<file path=ppt/slides/_rels/slide47.xml.rels><?xml version="1.0" encoding="UTF-8" standalone="yes"?>
<Relationships xmlns="http://schemas.openxmlformats.org/package/2006/relationships"><Relationship Id="rId3" Type="http://schemas.openxmlformats.org/officeDocument/2006/relationships/image" Target="../media/image31.jpg"/><Relationship Id="rId7"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2.jpg"/></Relationships>
</file>

<file path=ppt/slides/_rels/slide48.xml.rels><?xml version="1.0" encoding="UTF-8" standalone="yes"?>
<Relationships xmlns="http://schemas.openxmlformats.org/package/2006/relationships"><Relationship Id="rId3" Type="http://schemas.openxmlformats.org/officeDocument/2006/relationships/image" Target="../media/image32.jpg"/><Relationship Id="rId7" Type="http://schemas.openxmlformats.org/officeDocument/2006/relationships/image" Target="../media/image19.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3.jpg"/></Relationships>
</file>

<file path=ppt/slides/_rels/slide49.xml.rels><?xml version="1.0" encoding="UTF-8" standalone="yes"?>
<Relationships xmlns="http://schemas.openxmlformats.org/package/2006/relationships"><Relationship Id="rId3" Type="http://schemas.openxmlformats.org/officeDocument/2006/relationships/image" Target="../media/image33.jpg"/><Relationship Id="rId7"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4.jpg"/></Relationships>
</file>

<file path=ppt/slides/_rels/slide50.xml.rels><?xml version="1.0" encoding="UTF-8" standalone="yes"?>
<Relationships xmlns="http://schemas.openxmlformats.org/package/2006/relationships"><Relationship Id="rId3" Type="http://schemas.openxmlformats.org/officeDocument/2006/relationships/image" Target="../media/image34.jpg"/><Relationship Id="rId7"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5.jpg"/></Relationships>
</file>

<file path=ppt/slides/_rels/slide51.xml.rels><?xml version="1.0" encoding="UTF-8" standalone="yes"?>
<Relationships xmlns="http://schemas.openxmlformats.org/package/2006/relationships"><Relationship Id="rId3" Type="http://schemas.openxmlformats.org/officeDocument/2006/relationships/image" Target="../media/image35.jpg"/><Relationship Id="rId7" Type="http://schemas.openxmlformats.org/officeDocument/2006/relationships/image" Target="../media/image19.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6.jpg"/></Relationships>
</file>

<file path=ppt/slides/_rels/slide52.xml.rels><?xml version="1.0" encoding="UTF-8" standalone="yes"?>
<Relationships xmlns="http://schemas.openxmlformats.org/package/2006/relationships"><Relationship Id="rId3" Type="http://schemas.openxmlformats.org/officeDocument/2006/relationships/image" Target="../media/image36.jpg"/><Relationship Id="rId7"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7.jpg"/></Relationships>
</file>

<file path=ppt/slides/_rels/slide53.xml.rels><?xml version="1.0" encoding="UTF-8" standalone="yes"?>
<Relationships xmlns="http://schemas.openxmlformats.org/package/2006/relationships"><Relationship Id="rId3" Type="http://schemas.openxmlformats.org/officeDocument/2006/relationships/image" Target="../media/image37.jpg"/><Relationship Id="rId7"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8.jpg"/></Relationships>
</file>

<file path=ppt/slides/_rels/slide54.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8.jpg"/></Relationships>
</file>

<file path=ppt/slides/_rels/slide55.xml.rels><?xml version="1.0" encoding="UTF-8" standalone="yes"?>
<Relationships xmlns="http://schemas.openxmlformats.org/package/2006/relationships"><Relationship Id="rId3" Type="http://schemas.openxmlformats.org/officeDocument/2006/relationships/image" Target="../media/image39.jpg"/><Relationship Id="rId7" Type="http://schemas.openxmlformats.org/officeDocument/2006/relationships/image" Target="../media/image19.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40.jpg"/></Relationships>
</file>

<file path=ppt/slides/_rels/slide56.xml.rels><?xml version="1.0" encoding="UTF-8" standalone="yes"?>
<Relationships xmlns="http://schemas.openxmlformats.org/package/2006/relationships"><Relationship Id="rId3" Type="http://schemas.openxmlformats.org/officeDocument/2006/relationships/image" Target="../media/image40.jpg"/><Relationship Id="rId7"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41.jpg"/></Relationships>
</file>

<file path=ppt/slides/_rels/slide57.xml.rels><?xml version="1.0" encoding="UTF-8" standalone="yes"?>
<Relationships xmlns="http://schemas.openxmlformats.org/package/2006/relationships"><Relationship Id="rId3" Type="http://schemas.openxmlformats.org/officeDocument/2006/relationships/image" Target="../media/image41.jpg"/><Relationship Id="rId7" Type="http://schemas.openxmlformats.org/officeDocument/2006/relationships/image" Target="../media/image19.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42.jpg"/></Relationships>
</file>

<file path=ppt/slides/_rels/slide58.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s/_rels/slide5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8.svg"/><Relationship Id="rId4" Type="http://schemas.openxmlformats.org/officeDocument/2006/relationships/image" Target="../media/image17.png"/></Relationships>
</file>

<file path=ppt/slides/_rels/slide60.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8.svg"/><Relationship Id="rId4" Type="http://schemas.openxmlformats.org/officeDocument/2006/relationships/image" Target="../media/image17.png"/></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7.sv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4.png"/><Relationship Id="rId18" Type="http://schemas.openxmlformats.org/officeDocument/2006/relationships/image" Target="../media/image9.svg"/><Relationship Id="rId3" Type="http://schemas.openxmlformats.org/officeDocument/2006/relationships/image" Target="../media/image48.png"/><Relationship Id="rId7" Type="http://schemas.openxmlformats.org/officeDocument/2006/relationships/image" Target="../media/image52.png"/><Relationship Id="rId12" Type="http://schemas.openxmlformats.org/officeDocument/2006/relationships/image" Target="../media/image3.svg"/><Relationship Id="rId17" Type="http://schemas.openxmlformats.org/officeDocument/2006/relationships/image" Target="../media/image8.png"/><Relationship Id="rId2" Type="http://schemas.openxmlformats.org/officeDocument/2006/relationships/notesSlide" Target="../notesSlides/notesSlide63.xml"/><Relationship Id="rId16" Type="http://schemas.openxmlformats.org/officeDocument/2006/relationships/image" Target="../media/image7.svg"/><Relationship Id="rId1" Type="http://schemas.openxmlformats.org/officeDocument/2006/relationships/slideLayout" Target="../slideLayouts/slideLayout2.xml"/><Relationship Id="rId6" Type="http://schemas.openxmlformats.org/officeDocument/2006/relationships/image" Target="../media/image51.svg"/><Relationship Id="rId11" Type="http://schemas.openxmlformats.org/officeDocument/2006/relationships/image" Target="../media/image2.png"/><Relationship Id="rId5" Type="http://schemas.openxmlformats.org/officeDocument/2006/relationships/image" Target="../media/image50.png"/><Relationship Id="rId15" Type="http://schemas.openxmlformats.org/officeDocument/2006/relationships/image" Target="../media/image6.png"/><Relationship Id="rId10" Type="http://schemas.openxmlformats.org/officeDocument/2006/relationships/image" Target="../media/image55.svg"/><Relationship Id="rId19" Type="http://schemas.openxmlformats.org/officeDocument/2006/relationships/image" Target="../media/image1.pn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svg"/></Relationships>
</file>

<file path=ppt/slides/_rels/slide64.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49.svg"/><Relationship Id="rId18" Type="http://schemas.openxmlformats.org/officeDocument/2006/relationships/image" Target="../media/image54.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48.png"/><Relationship Id="rId17" Type="http://schemas.openxmlformats.org/officeDocument/2006/relationships/image" Target="../media/image53.svg"/><Relationship Id="rId2" Type="http://schemas.openxmlformats.org/officeDocument/2006/relationships/notesSlide" Target="../notesSlides/notesSlide64.xml"/><Relationship Id="rId16"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5.svg"/><Relationship Id="rId11" Type="http://schemas.openxmlformats.org/officeDocument/2006/relationships/image" Target="../media/image1.png"/><Relationship Id="rId5" Type="http://schemas.openxmlformats.org/officeDocument/2006/relationships/image" Target="../media/image4.png"/><Relationship Id="rId15" Type="http://schemas.openxmlformats.org/officeDocument/2006/relationships/image" Target="../media/image51.svg"/><Relationship Id="rId10" Type="http://schemas.openxmlformats.org/officeDocument/2006/relationships/image" Target="../media/image9.svg"/><Relationship Id="rId19" Type="http://schemas.openxmlformats.org/officeDocument/2006/relationships/image" Target="../media/image55.sv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50.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67.svg"/></Relationships>
</file>

<file path=ppt/slides/_rels/slide67.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6.png"/><Relationship Id="rId3" Type="http://schemas.openxmlformats.org/officeDocument/2006/relationships/image" Target="../media/image68.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69.svg"/><Relationship Id="rId9" Type="http://schemas.openxmlformats.org/officeDocument/2006/relationships/image" Target="../media/image60.png"/><Relationship Id="rId14" Type="http://schemas.openxmlformats.org/officeDocument/2006/relationships/image" Target="../media/image67.svg"/></Relationships>
</file>

<file path=ppt/slides/_rels/slide68.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6.png"/><Relationship Id="rId3" Type="http://schemas.openxmlformats.org/officeDocument/2006/relationships/image" Target="../media/image6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71.svg"/><Relationship Id="rId11" Type="http://schemas.openxmlformats.org/officeDocument/2006/relationships/image" Target="../media/image62.png"/><Relationship Id="rId5" Type="http://schemas.openxmlformats.org/officeDocument/2006/relationships/image" Target="../media/image70.png"/><Relationship Id="rId15" Type="http://schemas.openxmlformats.org/officeDocument/2006/relationships/image" Target="../media/image72.png"/><Relationship Id="rId10" Type="http://schemas.openxmlformats.org/officeDocument/2006/relationships/image" Target="../media/image61.svg"/><Relationship Id="rId4" Type="http://schemas.openxmlformats.org/officeDocument/2006/relationships/image" Target="../media/image65.svg"/><Relationship Id="rId9" Type="http://schemas.openxmlformats.org/officeDocument/2006/relationships/image" Target="../media/image60.png"/><Relationship Id="rId14" Type="http://schemas.openxmlformats.org/officeDocument/2006/relationships/image" Target="../media/image67.svg"/></Relationships>
</file>

<file path=ppt/slides/_rels/slide69.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6.png"/><Relationship Id="rId3" Type="http://schemas.openxmlformats.org/officeDocument/2006/relationships/image" Target="../media/image64.png"/><Relationship Id="rId7" Type="http://schemas.openxmlformats.org/officeDocument/2006/relationships/image" Target="../media/image58.png"/><Relationship Id="rId12" Type="http://schemas.openxmlformats.org/officeDocument/2006/relationships/image" Target="../media/image63.sv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71.svg"/><Relationship Id="rId11" Type="http://schemas.openxmlformats.org/officeDocument/2006/relationships/image" Target="../media/image62.png"/><Relationship Id="rId5" Type="http://schemas.openxmlformats.org/officeDocument/2006/relationships/image" Target="../media/image70.png"/><Relationship Id="rId15" Type="http://schemas.openxmlformats.org/officeDocument/2006/relationships/image" Target="../media/image73.png"/><Relationship Id="rId10" Type="http://schemas.openxmlformats.org/officeDocument/2006/relationships/image" Target="../media/image61.svg"/><Relationship Id="rId4" Type="http://schemas.openxmlformats.org/officeDocument/2006/relationships/image" Target="../media/image65.svg"/><Relationship Id="rId9" Type="http://schemas.openxmlformats.org/officeDocument/2006/relationships/image" Target="../media/image60.png"/><Relationship Id="rId14" Type="http://schemas.openxmlformats.org/officeDocument/2006/relationships/image" Target="../media/image67.svg"/></Relationships>
</file>

<file path=ppt/slides/_rels/slide70.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75.svg"/><Relationship Id="rId11" Type="http://schemas.openxmlformats.org/officeDocument/2006/relationships/image" Target="../media/image64.png"/><Relationship Id="rId5" Type="http://schemas.openxmlformats.org/officeDocument/2006/relationships/image" Target="../media/image74.png"/><Relationship Id="rId15" Type="http://schemas.openxmlformats.org/officeDocument/2006/relationships/image" Target="../media/image76.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67.svg"/></Relationships>
</file>

<file path=ppt/slides/_rels/slide71.xml.rels><?xml version="1.0" encoding="UTF-8" standalone="yes"?>
<Relationships xmlns="http://schemas.openxmlformats.org/package/2006/relationships"><Relationship Id="rId8" Type="http://schemas.openxmlformats.org/officeDocument/2006/relationships/image" Target="../media/image78.sv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77.png"/><Relationship Id="rId12" Type="http://schemas.openxmlformats.org/officeDocument/2006/relationships/image" Target="../media/image65.sv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67.svg"/></Relationships>
</file>

<file path=ppt/slides/_rels/slide72.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80.svg"/><Relationship Id="rId4" Type="http://schemas.openxmlformats.org/officeDocument/2006/relationships/image" Target="../media/image57.svg"/><Relationship Id="rId9" Type="http://schemas.openxmlformats.org/officeDocument/2006/relationships/image" Target="../media/image79.png"/><Relationship Id="rId14" Type="http://schemas.openxmlformats.org/officeDocument/2006/relationships/image" Target="../media/image67.svg"/></Relationships>
</file>

<file path=ppt/slides/_rels/slide73.xml.rels><?xml version="1.0" encoding="UTF-8" standalone="yes"?>
<Relationships xmlns="http://schemas.openxmlformats.org/package/2006/relationships"><Relationship Id="rId8" Type="http://schemas.openxmlformats.org/officeDocument/2006/relationships/image" Target="../media/image61.svg"/><Relationship Id="rId13" Type="http://schemas.openxmlformats.org/officeDocument/2006/relationships/image" Target="../media/image66.png"/><Relationship Id="rId3" Type="http://schemas.openxmlformats.org/officeDocument/2006/relationships/image" Target="../media/image56.png"/><Relationship Id="rId7" Type="http://schemas.openxmlformats.org/officeDocument/2006/relationships/image" Target="../media/image60.png"/><Relationship Id="rId12" Type="http://schemas.openxmlformats.org/officeDocument/2006/relationships/image" Target="../media/image65.sv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59.sv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svg"/><Relationship Id="rId4" Type="http://schemas.openxmlformats.org/officeDocument/2006/relationships/image" Target="../media/image57.svg"/><Relationship Id="rId9" Type="http://schemas.openxmlformats.org/officeDocument/2006/relationships/image" Target="../media/image62.png"/><Relationship Id="rId14" Type="http://schemas.openxmlformats.org/officeDocument/2006/relationships/image" Target="../media/image67.sv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7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7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7.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8.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8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9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0.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9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1.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9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82.svg"/></Relationships>
</file>

<file path=ppt/slides/_rels/slide93.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svg"/></Relationships>
</file>

<file path=ppt/slides/_rels/slide9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2.sv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97.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99.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88.svg"/></Relationships>
</file>

<file path=ppt/slides/_rels/slide10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0.xml"/><Relationship Id="rId1" Type="http://schemas.openxmlformats.org/officeDocument/2006/relationships/slideLayout" Target="../slideLayouts/slideLayout2.xml"/><Relationship Id="rId5" Type="http://schemas.openxmlformats.org/officeDocument/2006/relationships/image" Target="../media/image89.png"/><Relationship Id="rId4" Type="http://schemas.openxmlformats.org/officeDocument/2006/relationships/image" Target="../media/image88.svg"/></Relationships>
</file>

<file path=ppt/slides/_rels/slide101.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svg"/></Relationships>
</file>

<file path=ppt/slides/_rels/slide10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2.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svg"/></Relationships>
</file>

<file path=ppt/slides/_rels/slide10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3.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svg"/></Relationships>
</file>

<file path=ppt/slides/_rels/slide10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svg"/></Relationships>
</file>

<file path=ppt/slides/_rels/slide10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svg"/></Relationships>
</file>

<file path=ppt/slides/_rels/slide10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6.xml"/><Relationship Id="rId1" Type="http://schemas.openxmlformats.org/officeDocument/2006/relationships/slideLayout" Target="../slideLayouts/slideLayout2.xml"/><Relationship Id="rId4" Type="http://schemas.openxmlformats.org/officeDocument/2006/relationships/image" Target="../media/image88.svg"/></Relationships>
</file>

<file path=ppt/slides/_rels/slide10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7.xml"/><Relationship Id="rId1" Type="http://schemas.openxmlformats.org/officeDocument/2006/relationships/slideLayout" Target="../slideLayouts/slideLayout2.xml"/><Relationship Id="rId4" Type="http://schemas.openxmlformats.org/officeDocument/2006/relationships/image" Target="../media/image88.sv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109.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11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93.svg"/><Relationship Id="rId4" Type="http://schemas.openxmlformats.org/officeDocument/2006/relationships/image" Target="../media/image92.png"/></Relationships>
</file>

<file path=ppt/slides/_rels/slide11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116.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1.png"/><Relationship Id="rId7" Type="http://schemas.openxmlformats.org/officeDocument/2006/relationships/image" Target="../media/image51.svg"/><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89328-CDFE-5282-AE09-B653E3B3119B}"/>
            </a:ext>
          </a:extLst>
        </p:cNvPr>
        <p:cNvGrpSpPr/>
        <p:nvPr/>
      </p:nvGrpSpPr>
      <p:grpSpPr>
        <a:xfrm>
          <a:off x="0" y="0"/>
          <a:ext cx="0" cy="0"/>
          <a:chOff x="0" y="0"/>
          <a:chExt cx="0" cy="0"/>
        </a:xfrm>
      </p:grpSpPr>
      <p:pic>
        <p:nvPicPr>
          <p:cNvPr id="5" name="Picture 4" descr="A blue and white logo&#10;&#10;AI-generated content may be incorrect.">
            <a:extLst>
              <a:ext uri="{FF2B5EF4-FFF2-40B4-BE49-F238E27FC236}">
                <a16:creationId xmlns:a16="http://schemas.microsoft.com/office/drawing/2014/main" id="{E77E7E07-38D6-3856-A4BF-141D681816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6745" y="1386765"/>
            <a:ext cx="4118509" cy="4084469"/>
          </a:xfrm>
          <a:prstGeom prst="rect">
            <a:avLst/>
          </a:prstGeom>
        </p:spPr>
      </p:pic>
      <p:sp>
        <p:nvSpPr>
          <p:cNvPr id="21" name="Freeform: Shape 20">
            <a:extLst>
              <a:ext uri="{FF2B5EF4-FFF2-40B4-BE49-F238E27FC236}">
                <a16:creationId xmlns:a16="http://schemas.microsoft.com/office/drawing/2014/main" id="{79588B1D-6F4D-8933-8AC4-C618265326A6}"/>
              </a:ext>
            </a:extLst>
          </p:cNvPr>
          <p:cNvSpPr/>
          <p:nvPr/>
        </p:nvSpPr>
        <p:spPr>
          <a:xfrm flipH="1">
            <a:off x="-6065622" y="1696720"/>
            <a:ext cx="5984240" cy="3464560"/>
          </a:xfrm>
          <a:custGeom>
            <a:avLst/>
            <a:gdLst>
              <a:gd name="connsiteX0" fmla="*/ 828000 w 7843520"/>
              <a:gd name="connsiteY0" fmla="*/ 0 h 1656000"/>
              <a:gd name="connsiteX1" fmla="*/ 833120 w 7843520"/>
              <a:gd name="connsiteY1" fmla="*/ 259 h 1656000"/>
              <a:gd name="connsiteX2" fmla="*/ 833120 w 7843520"/>
              <a:gd name="connsiteY2" fmla="*/ 0 h 1656000"/>
              <a:gd name="connsiteX3" fmla="*/ 7843520 w 7843520"/>
              <a:gd name="connsiteY3" fmla="*/ 0 h 1656000"/>
              <a:gd name="connsiteX4" fmla="*/ 7843520 w 7843520"/>
              <a:gd name="connsiteY4" fmla="*/ 1656000 h 1656000"/>
              <a:gd name="connsiteX5" fmla="*/ 833120 w 7843520"/>
              <a:gd name="connsiteY5" fmla="*/ 1656000 h 1656000"/>
              <a:gd name="connsiteX6" fmla="*/ 833120 w 7843520"/>
              <a:gd name="connsiteY6" fmla="*/ 1655742 h 1656000"/>
              <a:gd name="connsiteX7" fmla="*/ 828000 w 7843520"/>
              <a:gd name="connsiteY7" fmla="*/ 1656000 h 1656000"/>
              <a:gd name="connsiteX8" fmla="*/ 0 w 7843520"/>
              <a:gd name="connsiteY8" fmla="*/ 828000 h 1656000"/>
              <a:gd name="connsiteX9" fmla="*/ 828000 w 7843520"/>
              <a:gd name="connsiteY9" fmla="*/ 0 h 16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43520" h="1656000">
                <a:moveTo>
                  <a:pt x="828000" y="0"/>
                </a:moveTo>
                <a:lnTo>
                  <a:pt x="833120" y="259"/>
                </a:lnTo>
                <a:lnTo>
                  <a:pt x="833120" y="0"/>
                </a:lnTo>
                <a:lnTo>
                  <a:pt x="7843520" y="0"/>
                </a:lnTo>
                <a:lnTo>
                  <a:pt x="7843520" y="1656000"/>
                </a:lnTo>
                <a:lnTo>
                  <a:pt x="833120" y="1656000"/>
                </a:lnTo>
                <a:lnTo>
                  <a:pt x="833120" y="1655742"/>
                </a:lnTo>
                <a:lnTo>
                  <a:pt x="828000" y="1656000"/>
                </a:lnTo>
                <a:cubicBezTo>
                  <a:pt x="370708" y="1656000"/>
                  <a:pt x="0" y="1285292"/>
                  <a:pt x="0" y="828000"/>
                </a:cubicBezTo>
                <a:cubicBezTo>
                  <a:pt x="0" y="370708"/>
                  <a:pt x="370708" y="0"/>
                  <a:pt x="828000" y="0"/>
                </a:cubicBezTo>
                <a:close/>
              </a:path>
            </a:pathLst>
          </a:custGeom>
          <a:gradFill flip="none" rotWithShape="1">
            <a:gsLst>
              <a:gs pos="0">
                <a:srgbClr val="7696C1">
                  <a:shade val="30000"/>
                  <a:satMod val="115000"/>
                </a:srgbClr>
              </a:gs>
              <a:gs pos="50000">
                <a:srgbClr val="7696C1">
                  <a:shade val="67500"/>
                  <a:satMod val="115000"/>
                </a:srgbClr>
              </a:gs>
              <a:gs pos="100000">
                <a:srgbClr val="7696C1">
                  <a:shade val="100000"/>
                  <a:satMod val="115000"/>
                </a:srgbClr>
              </a:gs>
            </a:gsLst>
            <a:lin ang="1080000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Shape 2">
            <a:extLst>
              <a:ext uri="{FF2B5EF4-FFF2-40B4-BE49-F238E27FC236}">
                <a16:creationId xmlns:a16="http://schemas.microsoft.com/office/drawing/2014/main" id="{C64E7E20-D7AF-5670-AA1B-2CD903F7F2B4}"/>
              </a:ext>
            </a:extLst>
          </p:cNvPr>
          <p:cNvSpPr/>
          <p:nvPr/>
        </p:nvSpPr>
        <p:spPr>
          <a:xfrm>
            <a:off x="12250523" y="1987952"/>
            <a:ext cx="9796684" cy="2882096"/>
          </a:xfrm>
          <a:custGeom>
            <a:avLst/>
            <a:gdLst>
              <a:gd name="connsiteX0" fmla="*/ 6737109 w 9796684"/>
              <a:gd name="connsiteY0" fmla="*/ 0 h 2882096"/>
              <a:gd name="connsiteX1" fmla="*/ 9796684 w 9796684"/>
              <a:gd name="connsiteY1" fmla="*/ 0 h 2882096"/>
              <a:gd name="connsiteX2" fmla="*/ 9796684 w 9796684"/>
              <a:gd name="connsiteY2" fmla="*/ 2880000 h 2882096"/>
              <a:gd name="connsiteX3" fmla="*/ 8280400 w 9796684"/>
              <a:gd name="connsiteY3" fmla="*/ 2880000 h 2882096"/>
              <a:gd name="connsiteX4" fmla="*/ 8280400 w 9796684"/>
              <a:gd name="connsiteY4" fmla="*/ 2882096 h 2882096"/>
              <a:gd name="connsiteX5" fmla="*/ 1440000 w 9796684"/>
              <a:gd name="connsiteY5" fmla="*/ 2882096 h 2882096"/>
              <a:gd name="connsiteX6" fmla="*/ 1381760 w 9796684"/>
              <a:gd name="connsiteY6" fmla="*/ 2882096 h 2882096"/>
              <a:gd name="connsiteX7" fmla="*/ 1381760 w 9796684"/>
              <a:gd name="connsiteY7" fmla="*/ 2879155 h 2882096"/>
              <a:gd name="connsiteX8" fmla="*/ 1292768 w 9796684"/>
              <a:gd name="connsiteY8" fmla="*/ 2874662 h 2882096"/>
              <a:gd name="connsiteX9" fmla="*/ 0 w 9796684"/>
              <a:gd name="connsiteY9" fmla="*/ 1442096 h 2882096"/>
              <a:gd name="connsiteX10" fmla="*/ 1292768 w 9796684"/>
              <a:gd name="connsiteY10" fmla="*/ 9531 h 2882096"/>
              <a:gd name="connsiteX11" fmla="*/ 1381760 w 9796684"/>
              <a:gd name="connsiteY11" fmla="*/ 5037 h 2882096"/>
              <a:gd name="connsiteX12" fmla="*/ 1381760 w 9796684"/>
              <a:gd name="connsiteY12" fmla="*/ 2096 h 2882096"/>
              <a:gd name="connsiteX13" fmla="*/ 1440000 w 9796684"/>
              <a:gd name="connsiteY13" fmla="*/ 2096 h 2882096"/>
              <a:gd name="connsiteX14" fmla="*/ 6737109 w 9796684"/>
              <a:gd name="connsiteY14" fmla="*/ 2096 h 288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6684" h="2882096">
                <a:moveTo>
                  <a:pt x="6737109" y="0"/>
                </a:moveTo>
                <a:lnTo>
                  <a:pt x="9796684" y="0"/>
                </a:lnTo>
                <a:lnTo>
                  <a:pt x="9796684" y="2880000"/>
                </a:lnTo>
                <a:lnTo>
                  <a:pt x="8280400" y="2880000"/>
                </a:lnTo>
                <a:lnTo>
                  <a:pt x="8280400" y="2882096"/>
                </a:lnTo>
                <a:lnTo>
                  <a:pt x="1440000" y="2882096"/>
                </a:lnTo>
                <a:lnTo>
                  <a:pt x="1381760" y="2882096"/>
                </a:lnTo>
                <a:lnTo>
                  <a:pt x="1381760" y="2879155"/>
                </a:lnTo>
                <a:lnTo>
                  <a:pt x="1292768" y="2874662"/>
                </a:lnTo>
                <a:cubicBezTo>
                  <a:pt x="566640" y="2800919"/>
                  <a:pt x="0" y="2187680"/>
                  <a:pt x="0" y="1442096"/>
                </a:cubicBezTo>
                <a:cubicBezTo>
                  <a:pt x="0" y="696512"/>
                  <a:pt x="566640" y="83273"/>
                  <a:pt x="1292768" y="9531"/>
                </a:cubicBezTo>
                <a:lnTo>
                  <a:pt x="1381760" y="5037"/>
                </a:lnTo>
                <a:lnTo>
                  <a:pt x="1381760" y="2096"/>
                </a:lnTo>
                <a:lnTo>
                  <a:pt x="1440000" y="2096"/>
                </a:lnTo>
                <a:lnTo>
                  <a:pt x="6737109" y="2096"/>
                </a:lnTo>
                <a:close/>
              </a:path>
            </a:pathLst>
          </a:custGeom>
          <a:gradFill flip="none" rotWithShape="1">
            <a:gsLst>
              <a:gs pos="0">
                <a:srgbClr val="0C355D">
                  <a:shade val="30000"/>
                  <a:satMod val="115000"/>
                </a:srgbClr>
              </a:gs>
              <a:gs pos="50000">
                <a:srgbClr val="0C355D">
                  <a:shade val="67500"/>
                  <a:satMod val="115000"/>
                </a:srgbClr>
              </a:gs>
              <a:gs pos="100000">
                <a:srgbClr val="0C355D">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86248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C9EAB0E-68A7-4742-0C35-5FFB9DF1B7A4}"/>
              </a:ext>
            </a:extLst>
          </p:cNvPr>
          <p:cNvSpPr/>
          <p:nvPr/>
        </p:nvSpPr>
        <p:spPr>
          <a:xfrm flipH="1">
            <a:off x="-596806" y="1696720"/>
            <a:ext cx="5984240" cy="3464560"/>
          </a:xfrm>
          <a:custGeom>
            <a:avLst/>
            <a:gdLst>
              <a:gd name="connsiteX0" fmla="*/ 828000 w 7843520"/>
              <a:gd name="connsiteY0" fmla="*/ 0 h 1656000"/>
              <a:gd name="connsiteX1" fmla="*/ 833120 w 7843520"/>
              <a:gd name="connsiteY1" fmla="*/ 259 h 1656000"/>
              <a:gd name="connsiteX2" fmla="*/ 833120 w 7843520"/>
              <a:gd name="connsiteY2" fmla="*/ 0 h 1656000"/>
              <a:gd name="connsiteX3" fmla="*/ 7843520 w 7843520"/>
              <a:gd name="connsiteY3" fmla="*/ 0 h 1656000"/>
              <a:gd name="connsiteX4" fmla="*/ 7843520 w 7843520"/>
              <a:gd name="connsiteY4" fmla="*/ 1656000 h 1656000"/>
              <a:gd name="connsiteX5" fmla="*/ 833120 w 7843520"/>
              <a:gd name="connsiteY5" fmla="*/ 1656000 h 1656000"/>
              <a:gd name="connsiteX6" fmla="*/ 833120 w 7843520"/>
              <a:gd name="connsiteY6" fmla="*/ 1655742 h 1656000"/>
              <a:gd name="connsiteX7" fmla="*/ 828000 w 7843520"/>
              <a:gd name="connsiteY7" fmla="*/ 1656000 h 1656000"/>
              <a:gd name="connsiteX8" fmla="*/ 0 w 7843520"/>
              <a:gd name="connsiteY8" fmla="*/ 828000 h 1656000"/>
              <a:gd name="connsiteX9" fmla="*/ 828000 w 7843520"/>
              <a:gd name="connsiteY9" fmla="*/ 0 h 16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43520" h="1656000">
                <a:moveTo>
                  <a:pt x="828000" y="0"/>
                </a:moveTo>
                <a:lnTo>
                  <a:pt x="833120" y="259"/>
                </a:lnTo>
                <a:lnTo>
                  <a:pt x="833120" y="0"/>
                </a:lnTo>
                <a:lnTo>
                  <a:pt x="7843520" y="0"/>
                </a:lnTo>
                <a:lnTo>
                  <a:pt x="7843520" y="1656000"/>
                </a:lnTo>
                <a:lnTo>
                  <a:pt x="833120" y="1656000"/>
                </a:lnTo>
                <a:lnTo>
                  <a:pt x="833120" y="1655742"/>
                </a:lnTo>
                <a:lnTo>
                  <a:pt x="828000" y="1656000"/>
                </a:lnTo>
                <a:cubicBezTo>
                  <a:pt x="370708" y="1656000"/>
                  <a:pt x="0" y="1285292"/>
                  <a:pt x="0" y="828000"/>
                </a:cubicBezTo>
                <a:cubicBezTo>
                  <a:pt x="0" y="370708"/>
                  <a:pt x="370708" y="0"/>
                  <a:pt x="828000" y="0"/>
                </a:cubicBezTo>
                <a:close/>
              </a:path>
            </a:pathLst>
          </a:custGeom>
          <a:gradFill flip="none" rotWithShape="1">
            <a:gsLst>
              <a:gs pos="0">
                <a:srgbClr val="7696C1">
                  <a:shade val="30000"/>
                  <a:satMod val="115000"/>
                </a:srgbClr>
              </a:gs>
              <a:gs pos="50000">
                <a:srgbClr val="7696C1">
                  <a:shade val="67500"/>
                  <a:satMod val="115000"/>
                </a:srgbClr>
              </a:gs>
              <a:gs pos="100000">
                <a:srgbClr val="7696C1">
                  <a:shade val="100000"/>
                  <a:satMod val="115000"/>
                </a:srgbClr>
              </a:gs>
            </a:gsLst>
            <a:lin ang="1080000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Shape 6">
            <a:extLst>
              <a:ext uri="{FF2B5EF4-FFF2-40B4-BE49-F238E27FC236}">
                <a16:creationId xmlns:a16="http://schemas.microsoft.com/office/drawing/2014/main" id="{7946329E-3387-8AD5-4B6A-D135AEC0B880}"/>
              </a:ext>
            </a:extLst>
          </p:cNvPr>
          <p:cNvSpPr/>
          <p:nvPr/>
        </p:nvSpPr>
        <p:spPr>
          <a:xfrm>
            <a:off x="2395314" y="1987952"/>
            <a:ext cx="9796684" cy="2882096"/>
          </a:xfrm>
          <a:custGeom>
            <a:avLst/>
            <a:gdLst>
              <a:gd name="connsiteX0" fmla="*/ 6737109 w 9796684"/>
              <a:gd name="connsiteY0" fmla="*/ 0 h 2882096"/>
              <a:gd name="connsiteX1" fmla="*/ 9796684 w 9796684"/>
              <a:gd name="connsiteY1" fmla="*/ 0 h 2882096"/>
              <a:gd name="connsiteX2" fmla="*/ 9796684 w 9796684"/>
              <a:gd name="connsiteY2" fmla="*/ 2880000 h 2882096"/>
              <a:gd name="connsiteX3" fmla="*/ 8280400 w 9796684"/>
              <a:gd name="connsiteY3" fmla="*/ 2880000 h 2882096"/>
              <a:gd name="connsiteX4" fmla="*/ 8280400 w 9796684"/>
              <a:gd name="connsiteY4" fmla="*/ 2882096 h 2882096"/>
              <a:gd name="connsiteX5" fmla="*/ 1440000 w 9796684"/>
              <a:gd name="connsiteY5" fmla="*/ 2882096 h 2882096"/>
              <a:gd name="connsiteX6" fmla="*/ 1381760 w 9796684"/>
              <a:gd name="connsiteY6" fmla="*/ 2882096 h 2882096"/>
              <a:gd name="connsiteX7" fmla="*/ 1381760 w 9796684"/>
              <a:gd name="connsiteY7" fmla="*/ 2879155 h 2882096"/>
              <a:gd name="connsiteX8" fmla="*/ 1292768 w 9796684"/>
              <a:gd name="connsiteY8" fmla="*/ 2874662 h 2882096"/>
              <a:gd name="connsiteX9" fmla="*/ 0 w 9796684"/>
              <a:gd name="connsiteY9" fmla="*/ 1442096 h 2882096"/>
              <a:gd name="connsiteX10" fmla="*/ 1292768 w 9796684"/>
              <a:gd name="connsiteY10" fmla="*/ 9531 h 2882096"/>
              <a:gd name="connsiteX11" fmla="*/ 1381760 w 9796684"/>
              <a:gd name="connsiteY11" fmla="*/ 5037 h 2882096"/>
              <a:gd name="connsiteX12" fmla="*/ 1381760 w 9796684"/>
              <a:gd name="connsiteY12" fmla="*/ 2096 h 2882096"/>
              <a:gd name="connsiteX13" fmla="*/ 1440000 w 9796684"/>
              <a:gd name="connsiteY13" fmla="*/ 2096 h 2882096"/>
              <a:gd name="connsiteX14" fmla="*/ 6737109 w 9796684"/>
              <a:gd name="connsiteY14" fmla="*/ 2096 h 288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6684" h="2882096">
                <a:moveTo>
                  <a:pt x="6737109" y="0"/>
                </a:moveTo>
                <a:lnTo>
                  <a:pt x="9796684" y="0"/>
                </a:lnTo>
                <a:lnTo>
                  <a:pt x="9796684" y="2880000"/>
                </a:lnTo>
                <a:lnTo>
                  <a:pt x="8280400" y="2880000"/>
                </a:lnTo>
                <a:lnTo>
                  <a:pt x="8280400" y="2882096"/>
                </a:lnTo>
                <a:lnTo>
                  <a:pt x="1440000" y="2882096"/>
                </a:lnTo>
                <a:lnTo>
                  <a:pt x="1381760" y="2882096"/>
                </a:lnTo>
                <a:lnTo>
                  <a:pt x="1381760" y="2879155"/>
                </a:lnTo>
                <a:lnTo>
                  <a:pt x="1292768" y="2874662"/>
                </a:lnTo>
                <a:cubicBezTo>
                  <a:pt x="566640" y="2800919"/>
                  <a:pt x="0" y="2187680"/>
                  <a:pt x="0" y="1442096"/>
                </a:cubicBezTo>
                <a:cubicBezTo>
                  <a:pt x="0" y="696512"/>
                  <a:pt x="566640" y="83273"/>
                  <a:pt x="1292768" y="9531"/>
                </a:cubicBezTo>
                <a:lnTo>
                  <a:pt x="1381760" y="5037"/>
                </a:lnTo>
                <a:lnTo>
                  <a:pt x="1381760" y="2096"/>
                </a:lnTo>
                <a:lnTo>
                  <a:pt x="1440000" y="2096"/>
                </a:lnTo>
                <a:lnTo>
                  <a:pt x="6737109" y="2096"/>
                </a:lnTo>
                <a:close/>
              </a:path>
            </a:pathLst>
          </a:custGeom>
          <a:gradFill flip="none" rotWithShape="1">
            <a:gsLst>
              <a:gs pos="0">
                <a:srgbClr val="0C355D">
                  <a:shade val="30000"/>
                  <a:satMod val="115000"/>
                </a:srgbClr>
              </a:gs>
              <a:gs pos="50000">
                <a:srgbClr val="0C355D">
                  <a:shade val="67500"/>
                  <a:satMod val="115000"/>
                </a:srgbClr>
              </a:gs>
              <a:gs pos="100000">
                <a:srgbClr val="0C355D">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4E86C724-00E1-0DDB-2C21-F63075AAFE4D}"/>
              </a:ext>
            </a:extLst>
          </p:cNvPr>
          <p:cNvSpPr/>
          <p:nvPr/>
        </p:nvSpPr>
        <p:spPr>
          <a:xfrm>
            <a:off x="2630735" y="2169000"/>
            <a:ext cx="2520000" cy="252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white logo&#10;&#10;AI-generated content may be incorrect.">
            <a:extLst>
              <a:ext uri="{FF2B5EF4-FFF2-40B4-BE49-F238E27FC236}">
                <a16:creationId xmlns:a16="http://schemas.microsoft.com/office/drawing/2014/main" id="{2E015FA3-6E51-2E18-F0C9-AFF3BC519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8035" y="2117232"/>
            <a:ext cx="2645399" cy="2623536"/>
          </a:xfrm>
          <a:prstGeom prst="rect">
            <a:avLst/>
          </a:prstGeom>
        </p:spPr>
      </p:pic>
      <p:sp>
        <p:nvSpPr>
          <p:cNvPr id="2" name="Title 5">
            <a:extLst>
              <a:ext uri="{FF2B5EF4-FFF2-40B4-BE49-F238E27FC236}">
                <a16:creationId xmlns:a16="http://schemas.microsoft.com/office/drawing/2014/main" id="{905061E8-AA16-4D04-FCE9-45A05EB5BC2A}"/>
              </a:ext>
            </a:extLst>
          </p:cNvPr>
          <p:cNvSpPr>
            <a:spLocks noGrp="1"/>
          </p:cNvSpPr>
          <p:nvPr>
            <p:ph type="title"/>
          </p:nvPr>
        </p:nvSpPr>
        <p:spPr>
          <a:xfrm>
            <a:off x="6096000" y="2707185"/>
            <a:ext cx="3586361" cy="1443630"/>
          </a:xfrm>
        </p:spPr>
        <p:txBody>
          <a:bodyPr>
            <a:normAutofit/>
          </a:bodyPr>
          <a:lstStyle/>
          <a:p>
            <a:pPr algn="ctr"/>
            <a:r>
              <a:rPr lang="en-US" sz="8800" dirty="0">
                <a:solidFill>
                  <a:schemeClr val="bg1"/>
                </a:solidFill>
                <a:latin typeface="Berlin Sans FB" panose="020E0602020502020306" pitchFamily="34" charset="0"/>
              </a:rPr>
              <a:t>SIGMA</a:t>
            </a:r>
          </a:p>
        </p:txBody>
      </p:sp>
    </p:spTree>
    <p:extLst>
      <p:ext uri="{BB962C8B-B14F-4D97-AF65-F5344CB8AC3E}">
        <p14:creationId xmlns:p14="http://schemas.microsoft.com/office/powerpoint/2010/main" val="322014148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234DE-7954-993B-749A-FC3C7C51CFBB}"/>
            </a:ext>
          </a:extLst>
        </p:cNvPr>
        <p:cNvGrpSpPr/>
        <p:nvPr/>
      </p:nvGrpSpPr>
      <p:grpSpPr>
        <a:xfrm>
          <a:off x="0" y="0"/>
          <a:ext cx="0" cy="0"/>
          <a:chOff x="0" y="0"/>
          <a:chExt cx="0" cy="0"/>
        </a:xfrm>
      </p:grpSpPr>
      <p:sp>
        <p:nvSpPr>
          <p:cNvPr id="4" name="Freeform: Shape 3">
            <a:extLst>
              <a:ext uri="{FF2B5EF4-FFF2-40B4-BE49-F238E27FC236}">
                <a16:creationId xmlns:a16="http://schemas.microsoft.com/office/drawing/2014/main" id="{30D03AAC-CF96-B50D-E8CC-644E83467C64}"/>
              </a:ext>
            </a:extLst>
          </p:cNvPr>
          <p:cNvSpPr/>
          <p:nvPr/>
        </p:nvSpPr>
        <p:spPr>
          <a:xfrm flipH="1">
            <a:off x="-6035524" y="1715655"/>
            <a:ext cx="5984240" cy="3464560"/>
          </a:xfrm>
          <a:custGeom>
            <a:avLst/>
            <a:gdLst>
              <a:gd name="connsiteX0" fmla="*/ 828000 w 7843520"/>
              <a:gd name="connsiteY0" fmla="*/ 0 h 1656000"/>
              <a:gd name="connsiteX1" fmla="*/ 833120 w 7843520"/>
              <a:gd name="connsiteY1" fmla="*/ 259 h 1656000"/>
              <a:gd name="connsiteX2" fmla="*/ 833120 w 7843520"/>
              <a:gd name="connsiteY2" fmla="*/ 0 h 1656000"/>
              <a:gd name="connsiteX3" fmla="*/ 7843520 w 7843520"/>
              <a:gd name="connsiteY3" fmla="*/ 0 h 1656000"/>
              <a:gd name="connsiteX4" fmla="*/ 7843520 w 7843520"/>
              <a:gd name="connsiteY4" fmla="*/ 1656000 h 1656000"/>
              <a:gd name="connsiteX5" fmla="*/ 833120 w 7843520"/>
              <a:gd name="connsiteY5" fmla="*/ 1656000 h 1656000"/>
              <a:gd name="connsiteX6" fmla="*/ 833120 w 7843520"/>
              <a:gd name="connsiteY6" fmla="*/ 1655742 h 1656000"/>
              <a:gd name="connsiteX7" fmla="*/ 828000 w 7843520"/>
              <a:gd name="connsiteY7" fmla="*/ 1656000 h 1656000"/>
              <a:gd name="connsiteX8" fmla="*/ 0 w 7843520"/>
              <a:gd name="connsiteY8" fmla="*/ 828000 h 1656000"/>
              <a:gd name="connsiteX9" fmla="*/ 828000 w 7843520"/>
              <a:gd name="connsiteY9" fmla="*/ 0 h 165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43520" h="1656000">
                <a:moveTo>
                  <a:pt x="828000" y="0"/>
                </a:moveTo>
                <a:lnTo>
                  <a:pt x="833120" y="259"/>
                </a:lnTo>
                <a:lnTo>
                  <a:pt x="833120" y="0"/>
                </a:lnTo>
                <a:lnTo>
                  <a:pt x="7843520" y="0"/>
                </a:lnTo>
                <a:lnTo>
                  <a:pt x="7843520" y="1656000"/>
                </a:lnTo>
                <a:lnTo>
                  <a:pt x="833120" y="1656000"/>
                </a:lnTo>
                <a:lnTo>
                  <a:pt x="833120" y="1655742"/>
                </a:lnTo>
                <a:lnTo>
                  <a:pt x="828000" y="1656000"/>
                </a:lnTo>
                <a:cubicBezTo>
                  <a:pt x="370708" y="1656000"/>
                  <a:pt x="0" y="1285292"/>
                  <a:pt x="0" y="828000"/>
                </a:cubicBezTo>
                <a:cubicBezTo>
                  <a:pt x="0" y="370708"/>
                  <a:pt x="370708" y="0"/>
                  <a:pt x="828000" y="0"/>
                </a:cubicBezTo>
                <a:close/>
              </a:path>
            </a:pathLst>
          </a:custGeom>
          <a:solidFill>
            <a:srgbClr val="7696C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Oval 1">
            <a:extLst>
              <a:ext uri="{FF2B5EF4-FFF2-40B4-BE49-F238E27FC236}">
                <a16:creationId xmlns:a16="http://schemas.microsoft.com/office/drawing/2014/main" id="{6401FC06-5F9D-A382-5CD5-BDEF041E9C87}"/>
              </a:ext>
            </a:extLst>
          </p:cNvPr>
          <p:cNvSpPr/>
          <p:nvPr/>
        </p:nvSpPr>
        <p:spPr>
          <a:xfrm>
            <a:off x="-4643524"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descr="A blue and white logo&#10;&#10;AI-generated content may be incorrect.">
            <a:extLst>
              <a:ext uri="{FF2B5EF4-FFF2-40B4-BE49-F238E27FC236}">
                <a16:creationId xmlns:a16="http://schemas.microsoft.com/office/drawing/2014/main" id="{3338341D-2B79-7DB2-FDEA-4D5E709874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75" name="Title 5">
            <a:extLst>
              <a:ext uri="{FF2B5EF4-FFF2-40B4-BE49-F238E27FC236}">
                <a16:creationId xmlns:a16="http://schemas.microsoft.com/office/drawing/2014/main" id="{8F0ABC38-EF5D-5F31-F487-9BE5B29D890F}"/>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
        <p:nvSpPr>
          <p:cNvPr id="18" name="Freeform: Shape 17">
            <a:extLst>
              <a:ext uri="{FF2B5EF4-FFF2-40B4-BE49-F238E27FC236}">
                <a16:creationId xmlns:a16="http://schemas.microsoft.com/office/drawing/2014/main" id="{AC6A4F39-9368-E6D2-7468-2C625ADC5801}"/>
              </a:ext>
            </a:extLst>
          </p:cNvPr>
          <p:cNvSpPr/>
          <p:nvPr/>
        </p:nvSpPr>
        <p:spPr>
          <a:xfrm>
            <a:off x="12250523" y="1987952"/>
            <a:ext cx="9796684" cy="2882096"/>
          </a:xfrm>
          <a:custGeom>
            <a:avLst/>
            <a:gdLst>
              <a:gd name="connsiteX0" fmla="*/ 6737109 w 9796684"/>
              <a:gd name="connsiteY0" fmla="*/ 0 h 2882096"/>
              <a:gd name="connsiteX1" fmla="*/ 9796684 w 9796684"/>
              <a:gd name="connsiteY1" fmla="*/ 0 h 2882096"/>
              <a:gd name="connsiteX2" fmla="*/ 9796684 w 9796684"/>
              <a:gd name="connsiteY2" fmla="*/ 2880000 h 2882096"/>
              <a:gd name="connsiteX3" fmla="*/ 8280400 w 9796684"/>
              <a:gd name="connsiteY3" fmla="*/ 2880000 h 2882096"/>
              <a:gd name="connsiteX4" fmla="*/ 8280400 w 9796684"/>
              <a:gd name="connsiteY4" fmla="*/ 2882096 h 2882096"/>
              <a:gd name="connsiteX5" fmla="*/ 1440000 w 9796684"/>
              <a:gd name="connsiteY5" fmla="*/ 2882096 h 2882096"/>
              <a:gd name="connsiteX6" fmla="*/ 1381760 w 9796684"/>
              <a:gd name="connsiteY6" fmla="*/ 2882096 h 2882096"/>
              <a:gd name="connsiteX7" fmla="*/ 1381760 w 9796684"/>
              <a:gd name="connsiteY7" fmla="*/ 2879155 h 2882096"/>
              <a:gd name="connsiteX8" fmla="*/ 1292768 w 9796684"/>
              <a:gd name="connsiteY8" fmla="*/ 2874662 h 2882096"/>
              <a:gd name="connsiteX9" fmla="*/ 0 w 9796684"/>
              <a:gd name="connsiteY9" fmla="*/ 1442096 h 2882096"/>
              <a:gd name="connsiteX10" fmla="*/ 1292768 w 9796684"/>
              <a:gd name="connsiteY10" fmla="*/ 9531 h 2882096"/>
              <a:gd name="connsiteX11" fmla="*/ 1381760 w 9796684"/>
              <a:gd name="connsiteY11" fmla="*/ 5037 h 2882096"/>
              <a:gd name="connsiteX12" fmla="*/ 1381760 w 9796684"/>
              <a:gd name="connsiteY12" fmla="*/ 2096 h 2882096"/>
              <a:gd name="connsiteX13" fmla="*/ 1440000 w 9796684"/>
              <a:gd name="connsiteY13" fmla="*/ 2096 h 2882096"/>
              <a:gd name="connsiteX14" fmla="*/ 6737109 w 9796684"/>
              <a:gd name="connsiteY14" fmla="*/ 2096 h 288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796684" h="2882096">
                <a:moveTo>
                  <a:pt x="6737109" y="0"/>
                </a:moveTo>
                <a:lnTo>
                  <a:pt x="9796684" y="0"/>
                </a:lnTo>
                <a:lnTo>
                  <a:pt x="9796684" y="2880000"/>
                </a:lnTo>
                <a:lnTo>
                  <a:pt x="8280400" y="2880000"/>
                </a:lnTo>
                <a:lnTo>
                  <a:pt x="8280400" y="2882096"/>
                </a:lnTo>
                <a:lnTo>
                  <a:pt x="1440000" y="2882096"/>
                </a:lnTo>
                <a:lnTo>
                  <a:pt x="1381760" y="2882096"/>
                </a:lnTo>
                <a:lnTo>
                  <a:pt x="1381760" y="2879155"/>
                </a:lnTo>
                <a:lnTo>
                  <a:pt x="1292768" y="2874662"/>
                </a:lnTo>
                <a:cubicBezTo>
                  <a:pt x="566640" y="2800919"/>
                  <a:pt x="0" y="2187680"/>
                  <a:pt x="0" y="1442096"/>
                </a:cubicBezTo>
                <a:cubicBezTo>
                  <a:pt x="0" y="696512"/>
                  <a:pt x="566640" y="83273"/>
                  <a:pt x="1292768" y="9531"/>
                </a:cubicBezTo>
                <a:lnTo>
                  <a:pt x="1381760" y="5037"/>
                </a:lnTo>
                <a:lnTo>
                  <a:pt x="1381760" y="2096"/>
                </a:lnTo>
                <a:lnTo>
                  <a:pt x="1440000" y="2096"/>
                </a:lnTo>
                <a:lnTo>
                  <a:pt x="6737109" y="2096"/>
                </a:lnTo>
                <a:close/>
              </a:path>
            </a:pathLst>
          </a:custGeom>
          <a:gradFill flip="none" rotWithShape="1">
            <a:gsLst>
              <a:gs pos="0">
                <a:srgbClr val="0C355D">
                  <a:shade val="30000"/>
                  <a:satMod val="115000"/>
                </a:srgbClr>
              </a:gs>
              <a:gs pos="50000">
                <a:srgbClr val="0C355D">
                  <a:shade val="67500"/>
                  <a:satMod val="115000"/>
                </a:srgbClr>
              </a:gs>
              <a:gs pos="100000">
                <a:srgbClr val="0C355D">
                  <a:shade val="100000"/>
                  <a:satMod val="115000"/>
                </a:srgbClr>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53" name="Straight Connector 52">
            <a:extLst>
              <a:ext uri="{FF2B5EF4-FFF2-40B4-BE49-F238E27FC236}">
                <a16:creationId xmlns:a16="http://schemas.microsoft.com/office/drawing/2014/main" id="{14276C23-B5F4-3FD0-5F21-50BE3467463B}"/>
              </a:ext>
            </a:extLst>
          </p:cNvPr>
          <p:cNvCxnSpPr>
            <a:cxnSpLocks/>
            <a:endCxn id="66" idx="6"/>
          </p:cNvCxnSpPr>
          <p:nvPr/>
        </p:nvCxnSpPr>
        <p:spPr>
          <a:xfrm flipH="1">
            <a:off x="15711954" y="3429000"/>
            <a:ext cx="12192000" cy="0"/>
          </a:xfrm>
          <a:prstGeom prst="line">
            <a:avLst/>
          </a:prstGeom>
          <a:ln w="22225">
            <a:solidFill>
              <a:srgbClr val="0C355D"/>
            </a:solidFill>
          </a:ln>
        </p:spPr>
        <p:style>
          <a:lnRef idx="2">
            <a:schemeClr val="accent1"/>
          </a:lnRef>
          <a:fillRef idx="0">
            <a:schemeClr val="accent1"/>
          </a:fillRef>
          <a:effectRef idx="1">
            <a:schemeClr val="accent1"/>
          </a:effectRef>
          <a:fontRef idx="minor">
            <a:schemeClr val="tx1"/>
          </a:fontRef>
        </p:style>
      </p:cxnSp>
      <p:sp>
        <p:nvSpPr>
          <p:cNvPr id="54" name="Oval 53">
            <a:extLst>
              <a:ext uri="{FF2B5EF4-FFF2-40B4-BE49-F238E27FC236}">
                <a16:creationId xmlns:a16="http://schemas.microsoft.com/office/drawing/2014/main" id="{F57AF540-18A2-3915-5113-850D90108228}"/>
              </a:ext>
            </a:extLst>
          </p:cNvPr>
          <p:cNvSpPr/>
          <p:nvPr/>
        </p:nvSpPr>
        <p:spPr>
          <a:xfrm>
            <a:off x="226461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2E58DE4-A586-F52B-1AA0-CA237DF010AC}"/>
              </a:ext>
            </a:extLst>
          </p:cNvPr>
          <p:cNvSpPr/>
          <p:nvPr/>
        </p:nvSpPr>
        <p:spPr>
          <a:xfrm>
            <a:off x="227604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Box 55">
            <a:extLst>
              <a:ext uri="{FF2B5EF4-FFF2-40B4-BE49-F238E27FC236}">
                <a16:creationId xmlns:a16="http://schemas.microsoft.com/office/drawing/2014/main" id="{191A3ADD-3907-7BC0-F9C2-AC9A35E330C5}"/>
              </a:ext>
            </a:extLst>
          </p:cNvPr>
          <p:cNvSpPr txBox="1"/>
          <p:nvPr/>
        </p:nvSpPr>
        <p:spPr>
          <a:xfrm>
            <a:off x="22817858" y="3167390"/>
            <a:ext cx="570990"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05</a:t>
            </a:r>
          </a:p>
        </p:txBody>
      </p:sp>
      <p:sp>
        <p:nvSpPr>
          <p:cNvPr id="57" name="Oval 56">
            <a:extLst>
              <a:ext uri="{FF2B5EF4-FFF2-40B4-BE49-F238E27FC236}">
                <a16:creationId xmlns:a16="http://schemas.microsoft.com/office/drawing/2014/main" id="{D696D614-325C-E239-BA06-1EC50E9C8EBD}"/>
              </a:ext>
            </a:extLst>
          </p:cNvPr>
          <p:cNvSpPr/>
          <p:nvPr/>
        </p:nvSpPr>
        <p:spPr>
          <a:xfrm>
            <a:off x="243987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8ADF2C1D-7794-09A7-4D62-587A8AC6F39F}"/>
              </a:ext>
            </a:extLst>
          </p:cNvPr>
          <p:cNvSpPr/>
          <p:nvPr/>
        </p:nvSpPr>
        <p:spPr>
          <a:xfrm>
            <a:off x="245130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1B61C5AA-FAC6-10C7-3E03-3A9ABD39BC93}"/>
              </a:ext>
            </a:extLst>
          </p:cNvPr>
          <p:cNvSpPr txBox="1"/>
          <p:nvPr/>
        </p:nvSpPr>
        <p:spPr>
          <a:xfrm>
            <a:off x="24564046" y="3167390"/>
            <a:ext cx="583814"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06</a:t>
            </a:r>
          </a:p>
        </p:txBody>
      </p:sp>
      <p:sp>
        <p:nvSpPr>
          <p:cNvPr id="60" name="Oval 59">
            <a:extLst>
              <a:ext uri="{FF2B5EF4-FFF2-40B4-BE49-F238E27FC236}">
                <a16:creationId xmlns:a16="http://schemas.microsoft.com/office/drawing/2014/main" id="{55B64F41-FCBA-30BA-F474-704674BF713A}"/>
              </a:ext>
            </a:extLst>
          </p:cNvPr>
          <p:cNvSpPr/>
          <p:nvPr/>
        </p:nvSpPr>
        <p:spPr>
          <a:xfrm>
            <a:off x="261513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6AD4233-76DF-D670-0C33-DA5D7A674C83}"/>
              </a:ext>
            </a:extLst>
          </p:cNvPr>
          <p:cNvSpPr/>
          <p:nvPr/>
        </p:nvSpPr>
        <p:spPr>
          <a:xfrm>
            <a:off x="262656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A60F7B18-5A2A-8EC3-1410-F09E4DC1282F}"/>
              </a:ext>
            </a:extLst>
          </p:cNvPr>
          <p:cNvSpPr txBox="1"/>
          <p:nvPr/>
        </p:nvSpPr>
        <p:spPr>
          <a:xfrm>
            <a:off x="26319875" y="3167390"/>
            <a:ext cx="55816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07</a:t>
            </a:r>
          </a:p>
        </p:txBody>
      </p:sp>
      <p:sp>
        <p:nvSpPr>
          <p:cNvPr id="63" name="Oval 62">
            <a:extLst>
              <a:ext uri="{FF2B5EF4-FFF2-40B4-BE49-F238E27FC236}">
                <a16:creationId xmlns:a16="http://schemas.microsoft.com/office/drawing/2014/main" id="{415B2C2B-0DED-2EE3-B146-C587BBB471EF}"/>
              </a:ext>
            </a:extLst>
          </p:cNvPr>
          <p:cNvSpPr/>
          <p:nvPr/>
        </p:nvSpPr>
        <p:spPr>
          <a:xfrm>
            <a:off x="279039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BC7242F6-84E1-E6D6-63C9-2BC4B5D4D425}"/>
              </a:ext>
            </a:extLst>
          </p:cNvPr>
          <p:cNvSpPr/>
          <p:nvPr/>
        </p:nvSpPr>
        <p:spPr>
          <a:xfrm>
            <a:off x="280182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64">
            <a:extLst>
              <a:ext uri="{FF2B5EF4-FFF2-40B4-BE49-F238E27FC236}">
                <a16:creationId xmlns:a16="http://schemas.microsoft.com/office/drawing/2014/main" id="{4EBE2C08-9A22-6C82-813A-7D9E1E1109E7}"/>
              </a:ext>
            </a:extLst>
          </p:cNvPr>
          <p:cNvSpPr txBox="1"/>
          <p:nvPr/>
        </p:nvSpPr>
        <p:spPr>
          <a:xfrm>
            <a:off x="28078864" y="3167390"/>
            <a:ext cx="564578"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08</a:t>
            </a:r>
          </a:p>
        </p:txBody>
      </p:sp>
      <p:sp>
        <p:nvSpPr>
          <p:cNvPr id="66" name="Oval 65">
            <a:extLst>
              <a:ext uri="{FF2B5EF4-FFF2-40B4-BE49-F238E27FC236}">
                <a16:creationId xmlns:a16="http://schemas.microsoft.com/office/drawing/2014/main" id="{014EB2C3-7E92-CC6F-0912-8CAA13CC6461}"/>
              </a:ext>
            </a:extLst>
          </p:cNvPr>
          <p:cNvSpPr/>
          <p:nvPr/>
        </p:nvSpPr>
        <p:spPr>
          <a:xfrm>
            <a:off x="147975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83351151-B94F-950B-F619-2326FB44CD66}"/>
              </a:ext>
            </a:extLst>
          </p:cNvPr>
          <p:cNvSpPr/>
          <p:nvPr/>
        </p:nvSpPr>
        <p:spPr>
          <a:xfrm>
            <a:off x="149118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DAAA5C4D-F563-0B20-896D-4C07ACF773CC}"/>
              </a:ext>
            </a:extLst>
          </p:cNvPr>
          <p:cNvSpPr txBox="1"/>
          <p:nvPr/>
        </p:nvSpPr>
        <p:spPr>
          <a:xfrm>
            <a:off x="15004525" y="3167390"/>
            <a:ext cx="500457"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01</a:t>
            </a:r>
          </a:p>
        </p:txBody>
      </p:sp>
      <p:sp>
        <p:nvSpPr>
          <p:cNvPr id="69" name="Oval 68">
            <a:extLst>
              <a:ext uri="{FF2B5EF4-FFF2-40B4-BE49-F238E27FC236}">
                <a16:creationId xmlns:a16="http://schemas.microsoft.com/office/drawing/2014/main" id="{0147363E-D8FF-02F0-6152-7A911BDF3EF8}"/>
              </a:ext>
            </a:extLst>
          </p:cNvPr>
          <p:cNvSpPr/>
          <p:nvPr/>
        </p:nvSpPr>
        <p:spPr>
          <a:xfrm>
            <a:off x="165501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9D707149-88CC-DADF-71CD-93B8BF0C9BC6}"/>
              </a:ext>
            </a:extLst>
          </p:cNvPr>
          <p:cNvSpPr/>
          <p:nvPr/>
        </p:nvSpPr>
        <p:spPr>
          <a:xfrm>
            <a:off x="166644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TextBox 70">
            <a:extLst>
              <a:ext uri="{FF2B5EF4-FFF2-40B4-BE49-F238E27FC236}">
                <a16:creationId xmlns:a16="http://schemas.microsoft.com/office/drawing/2014/main" id="{EAE3E103-F536-4424-F45F-342F327A2DDD}"/>
              </a:ext>
            </a:extLst>
          </p:cNvPr>
          <p:cNvSpPr txBox="1"/>
          <p:nvPr/>
        </p:nvSpPr>
        <p:spPr>
          <a:xfrm>
            <a:off x="16720255" y="3167390"/>
            <a:ext cx="57419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02</a:t>
            </a:r>
          </a:p>
        </p:txBody>
      </p:sp>
      <p:sp>
        <p:nvSpPr>
          <p:cNvPr id="72" name="Oval 71">
            <a:extLst>
              <a:ext uri="{FF2B5EF4-FFF2-40B4-BE49-F238E27FC236}">
                <a16:creationId xmlns:a16="http://schemas.microsoft.com/office/drawing/2014/main" id="{942CDD13-F14F-09BA-29E5-C24D691A84FB}"/>
              </a:ext>
            </a:extLst>
          </p:cNvPr>
          <p:cNvSpPr/>
          <p:nvPr/>
        </p:nvSpPr>
        <p:spPr>
          <a:xfrm>
            <a:off x="183027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72F7BB9A-977E-DEB3-E881-ACF7DC975888}"/>
              </a:ext>
            </a:extLst>
          </p:cNvPr>
          <p:cNvSpPr/>
          <p:nvPr/>
        </p:nvSpPr>
        <p:spPr>
          <a:xfrm>
            <a:off x="184170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extBox 76">
            <a:extLst>
              <a:ext uri="{FF2B5EF4-FFF2-40B4-BE49-F238E27FC236}">
                <a16:creationId xmlns:a16="http://schemas.microsoft.com/office/drawing/2014/main" id="{DAF7AC95-5802-B710-0CAC-23EC8CF5908D}"/>
              </a:ext>
            </a:extLst>
          </p:cNvPr>
          <p:cNvSpPr txBox="1"/>
          <p:nvPr/>
        </p:nvSpPr>
        <p:spPr>
          <a:xfrm>
            <a:off x="18465665" y="3167390"/>
            <a:ext cx="569387"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03</a:t>
            </a:r>
          </a:p>
        </p:txBody>
      </p:sp>
      <p:sp>
        <p:nvSpPr>
          <p:cNvPr id="78" name="Oval 77">
            <a:extLst>
              <a:ext uri="{FF2B5EF4-FFF2-40B4-BE49-F238E27FC236}">
                <a16:creationId xmlns:a16="http://schemas.microsoft.com/office/drawing/2014/main" id="{7185A091-FA63-85DF-41A2-8163CC38D9D0}"/>
              </a:ext>
            </a:extLst>
          </p:cNvPr>
          <p:cNvSpPr/>
          <p:nvPr/>
        </p:nvSpPr>
        <p:spPr>
          <a:xfrm>
            <a:off x="20055354"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254387FE-7354-2CA0-097D-DD4068E52B58}"/>
              </a:ext>
            </a:extLst>
          </p:cNvPr>
          <p:cNvSpPr/>
          <p:nvPr/>
        </p:nvSpPr>
        <p:spPr>
          <a:xfrm>
            <a:off x="20169654"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414C9540-6891-2404-8C35-9F19B4458E33}"/>
              </a:ext>
            </a:extLst>
          </p:cNvPr>
          <p:cNvSpPr txBox="1"/>
          <p:nvPr/>
        </p:nvSpPr>
        <p:spPr>
          <a:xfrm>
            <a:off x="20223050" y="3167390"/>
            <a:ext cx="57900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04</a:t>
            </a:r>
          </a:p>
        </p:txBody>
      </p:sp>
    </p:spTree>
    <p:extLst>
      <p:ext uri="{BB962C8B-B14F-4D97-AF65-F5344CB8AC3E}">
        <p14:creationId xmlns:p14="http://schemas.microsoft.com/office/powerpoint/2010/main" val="3919063841"/>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08AF8-7F13-AB25-BD3B-DFEB72144933}"/>
            </a:ext>
          </a:extLst>
        </p:cNvPr>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8E6A87C0-9FB3-FA6D-331C-615E471D9F68}"/>
              </a:ext>
            </a:extLst>
          </p:cNvPr>
          <p:cNvCxnSpPr>
            <a:cxnSpLocks/>
          </p:cNvCxnSpPr>
          <p:nvPr/>
        </p:nvCxnSpPr>
        <p:spPr>
          <a:xfrm flipH="1">
            <a:off x="2552700" y="3429000"/>
            <a:ext cx="9639300" cy="0"/>
          </a:xfrm>
          <a:prstGeom prst="line">
            <a:avLst/>
          </a:prstGeom>
          <a:ln w="22225">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Oval 16">
            <a:extLst>
              <a:ext uri="{FF2B5EF4-FFF2-40B4-BE49-F238E27FC236}">
                <a16:creationId xmlns:a16="http://schemas.microsoft.com/office/drawing/2014/main" id="{405CC3B3-9F01-173B-2D02-EA4E288284FC}"/>
              </a:ext>
            </a:extLst>
          </p:cNvPr>
          <p:cNvSpPr/>
          <p:nvPr/>
        </p:nvSpPr>
        <p:spPr>
          <a:xfrm>
            <a:off x="16383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62CAE6-ADC1-F6A8-28B5-B4B8E773A0D2}"/>
              </a:ext>
            </a:extLst>
          </p:cNvPr>
          <p:cNvSpPr/>
          <p:nvPr/>
        </p:nvSpPr>
        <p:spPr>
          <a:xfrm>
            <a:off x="17526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306A7263-B929-CACE-08AA-928A03A6F818}"/>
              </a:ext>
            </a:extLst>
          </p:cNvPr>
          <p:cNvSpPr txBox="1"/>
          <p:nvPr/>
        </p:nvSpPr>
        <p:spPr>
          <a:xfrm>
            <a:off x="1845271" y="3167390"/>
            <a:ext cx="500457"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01</a:t>
            </a:r>
          </a:p>
        </p:txBody>
      </p:sp>
      <p:sp>
        <p:nvSpPr>
          <p:cNvPr id="21" name="Oval 20">
            <a:extLst>
              <a:ext uri="{FF2B5EF4-FFF2-40B4-BE49-F238E27FC236}">
                <a16:creationId xmlns:a16="http://schemas.microsoft.com/office/drawing/2014/main" id="{996235AA-FF6C-01D0-97C9-DC0BC67EBCF8}"/>
              </a:ext>
            </a:extLst>
          </p:cNvPr>
          <p:cNvSpPr/>
          <p:nvPr/>
        </p:nvSpPr>
        <p:spPr>
          <a:xfrm>
            <a:off x="39624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5A99A95-10DD-0237-CE16-D43621D50AFA}"/>
              </a:ext>
            </a:extLst>
          </p:cNvPr>
          <p:cNvSpPr/>
          <p:nvPr/>
        </p:nvSpPr>
        <p:spPr>
          <a:xfrm>
            <a:off x="40767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2EDD3010-0526-B9FC-4A6E-FC74174E4A93}"/>
              </a:ext>
            </a:extLst>
          </p:cNvPr>
          <p:cNvSpPr txBox="1"/>
          <p:nvPr/>
        </p:nvSpPr>
        <p:spPr>
          <a:xfrm>
            <a:off x="4132501" y="3167390"/>
            <a:ext cx="57419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02</a:t>
            </a:r>
          </a:p>
        </p:txBody>
      </p:sp>
      <p:sp>
        <p:nvSpPr>
          <p:cNvPr id="24" name="Oval 23">
            <a:extLst>
              <a:ext uri="{FF2B5EF4-FFF2-40B4-BE49-F238E27FC236}">
                <a16:creationId xmlns:a16="http://schemas.microsoft.com/office/drawing/2014/main" id="{6C95A473-8447-9EA1-2097-D6C310AA8236}"/>
              </a:ext>
            </a:extLst>
          </p:cNvPr>
          <p:cNvSpPr/>
          <p:nvPr/>
        </p:nvSpPr>
        <p:spPr>
          <a:xfrm>
            <a:off x="62865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F94402B-E721-C5A7-0CD8-0CD5DAC8EBC5}"/>
              </a:ext>
            </a:extLst>
          </p:cNvPr>
          <p:cNvSpPr/>
          <p:nvPr/>
        </p:nvSpPr>
        <p:spPr>
          <a:xfrm>
            <a:off x="64008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0D1AEEA3-EA31-5101-D348-C3546416BE9F}"/>
              </a:ext>
            </a:extLst>
          </p:cNvPr>
          <p:cNvSpPr txBox="1"/>
          <p:nvPr/>
        </p:nvSpPr>
        <p:spPr>
          <a:xfrm>
            <a:off x="6449411" y="3167390"/>
            <a:ext cx="569387"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03</a:t>
            </a:r>
          </a:p>
        </p:txBody>
      </p:sp>
      <p:sp>
        <p:nvSpPr>
          <p:cNvPr id="27" name="Oval 26">
            <a:extLst>
              <a:ext uri="{FF2B5EF4-FFF2-40B4-BE49-F238E27FC236}">
                <a16:creationId xmlns:a16="http://schemas.microsoft.com/office/drawing/2014/main" id="{77BE3B70-C2BD-7097-404E-4E80A30F54B2}"/>
              </a:ext>
            </a:extLst>
          </p:cNvPr>
          <p:cNvSpPr/>
          <p:nvPr/>
        </p:nvSpPr>
        <p:spPr>
          <a:xfrm>
            <a:off x="86106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58BD48E-90F1-7C53-E397-EB0F6A09A805}"/>
              </a:ext>
            </a:extLst>
          </p:cNvPr>
          <p:cNvSpPr/>
          <p:nvPr/>
        </p:nvSpPr>
        <p:spPr>
          <a:xfrm>
            <a:off x="87249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extBox 53">
            <a:extLst>
              <a:ext uri="{FF2B5EF4-FFF2-40B4-BE49-F238E27FC236}">
                <a16:creationId xmlns:a16="http://schemas.microsoft.com/office/drawing/2014/main" id="{8F9341CC-AF84-DCE5-3252-9CAB47C062B9}"/>
              </a:ext>
            </a:extLst>
          </p:cNvPr>
          <p:cNvSpPr txBox="1"/>
          <p:nvPr/>
        </p:nvSpPr>
        <p:spPr>
          <a:xfrm>
            <a:off x="8778296" y="3167390"/>
            <a:ext cx="57900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04</a:t>
            </a:r>
          </a:p>
        </p:txBody>
      </p:sp>
      <p:sp>
        <p:nvSpPr>
          <p:cNvPr id="55" name="TextBox 54">
            <a:extLst>
              <a:ext uri="{FF2B5EF4-FFF2-40B4-BE49-F238E27FC236}">
                <a16:creationId xmlns:a16="http://schemas.microsoft.com/office/drawing/2014/main" id="{620C2B29-42E5-19A3-BDF1-D5DE2BE6A0CC}"/>
              </a:ext>
            </a:extLst>
          </p:cNvPr>
          <p:cNvSpPr txBox="1"/>
          <p:nvPr/>
        </p:nvSpPr>
        <p:spPr>
          <a:xfrm>
            <a:off x="1089454" y="2367290"/>
            <a:ext cx="2012089"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Problem</a:t>
            </a:r>
          </a:p>
        </p:txBody>
      </p:sp>
      <p:sp>
        <p:nvSpPr>
          <p:cNvPr id="56" name="TextBox 55">
            <a:extLst>
              <a:ext uri="{FF2B5EF4-FFF2-40B4-BE49-F238E27FC236}">
                <a16:creationId xmlns:a16="http://schemas.microsoft.com/office/drawing/2014/main" id="{78CDE38D-EDFC-C0A3-6D41-542AE1F21CCE}"/>
              </a:ext>
            </a:extLst>
          </p:cNvPr>
          <p:cNvSpPr txBox="1"/>
          <p:nvPr/>
        </p:nvSpPr>
        <p:spPr>
          <a:xfrm>
            <a:off x="3469659" y="3967490"/>
            <a:ext cx="1899879"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Solution</a:t>
            </a:r>
          </a:p>
        </p:txBody>
      </p:sp>
      <p:sp>
        <p:nvSpPr>
          <p:cNvPr id="57" name="TextBox 56">
            <a:extLst>
              <a:ext uri="{FF2B5EF4-FFF2-40B4-BE49-F238E27FC236}">
                <a16:creationId xmlns:a16="http://schemas.microsoft.com/office/drawing/2014/main" id="{361FD24A-DD07-5E7F-2A15-0616E643B27A}"/>
              </a:ext>
            </a:extLst>
          </p:cNvPr>
          <p:cNvSpPr txBox="1"/>
          <p:nvPr/>
        </p:nvSpPr>
        <p:spPr>
          <a:xfrm>
            <a:off x="5559722" y="2367290"/>
            <a:ext cx="2367956"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Hardware</a:t>
            </a:r>
          </a:p>
        </p:txBody>
      </p:sp>
      <p:sp>
        <p:nvSpPr>
          <p:cNvPr id="58" name="TextBox 57">
            <a:extLst>
              <a:ext uri="{FF2B5EF4-FFF2-40B4-BE49-F238E27FC236}">
                <a16:creationId xmlns:a16="http://schemas.microsoft.com/office/drawing/2014/main" id="{643852C1-7042-5855-67F5-B75610F871F3}"/>
              </a:ext>
            </a:extLst>
          </p:cNvPr>
          <p:cNvSpPr txBox="1"/>
          <p:nvPr/>
        </p:nvSpPr>
        <p:spPr>
          <a:xfrm>
            <a:off x="7900652" y="3967490"/>
            <a:ext cx="2334293"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Front-end</a:t>
            </a:r>
          </a:p>
        </p:txBody>
      </p:sp>
    </p:spTree>
    <p:extLst>
      <p:ext uri="{BB962C8B-B14F-4D97-AF65-F5344CB8AC3E}">
        <p14:creationId xmlns:p14="http://schemas.microsoft.com/office/powerpoint/2010/main" val="4133397895"/>
      </p:ext>
    </p:extLst>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836DD-2148-D556-4B2E-CDD99FA95C91}"/>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5D1CC3EA-AF33-FAF9-8750-92EF6FB799D4}"/>
              </a:ext>
            </a:extLst>
          </p:cNvPr>
          <p:cNvSpPr/>
          <p:nvPr/>
        </p:nvSpPr>
        <p:spPr>
          <a:xfrm>
            <a:off x="-10870158"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4" name="Picture 73" descr="A blue and white logo&#10;&#10;AI-generated content may be incorrect.">
            <a:extLst>
              <a:ext uri="{FF2B5EF4-FFF2-40B4-BE49-F238E27FC236}">
                <a16:creationId xmlns:a16="http://schemas.microsoft.com/office/drawing/2014/main" id="{75F964B9-FC07-D916-95A7-F5A3E27E83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76589" y="375582"/>
            <a:ext cx="3078865" cy="3053418"/>
          </a:xfrm>
          <a:prstGeom prst="rect">
            <a:avLst/>
          </a:prstGeom>
        </p:spPr>
      </p:pic>
      <p:sp>
        <p:nvSpPr>
          <p:cNvPr id="75" name="Title 5">
            <a:extLst>
              <a:ext uri="{FF2B5EF4-FFF2-40B4-BE49-F238E27FC236}">
                <a16:creationId xmlns:a16="http://schemas.microsoft.com/office/drawing/2014/main" id="{D3662804-4422-EAC8-69C8-05A634358B58}"/>
              </a:ext>
            </a:extLst>
          </p:cNvPr>
          <p:cNvSpPr txBox="1">
            <a:spLocks/>
          </p:cNvSpPr>
          <p:nvPr/>
        </p:nvSpPr>
        <p:spPr>
          <a:xfrm>
            <a:off x="-5730336" y="4239061"/>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cxnSp>
        <p:nvCxnSpPr>
          <p:cNvPr id="3" name="Straight Connector 2">
            <a:extLst>
              <a:ext uri="{FF2B5EF4-FFF2-40B4-BE49-F238E27FC236}">
                <a16:creationId xmlns:a16="http://schemas.microsoft.com/office/drawing/2014/main" id="{A23DA3E7-E73D-013A-87B5-DE824F12D1C1}"/>
              </a:ext>
            </a:extLst>
          </p:cNvPr>
          <p:cNvCxnSpPr>
            <a:cxnSpLocks/>
          </p:cNvCxnSpPr>
          <p:nvPr/>
        </p:nvCxnSpPr>
        <p:spPr>
          <a:xfrm flipH="1">
            <a:off x="0" y="3429000"/>
            <a:ext cx="9639300" cy="0"/>
          </a:xfrm>
          <a:prstGeom prst="line">
            <a:avLst/>
          </a:prstGeom>
          <a:ln w="22225">
            <a:solidFill>
              <a:srgbClr val="0C355D"/>
            </a:solidFill>
          </a:ln>
        </p:spPr>
        <p:style>
          <a:lnRef idx="2">
            <a:schemeClr val="accent1"/>
          </a:lnRef>
          <a:fillRef idx="0">
            <a:schemeClr val="accent1"/>
          </a:fillRef>
          <a:effectRef idx="1">
            <a:schemeClr val="accent1"/>
          </a:effectRef>
          <a:fontRef idx="minor">
            <a:schemeClr val="tx1"/>
          </a:fontRef>
        </p:style>
      </p:cxnSp>
      <p:sp>
        <p:nvSpPr>
          <p:cNvPr id="4" name="Oval 3">
            <a:extLst>
              <a:ext uri="{FF2B5EF4-FFF2-40B4-BE49-F238E27FC236}">
                <a16:creationId xmlns:a16="http://schemas.microsoft.com/office/drawing/2014/main" id="{A11870C4-9CF3-7E41-AF80-C998FA0A2704}"/>
              </a:ext>
            </a:extLst>
          </p:cNvPr>
          <p:cNvSpPr/>
          <p:nvPr/>
        </p:nvSpPr>
        <p:spPr>
          <a:xfrm>
            <a:off x="26670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88C079B-BF71-65E2-B3C2-CCC95E63E7B0}"/>
              </a:ext>
            </a:extLst>
          </p:cNvPr>
          <p:cNvSpPr/>
          <p:nvPr/>
        </p:nvSpPr>
        <p:spPr>
          <a:xfrm>
            <a:off x="27813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E9235EA6-F707-1B96-F85D-B5CB5536A4A0}"/>
              </a:ext>
            </a:extLst>
          </p:cNvPr>
          <p:cNvSpPr txBox="1"/>
          <p:nvPr/>
        </p:nvSpPr>
        <p:spPr>
          <a:xfrm>
            <a:off x="2838704" y="3167390"/>
            <a:ext cx="570990"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05</a:t>
            </a:r>
          </a:p>
        </p:txBody>
      </p:sp>
      <p:sp>
        <p:nvSpPr>
          <p:cNvPr id="7" name="Oval 6">
            <a:extLst>
              <a:ext uri="{FF2B5EF4-FFF2-40B4-BE49-F238E27FC236}">
                <a16:creationId xmlns:a16="http://schemas.microsoft.com/office/drawing/2014/main" id="{B3A5EB9D-2E22-FF06-1EF5-65588BEB36A2}"/>
              </a:ext>
            </a:extLst>
          </p:cNvPr>
          <p:cNvSpPr/>
          <p:nvPr/>
        </p:nvSpPr>
        <p:spPr>
          <a:xfrm>
            <a:off x="49911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B04C5DD-105F-0BF5-6E54-2340EAB8305D}"/>
              </a:ext>
            </a:extLst>
          </p:cNvPr>
          <p:cNvSpPr/>
          <p:nvPr/>
        </p:nvSpPr>
        <p:spPr>
          <a:xfrm>
            <a:off x="51054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05E8C5B4-ED68-0235-25C0-87A9987FC289}"/>
              </a:ext>
            </a:extLst>
          </p:cNvPr>
          <p:cNvSpPr txBox="1"/>
          <p:nvPr/>
        </p:nvSpPr>
        <p:spPr>
          <a:xfrm>
            <a:off x="5156392" y="3167390"/>
            <a:ext cx="583814"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06</a:t>
            </a:r>
          </a:p>
        </p:txBody>
      </p:sp>
      <p:sp>
        <p:nvSpPr>
          <p:cNvPr id="10" name="Oval 9">
            <a:extLst>
              <a:ext uri="{FF2B5EF4-FFF2-40B4-BE49-F238E27FC236}">
                <a16:creationId xmlns:a16="http://schemas.microsoft.com/office/drawing/2014/main" id="{D5D852C6-CC5B-B2D3-4DB8-3663E1E4D986}"/>
              </a:ext>
            </a:extLst>
          </p:cNvPr>
          <p:cNvSpPr/>
          <p:nvPr/>
        </p:nvSpPr>
        <p:spPr>
          <a:xfrm>
            <a:off x="73152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4BA49760-6C3F-F544-E3D3-B884D0EFA873}"/>
              </a:ext>
            </a:extLst>
          </p:cNvPr>
          <p:cNvSpPr/>
          <p:nvPr/>
        </p:nvSpPr>
        <p:spPr>
          <a:xfrm>
            <a:off x="74295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4988432-A59A-4195-3337-986AFABAE72F}"/>
              </a:ext>
            </a:extLst>
          </p:cNvPr>
          <p:cNvSpPr txBox="1"/>
          <p:nvPr/>
        </p:nvSpPr>
        <p:spPr>
          <a:xfrm>
            <a:off x="7483721" y="3167390"/>
            <a:ext cx="558166"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07</a:t>
            </a:r>
          </a:p>
        </p:txBody>
      </p:sp>
      <p:sp>
        <p:nvSpPr>
          <p:cNvPr id="13" name="Oval 12">
            <a:extLst>
              <a:ext uri="{FF2B5EF4-FFF2-40B4-BE49-F238E27FC236}">
                <a16:creationId xmlns:a16="http://schemas.microsoft.com/office/drawing/2014/main" id="{F2AE703B-1542-A67D-1B65-130AF40DE0A3}"/>
              </a:ext>
            </a:extLst>
          </p:cNvPr>
          <p:cNvSpPr/>
          <p:nvPr/>
        </p:nvSpPr>
        <p:spPr>
          <a:xfrm>
            <a:off x="9639300" y="2971800"/>
            <a:ext cx="914400" cy="914400"/>
          </a:xfrm>
          <a:prstGeom prst="ellipse">
            <a:avLst/>
          </a:prstGeom>
          <a:noFill/>
          <a:ln>
            <a:solidFill>
              <a:srgbClr val="0C35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4E35423-F940-5D60-B317-5C2F145390AD}"/>
              </a:ext>
            </a:extLst>
          </p:cNvPr>
          <p:cNvSpPr/>
          <p:nvPr/>
        </p:nvSpPr>
        <p:spPr>
          <a:xfrm>
            <a:off x="9753600" y="3086100"/>
            <a:ext cx="685800" cy="685800"/>
          </a:xfrm>
          <a:prstGeom prst="ellips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17CDE34-29AB-3F09-DBA9-2DCD5537DC23}"/>
              </a:ext>
            </a:extLst>
          </p:cNvPr>
          <p:cNvSpPr txBox="1"/>
          <p:nvPr/>
        </p:nvSpPr>
        <p:spPr>
          <a:xfrm>
            <a:off x="9814210" y="3167390"/>
            <a:ext cx="564578" cy="523220"/>
          </a:xfrm>
          <a:prstGeom prst="rect">
            <a:avLst/>
          </a:prstGeom>
          <a:noFill/>
        </p:spPr>
        <p:txBody>
          <a:bodyPr wrap="none" rtlCol="0">
            <a:spAutoFit/>
          </a:bodyPr>
          <a:lstStyle/>
          <a:p>
            <a:pPr algn="ctr"/>
            <a:r>
              <a:rPr lang="en-US" sz="2800" dirty="0">
                <a:solidFill>
                  <a:srgbClr val="0C355D"/>
                </a:solidFill>
                <a:latin typeface="Berlin Sans FB" panose="020E0602020502020306" pitchFamily="34" charset="0"/>
              </a:rPr>
              <a:t>08</a:t>
            </a:r>
          </a:p>
        </p:txBody>
      </p:sp>
      <p:sp>
        <p:nvSpPr>
          <p:cNvPr id="16" name="TextBox 15">
            <a:extLst>
              <a:ext uri="{FF2B5EF4-FFF2-40B4-BE49-F238E27FC236}">
                <a16:creationId xmlns:a16="http://schemas.microsoft.com/office/drawing/2014/main" id="{9A36AF64-7957-C72E-A0AF-8E319379B9B4}"/>
              </a:ext>
            </a:extLst>
          </p:cNvPr>
          <p:cNvSpPr txBox="1"/>
          <p:nvPr/>
        </p:nvSpPr>
        <p:spPr>
          <a:xfrm>
            <a:off x="5105400" y="3875157"/>
            <a:ext cx="685800"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AI</a:t>
            </a:r>
          </a:p>
        </p:txBody>
      </p:sp>
      <p:sp>
        <p:nvSpPr>
          <p:cNvPr id="17" name="TextBox 16">
            <a:extLst>
              <a:ext uri="{FF2B5EF4-FFF2-40B4-BE49-F238E27FC236}">
                <a16:creationId xmlns:a16="http://schemas.microsoft.com/office/drawing/2014/main" id="{69E0742E-BE2D-648D-7ACC-4C9E96B67057}"/>
              </a:ext>
            </a:extLst>
          </p:cNvPr>
          <p:cNvSpPr txBox="1"/>
          <p:nvPr/>
        </p:nvSpPr>
        <p:spPr>
          <a:xfrm>
            <a:off x="6575598" y="2367290"/>
            <a:ext cx="2393604"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Marketing</a:t>
            </a:r>
          </a:p>
        </p:txBody>
      </p:sp>
      <p:sp>
        <p:nvSpPr>
          <p:cNvPr id="18" name="TextBox 17">
            <a:extLst>
              <a:ext uri="{FF2B5EF4-FFF2-40B4-BE49-F238E27FC236}">
                <a16:creationId xmlns:a16="http://schemas.microsoft.com/office/drawing/2014/main" id="{579C1F7F-8417-A24C-8FA4-A2E5CA19C700}"/>
              </a:ext>
            </a:extLst>
          </p:cNvPr>
          <p:cNvSpPr txBox="1"/>
          <p:nvPr/>
        </p:nvSpPr>
        <p:spPr>
          <a:xfrm>
            <a:off x="8636804" y="3875157"/>
            <a:ext cx="2919389"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Future Work</a:t>
            </a:r>
          </a:p>
        </p:txBody>
      </p:sp>
      <p:sp>
        <p:nvSpPr>
          <p:cNvPr id="19" name="TextBox 18">
            <a:extLst>
              <a:ext uri="{FF2B5EF4-FFF2-40B4-BE49-F238E27FC236}">
                <a16:creationId xmlns:a16="http://schemas.microsoft.com/office/drawing/2014/main" id="{02E3F829-296E-2E28-2E04-9AB960D04E1A}"/>
              </a:ext>
            </a:extLst>
          </p:cNvPr>
          <p:cNvSpPr txBox="1"/>
          <p:nvPr/>
        </p:nvSpPr>
        <p:spPr>
          <a:xfrm>
            <a:off x="1990629" y="2371955"/>
            <a:ext cx="2266967" cy="707886"/>
          </a:xfrm>
          <a:prstGeom prst="rect">
            <a:avLst/>
          </a:prstGeom>
          <a:noFill/>
        </p:spPr>
        <p:txBody>
          <a:bodyPr wrap="none" rtlCol="0">
            <a:spAutoFit/>
          </a:bodyPr>
          <a:lstStyle/>
          <a:p>
            <a:r>
              <a:rPr lang="en-US" sz="4000" dirty="0">
                <a:solidFill>
                  <a:srgbClr val="0C355D"/>
                </a:solidFill>
                <a:latin typeface="Berlin Sans FB" panose="020E0602020502020306" pitchFamily="34" charset="0"/>
              </a:rPr>
              <a:t>Back-end</a:t>
            </a:r>
          </a:p>
        </p:txBody>
      </p:sp>
    </p:spTree>
    <p:extLst>
      <p:ext uri="{BB962C8B-B14F-4D97-AF65-F5344CB8AC3E}">
        <p14:creationId xmlns:p14="http://schemas.microsoft.com/office/powerpoint/2010/main" val="1226055961"/>
      </p:ext>
    </p:extLst>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9D82-5069-6E69-46CE-C7536F42D1E6}"/>
            </a:ext>
          </a:extLst>
        </p:cNvPr>
        <p:cNvGrpSpPr/>
        <p:nvPr/>
      </p:nvGrpSpPr>
      <p:grpSpPr>
        <a:xfrm>
          <a:off x="0" y="0"/>
          <a:ext cx="0" cy="0"/>
          <a:chOff x="0" y="0"/>
          <a:chExt cx="0" cy="0"/>
        </a:xfrm>
      </p:grpSpPr>
      <p:sp>
        <p:nvSpPr>
          <p:cNvPr id="80" name="Oval 79">
            <a:extLst>
              <a:ext uri="{FF2B5EF4-FFF2-40B4-BE49-F238E27FC236}">
                <a16:creationId xmlns:a16="http://schemas.microsoft.com/office/drawing/2014/main" id="{94D5F9F6-533B-6805-BA5D-AB9891B99A2A}"/>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ue and white logo&#10;&#10;AI-generated content may be incorrect.">
            <a:extLst>
              <a:ext uri="{FF2B5EF4-FFF2-40B4-BE49-F238E27FC236}">
                <a16:creationId xmlns:a16="http://schemas.microsoft.com/office/drawing/2014/main" id="{DD11E571-E64A-9C72-A299-FD7C800E36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C317EDFF-FC58-6D81-7E16-5F47F226AEEC}"/>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118586201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27783-D026-672D-87ED-5998BFD5C205}"/>
            </a:ext>
          </a:extLst>
        </p:cNvPr>
        <p:cNvGrpSpPr/>
        <p:nvPr/>
      </p:nvGrpSpPr>
      <p:grpSpPr>
        <a:xfrm>
          <a:off x="0" y="0"/>
          <a:ext cx="0" cy="0"/>
          <a:chOff x="0" y="0"/>
          <a:chExt cx="0" cy="0"/>
        </a:xfrm>
      </p:grpSpPr>
      <p:sp>
        <p:nvSpPr>
          <p:cNvPr id="13" name="Oval 12">
            <a:extLst>
              <a:ext uri="{FF2B5EF4-FFF2-40B4-BE49-F238E27FC236}">
                <a16:creationId xmlns:a16="http://schemas.microsoft.com/office/drawing/2014/main" id="{C178C04F-90EC-6A0F-547B-B7F94CDAFB55}"/>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FBBE5DD7-1F33-CD0F-AECF-273F63727976}"/>
              </a:ext>
            </a:extLst>
          </p:cNvPr>
          <p:cNvGrpSpPr/>
          <p:nvPr/>
        </p:nvGrpSpPr>
        <p:grpSpPr>
          <a:xfrm rot="2700000">
            <a:off x="-7315200" y="-3867265"/>
            <a:ext cx="14630400" cy="14630400"/>
            <a:chOff x="-13335000" y="-19164300"/>
            <a:chExt cx="14630400" cy="14630400"/>
          </a:xfrm>
        </p:grpSpPr>
        <p:sp>
          <p:nvSpPr>
            <p:cNvPr id="5" name="Oval 4">
              <a:extLst>
                <a:ext uri="{FF2B5EF4-FFF2-40B4-BE49-F238E27FC236}">
                  <a16:creationId xmlns:a16="http://schemas.microsoft.com/office/drawing/2014/main" id="{76CA30AE-1734-42F4-EC8D-0DF1EE47F7FD}"/>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DC182F0-3CE5-C88A-05DE-997606C3645C}"/>
                </a:ext>
              </a:extLst>
            </p:cNvPr>
            <p:cNvSpPr>
              <a:spLocks noChangeAspect="1"/>
            </p:cNvSpPr>
            <p:nvPr/>
          </p:nvSpPr>
          <p:spPr>
            <a:xfrm>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aphic 6" descr="Brainstorm with solid fill">
              <a:extLst>
                <a:ext uri="{FF2B5EF4-FFF2-40B4-BE49-F238E27FC236}">
                  <a16:creationId xmlns:a16="http://schemas.microsoft.com/office/drawing/2014/main" id="{37D139B7-2A3B-3E83-8C0A-746ABE4F4E5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900000">
              <a:off x="152400" y="-12306300"/>
              <a:ext cx="914400" cy="914400"/>
            </a:xfrm>
            <a:prstGeom prst="rect">
              <a:avLst/>
            </a:prstGeom>
          </p:spPr>
        </p:pic>
        <p:pic>
          <p:nvPicPr>
            <p:cNvPr id="8" name="Graphic 7" descr="Laptop with solid fill">
              <a:extLst>
                <a:ext uri="{FF2B5EF4-FFF2-40B4-BE49-F238E27FC236}">
                  <a16:creationId xmlns:a16="http://schemas.microsoft.com/office/drawing/2014/main" id="{21245A71-F06A-8B88-EEA2-D9F713EB05A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18900000">
              <a:off x="-13106400" y="-12306300"/>
              <a:ext cx="914400" cy="914400"/>
            </a:xfrm>
            <a:prstGeom prst="rect">
              <a:avLst/>
            </a:prstGeom>
          </p:spPr>
        </p:pic>
        <p:sp>
          <p:nvSpPr>
            <p:cNvPr id="9" name="Oval 8">
              <a:extLst>
                <a:ext uri="{FF2B5EF4-FFF2-40B4-BE49-F238E27FC236}">
                  <a16:creationId xmlns:a16="http://schemas.microsoft.com/office/drawing/2014/main" id="{37C5F40E-A9D4-9B09-19FD-9D173C9AE977}"/>
                </a:ext>
              </a:extLst>
            </p:cNvPr>
            <p:cNvSpPr>
              <a:spLocks noChangeAspect="1"/>
            </p:cNvSpPr>
            <p:nvPr/>
          </p:nvSpPr>
          <p:spPr>
            <a:xfrm>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aphic 9" descr="Ui Ux with solid fill">
              <a:extLst>
                <a:ext uri="{FF2B5EF4-FFF2-40B4-BE49-F238E27FC236}">
                  <a16:creationId xmlns:a16="http://schemas.microsoft.com/office/drawing/2014/main" id="{02DB82E7-FE5A-67D2-9477-CF8417B198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8900000">
              <a:off x="-6477000" y="-18935700"/>
              <a:ext cx="914400" cy="914400"/>
            </a:xfrm>
            <a:prstGeom prst="rect">
              <a:avLst/>
            </a:prstGeom>
          </p:spPr>
        </p:pic>
        <p:sp>
          <p:nvSpPr>
            <p:cNvPr id="11" name="Oval 10">
              <a:extLst>
                <a:ext uri="{FF2B5EF4-FFF2-40B4-BE49-F238E27FC236}">
                  <a16:creationId xmlns:a16="http://schemas.microsoft.com/office/drawing/2014/main" id="{FD45BA92-8C25-A366-D590-EBB132AC2361}"/>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Graphic 11" descr="Old Key with solid fill">
              <a:extLst>
                <a:ext uri="{FF2B5EF4-FFF2-40B4-BE49-F238E27FC236}">
                  <a16:creationId xmlns:a16="http://schemas.microsoft.com/office/drawing/2014/main" id="{BA6EBFF7-54EC-EA4B-5897-FCB483AD3D1D}"/>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18900000">
              <a:off x="-6477000" y="-5676900"/>
              <a:ext cx="914400" cy="914400"/>
            </a:xfrm>
            <a:prstGeom prst="rect">
              <a:avLst/>
            </a:prstGeom>
          </p:spPr>
        </p:pic>
      </p:grpSp>
      <p:sp>
        <p:nvSpPr>
          <p:cNvPr id="264" name="TextBox 263">
            <a:extLst>
              <a:ext uri="{FF2B5EF4-FFF2-40B4-BE49-F238E27FC236}">
                <a16:creationId xmlns:a16="http://schemas.microsoft.com/office/drawing/2014/main" id="{0E4B6336-80CF-BDD5-9AC1-6B438990BBDD}"/>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EDE2D308-BC69-BB95-1C88-7DB55ED9DF0E}"/>
              </a:ext>
            </a:extLst>
          </p:cNvPr>
          <p:cNvSpPr txBox="1"/>
          <p:nvPr/>
        </p:nvSpPr>
        <p:spPr>
          <a:xfrm>
            <a:off x="7601726" y="8109104"/>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A0CDCF9D-580A-D9D1-088C-32836210CE2C}"/>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970ED2AF-E808-A954-8ECC-ADBFE5AB975C}"/>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FFCC7074-702E-CD39-7DB5-4A51F5BEA960}"/>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69" name="TextBox 268">
            <a:extLst>
              <a:ext uri="{FF2B5EF4-FFF2-40B4-BE49-F238E27FC236}">
                <a16:creationId xmlns:a16="http://schemas.microsoft.com/office/drawing/2014/main" id="{76F233C7-1B48-A7AB-5DFE-915F6DA468FF}"/>
              </a:ext>
            </a:extLst>
          </p:cNvPr>
          <p:cNvSpPr txBox="1"/>
          <p:nvPr/>
        </p:nvSpPr>
        <p:spPr>
          <a:xfrm>
            <a:off x="7601727" y="727245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Problem</a:t>
            </a:r>
          </a:p>
        </p:txBody>
      </p:sp>
      <p:sp>
        <p:nvSpPr>
          <p:cNvPr id="270" name="TextBox 269">
            <a:extLst>
              <a:ext uri="{FF2B5EF4-FFF2-40B4-BE49-F238E27FC236}">
                <a16:creationId xmlns:a16="http://schemas.microsoft.com/office/drawing/2014/main" id="{A1A367F9-A8FB-B8A9-473E-540F42A7BD7A}"/>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pic>
        <p:nvPicPr>
          <p:cNvPr id="2" name="Picture 1" descr="A blue and white logo&#10;&#10;AI-generated content may be incorrect.">
            <a:extLst>
              <a:ext uri="{FF2B5EF4-FFF2-40B4-BE49-F238E27FC236}">
                <a16:creationId xmlns:a16="http://schemas.microsoft.com/office/drawing/2014/main" id="{292DA606-4E06-1AF5-6E3C-2D919B3A86D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5737A821-D803-5371-B1B8-C2D39279ABDE}"/>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130241926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A55B29C3-00A9-C317-9A62-8B84170FF338}"/>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DB5B6F0B-6C46-7F4D-8DC0-637AA6619A9C}"/>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4EC5BDF4-927C-A340-7D74-988A2F979834}"/>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8F78262D-9104-44F0-4819-ED270142E262}"/>
              </a:ext>
            </a:extLst>
          </p:cNvPr>
          <p:cNvSpPr txBox="1"/>
          <p:nvPr/>
        </p:nvSpPr>
        <p:spPr>
          <a:xfrm>
            <a:off x="7601726" y="8109104"/>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7BF55AD2-8555-11FA-19EF-56FA49F13998}"/>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64F66D43-BB77-4332-F4AF-1E398BDDB83B}"/>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57A8C28A-AD68-E412-3C49-5BA2BEF28B87}"/>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4B5C2ADF-AA57-2FE7-7070-8BEEAF0A2A7F}"/>
              </a:ext>
            </a:extLst>
          </p:cNvPr>
          <p:cNvSpPr txBox="1"/>
          <p:nvPr/>
        </p:nvSpPr>
        <p:spPr>
          <a:xfrm>
            <a:off x="7601722" y="1178553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6C89531F-CFE2-E4E7-5A44-DFDD6CCD85E9}"/>
              </a:ext>
            </a:extLst>
          </p:cNvPr>
          <p:cNvGrpSpPr/>
          <p:nvPr/>
        </p:nvGrpSpPr>
        <p:grpSpPr>
          <a:xfrm>
            <a:off x="-7315200" y="-3867265"/>
            <a:ext cx="14630400" cy="14630400"/>
            <a:chOff x="-13335000" y="-19164300"/>
            <a:chExt cx="14630400" cy="14630400"/>
          </a:xfrm>
        </p:grpSpPr>
        <p:sp>
          <p:nvSpPr>
            <p:cNvPr id="106" name="Oval 105">
              <a:extLst>
                <a:ext uri="{FF2B5EF4-FFF2-40B4-BE49-F238E27FC236}">
                  <a16:creationId xmlns:a16="http://schemas.microsoft.com/office/drawing/2014/main" id="{83EA39D6-2A4C-29DE-6F3B-20C24FA0923F}"/>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Oval 106">
              <a:extLst>
                <a:ext uri="{FF2B5EF4-FFF2-40B4-BE49-F238E27FC236}">
                  <a16:creationId xmlns:a16="http://schemas.microsoft.com/office/drawing/2014/main" id="{AA0E2550-613A-36A7-D5AF-71CB3C9D80AF}"/>
                </a:ext>
              </a:extLst>
            </p:cNvPr>
            <p:cNvSpPr>
              <a:spLocks noChangeAspect="1"/>
            </p:cNvSpPr>
            <p:nvPr/>
          </p:nvSpPr>
          <p:spPr>
            <a:xfrm>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0BBD5B5A-3122-C573-0301-C6A476987A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76F6B678-5148-DBFB-5032-8EAB862F0A71}"/>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3106400" y="-12306300"/>
              <a:ext cx="914400" cy="914400"/>
            </a:xfrm>
            <a:prstGeom prst="rect">
              <a:avLst/>
            </a:prstGeom>
          </p:spPr>
        </p:pic>
        <p:sp>
          <p:nvSpPr>
            <p:cNvPr id="110" name="Oval 109">
              <a:extLst>
                <a:ext uri="{FF2B5EF4-FFF2-40B4-BE49-F238E27FC236}">
                  <a16:creationId xmlns:a16="http://schemas.microsoft.com/office/drawing/2014/main" id="{7EB6AEA4-2B05-C1A7-2675-BDB3BDDAFB36}"/>
                </a:ext>
              </a:extLst>
            </p:cNvPr>
            <p:cNvSpPr>
              <a:spLocks noChangeAspect="1"/>
            </p:cNvSpPr>
            <p:nvPr/>
          </p:nvSpPr>
          <p:spPr>
            <a:xfrm>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9E252707-5DC4-622D-85CE-B3BC31F8BAA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77000" y="-18935700"/>
              <a:ext cx="914400" cy="914400"/>
            </a:xfrm>
            <a:prstGeom prst="rect">
              <a:avLst/>
            </a:prstGeom>
          </p:spPr>
        </p:pic>
        <p:sp>
          <p:nvSpPr>
            <p:cNvPr id="112" name="Oval 111">
              <a:extLst>
                <a:ext uri="{FF2B5EF4-FFF2-40B4-BE49-F238E27FC236}">
                  <a16:creationId xmlns:a16="http://schemas.microsoft.com/office/drawing/2014/main" id="{62F22CE5-09D2-A691-37AE-D778101C559B}"/>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4CC8E4AC-7CFE-F0CD-827E-E557B038F9EC}"/>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477000" y="-5676900"/>
              <a:ext cx="914400" cy="914400"/>
            </a:xfrm>
            <a:prstGeom prst="rect">
              <a:avLst/>
            </a:prstGeom>
          </p:spPr>
        </p:pic>
      </p:grpSp>
      <p:sp>
        <p:nvSpPr>
          <p:cNvPr id="3" name="TextBox 2">
            <a:extLst>
              <a:ext uri="{FF2B5EF4-FFF2-40B4-BE49-F238E27FC236}">
                <a16:creationId xmlns:a16="http://schemas.microsoft.com/office/drawing/2014/main" id="{F913B379-20CC-0872-9A32-42B09FDD4478}"/>
              </a:ext>
            </a:extLst>
          </p:cNvPr>
          <p:cNvSpPr txBox="1"/>
          <p:nvPr/>
        </p:nvSpPr>
        <p:spPr>
          <a:xfrm>
            <a:off x="7601722" y="7324773"/>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Solution</a:t>
            </a:r>
          </a:p>
        </p:txBody>
      </p:sp>
      <p:sp>
        <p:nvSpPr>
          <p:cNvPr id="10" name="TextBox 9">
            <a:extLst>
              <a:ext uri="{FF2B5EF4-FFF2-40B4-BE49-F238E27FC236}">
                <a16:creationId xmlns:a16="http://schemas.microsoft.com/office/drawing/2014/main" id="{C14AE367-18EE-83F7-7673-C3E877FD7267}"/>
              </a:ext>
            </a:extLst>
          </p:cNvPr>
          <p:cNvSpPr txBox="1"/>
          <p:nvPr/>
        </p:nvSpPr>
        <p:spPr>
          <a:xfrm>
            <a:off x="7601723" y="2916619"/>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Problem</a:t>
            </a:r>
          </a:p>
        </p:txBody>
      </p:sp>
      <p:pic>
        <p:nvPicPr>
          <p:cNvPr id="2" name="Picture 1" descr="A blue and white logo&#10;&#10;AI-generated content may be incorrect.">
            <a:extLst>
              <a:ext uri="{FF2B5EF4-FFF2-40B4-BE49-F238E27FC236}">
                <a16:creationId xmlns:a16="http://schemas.microsoft.com/office/drawing/2014/main" id="{DDB15A47-E35F-CE2A-B215-700367D13F01}"/>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5418DBCE-F405-85FE-EDC7-BD0DEEACFFE5}"/>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819066986"/>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D73A3-4260-06A9-C95C-5C5BB4DB1903}"/>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B2616013-8AE9-B939-A3FF-0EEEDDEFC16D}"/>
              </a:ext>
            </a:extLst>
          </p:cNvPr>
          <p:cNvSpPr txBox="1"/>
          <p:nvPr/>
        </p:nvSpPr>
        <p:spPr>
          <a:xfrm>
            <a:off x="2472620" y="2228671"/>
            <a:ext cx="7246759"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Problem</a:t>
            </a:r>
          </a:p>
        </p:txBody>
      </p:sp>
    </p:spTree>
    <p:extLst>
      <p:ext uri="{BB962C8B-B14F-4D97-AF65-F5344CB8AC3E}">
        <p14:creationId xmlns:p14="http://schemas.microsoft.com/office/powerpoint/2010/main" val="37296378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9C9EB-44FF-400D-53A2-11F847414415}"/>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88312EDC-0CE7-84FA-1F76-CCEC03D12808}"/>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75BF1AAE-112A-E648-83D5-CE1DFFA5D0F8}"/>
              </a:ext>
            </a:extLst>
          </p:cNvPr>
          <p:cNvSpPr txBox="1"/>
          <p:nvPr/>
        </p:nvSpPr>
        <p:spPr>
          <a:xfrm>
            <a:off x="7601723" y="2916619"/>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Problem</a:t>
            </a:r>
          </a:p>
        </p:txBody>
      </p:sp>
      <p:grpSp>
        <p:nvGrpSpPr>
          <p:cNvPr id="104" name="Group 103">
            <a:extLst>
              <a:ext uri="{FF2B5EF4-FFF2-40B4-BE49-F238E27FC236}">
                <a16:creationId xmlns:a16="http://schemas.microsoft.com/office/drawing/2014/main" id="{A745C642-0C60-D18E-22B2-508182C94AE9}"/>
              </a:ext>
            </a:extLst>
          </p:cNvPr>
          <p:cNvGrpSpPr/>
          <p:nvPr/>
        </p:nvGrpSpPr>
        <p:grpSpPr>
          <a:xfrm>
            <a:off x="-7315200" y="-3867265"/>
            <a:ext cx="14630400" cy="14630400"/>
            <a:chOff x="-13335000" y="-19164300"/>
            <a:chExt cx="14630400" cy="14630400"/>
          </a:xfrm>
        </p:grpSpPr>
        <p:sp>
          <p:nvSpPr>
            <p:cNvPr id="106" name="Oval 105">
              <a:extLst>
                <a:ext uri="{FF2B5EF4-FFF2-40B4-BE49-F238E27FC236}">
                  <a16:creationId xmlns:a16="http://schemas.microsoft.com/office/drawing/2014/main" id="{84CFA2CB-98A4-7D37-43F6-BEBBE5F530F5}"/>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4FACDEAE-4EDF-ABFE-A3AD-4264DB33EE75}"/>
                </a:ext>
              </a:extLst>
            </p:cNvPr>
            <p:cNvSpPr>
              <a:spLocks noChangeAspect="1"/>
            </p:cNvSpPr>
            <p:nvPr/>
          </p:nvSpPr>
          <p:spPr>
            <a:xfrm>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894BB5C3-E746-76D3-5ED7-1885C73E7A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1984F954-937F-6114-B6F7-2B0FD4D0AEE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3106400" y="-12306300"/>
              <a:ext cx="914400" cy="914400"/>
            </a:xfrm>
            <a:prstGeom prst="rect">
              <a:avLst/>
            </a:prstGeom>
          </p:spPr>
        </p:pic>
        <p:sp>
          <p:nvSpPr>
            <p:cNvPr id="110" name="Oval 109">
              <a:extLst>
                <a:ext uri="{FF2B5EF4-FFF2-40B4-BE49-F238E27FC236}">
                  <a16:creationId xmlns:a16="http://schemas.microsoft.com/office/drawing/2014/main" id="{92EC8868-296C-48AE-45F4-098A30A81FA6}"/>
                </a:ext>
              </a:extLst>
            </p:cNvPr>
            <p:cNvSpPr>
              <a:spLocks noChangeAspect="1"/>
            </p:cNvSpPr>
            <p:nvPr/>
          </p:nvSpPr>
          <p:spPr>
            <a:xfrm>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DBA581B5-E441-A478-32DD-D73C266906A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77000" y="-18935700"/>
              <a:ext cx="914400" cy="914400"/>
            </a:xfrm>
            <a:prstGeom prst="rect">
              <a:avLst/>
            </a:prstGeom>
          </p:spPr>
        </p:pic>
        <p:sp>
          <p:nvSpPr>
            <p:cNvPr id="112" name="Oval 111">
              <a:extLst>
                <a:ext uri="{FF2B5EF4-FFF2-40B4-BE49-F238E27FC236}">
                  <a16:creationId xmlns:a16="http://schemas.microsoft.com/office/drawing/2014/main" id="{F635F3DD-FECE-DB05-8339-99F8384C9777}"/>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F2571BEF-293F-DD44-9AAB-107F2CC5B58F}"/>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477000" y="-5676900"/>
              <a:ext cx="914400" cy="914400"/>
            </a:xfrm>
            <a:prstGeom prst="rect">
              <a:avLst/>
            </a:prstGeom>
          </p:spPr>
        </p:pic>
      </p:grpSp>
      <p:sp>
        <p:nvSpPr>
          <p:cNvPr id="3" name="TextBox 2">
            <a:extLst>
              <a:ext uri="{FF2B5EF4-FFF2-40B4-BE49-F238E27FC236}">
                <a16:creationId xmlns:a16="http://schemas.microsoft.com/office/drawing/2014/main" id="{37CAA2D8-F075-4F6E-BA35-862B3FA10306}"/>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5" name="TextBox 4">
            <a:extLst>
              <a:ext uri="{FF2B5EF4-FFF2-40B4-BE49-F238E27FC236}">
                <a16:creationId xmlns:a16="http://schemas.microsoft.com/office/drawing/2014/main" id="{8ADA0798-A7DB-36D3-480C-16B6BE11A45D}"/>
              </a:ext>
            </a:extLst>
          </p:cNvPr>
          <p:cNvSpPr txBox="1"/>
          <p:nvPr/>
        </p:nvSpPr>
        <p:spPr>
          <a:xfrm>
            <a:off x="7601726" y="8109104"/>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6" name="TextBox 5">
            <a:extLst>
              <a:ext uri="{FF2B5EF4-FFF2-40B4-BE49-F238E27FC236}">
                <a16:creationId xmlns:a16="http://schemas.microsoft.com/office/drawing/2014/main" id="{4419C5DA-5098-DC65-E591-2D99C3A776F6}"/>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7" name="TextBox 6">
            <a:extLst>
              <a:ext uri="{FF2B5EF4-FFF2-40B4-BE49-F238E27FC236}">
                <a16:creationId xmlns:a16="http://schemas.microsoft.com/office/drawing/2014/main" id="{A5801455-FED7-0630-4CAB-065A702BEAF5}"/>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8" name="TextBox 7">
            <a:extLst>
              <a:ext uri="{FF2B5EF4-FFF2-40B4-BE49-F238E27FC236}">
                <a16:creationId xmlns:a16="http://schemas.microsoft.com/office/drawing/2014/main" id="{634D3AFD-B647-E9CE-9D48-C4198014B4DC}"/>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9" name="TextBox 8">
            <a:extLst>
              <a:ext uri="{FF2B5EF4-FFF2-40B4-BE49-F238E27FC236}">
                <a16:creationId xmlns:a16="http://schemas.microsoft.com/office/drawing/2014/main" id="{C472C452-D8E8-0916-7293-CE084DFCFF4B}"/>
              </a:ext>
            </a:extLst>
          </p:cNvPr>
          <p:cNvSpPr txBox="1"/>
          <p:nvPr/>
        </p:nvSpPr>
        <p:spPr>
          <a:xfrm>
            <a:off x="7601722" y="1178553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sp>
        <p:nvSpPr>
          <p:cNvPr id="10" name="TextBox 9">
            <a:extLst>
              <a:ext uri="{FF2B5EF4-FFF2-40B4-BE49-F238E27FC236}">
                <a16:creationId xmlns:a16="http://schemas.microsoft.com/office/drawing/2014/main" id="{B1830640-39E3-001C-37EC-3C764B522898}"/>
              </a:ext>
            </a:extLst>
          </p:cNvPr>
          <p:cNvSpPr txBox="1"/>
          <p:nvPr/>
        </p:nvSpPr>
        <p:spPr>
          <a:xfrm>
            <a:off x="7601722" y="7324773"/>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Solution</a:t>
            </a:r>
          </a:p>
        </p:txBody>
      </p:sp>
      <p:pic>
        <p:nvPicPr>
          <p:cNvPr id="2" name="Picture 1" descr="A blue and white logo&#10;&#10;AI-generated content may be incorrect.">
            <a:extLst>
              <a:ext uri="{FF2B5EF4-FFF2-40B4-BE49-F238E27FC236}">
                <a16:creationId xmlns:a16="http://schemas.microsoft.com/office/drawing/2014/main" id="{A9866C46-0555-ECF9-38A3-D2C86F637FA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FA75E195-9549-7631-0481-1A3C0BF664D5}"/>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2268515618"/>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8E890-A5F8-28FA-434D-36A3F8F2C6AB}"/>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32AF0EAF-C84B-1DE4-E8BC-525A1F00C498}"/>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81F3D7D4-6B12-70ED-F6AB-D901EB54C002}"/>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2748DDE1-6B74-147F-04C1-15A28B626E11}"/>
              </a:ext>
            </a:extLst>
          </p:cNvPr>
          <p:cNvSpPr txBox="1"/>
          <p:nvPr/>
        </p:nvSpPr>
        <p:spPr>
          <a:xfrm>
            <a:off x="7601726" y="8109104"/>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78FF4405-64B2-9134-EC42-DE4E3290E815}"/>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AFDE29B0-1CB0-EF61-CD5E-AF5588832B49}"/>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98C62240-6233-3BA1-550C-A57C1FEF8289}"/>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CD06399C-3BA9-BE6C-42D0-BC27F091DFB7}"/>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sp>
        <p:nvSpPr>
          <p:cNvPr id="50" name="TextBox 49">
            <a:extLst>
              <a:ext uri="{FF2B5EF4-FFF2-40B4-BE49-F238E27FC236}">
                <a16:creationId xmlns:a16="http://schemas.microsoft.com/office/drawing/2014/main" id="{4A23C01D-1C27-DFCB-8678-25F3EC4E658D}"/>
              </a:ext>
            </a:extLst>
          </p:cNvPr>
          <p:cNvSpPr txBox="1"/>
          <p:nvPr/>
        </p:nvSpPr>
        <p:spPr>
          <a:xfrm>
            <a:off x="7601723" y="-106483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Problem</a:t>
            </a:r>
          </a:p>
        </p:txBody>
      </p:sp>
      <p:grpSp>
        <p:nvGrpSpPr>
          <p:cNvPr id="104" name="Group 103">
            <a:extLst>
              <a:ext uri="{FF2B5EF4-FFF2-40B4-BE49-F238E27FC236}">
                <a16:creationId xmlns:a16="http://schemas.microsoft.com/office/drawing/2014/main" id="{6C4B6E6B-E59D-2F82-7A53-F09F8991196B}"/>
              </a:ext>
            </a:extLst>
          </p:cNvPr>
          <p:cNvGrpSpPr/>
          <p:nvPr/>
        </p:nvGrpSpPr>
        <p:grpSpPr>
          <a:xfrm rot="162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7C53935E-9E2B-9EDF-183B-F587E716C861}"/>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02774D53-7B78-D04D-0BAB-2832301C0AAD}"/>
                </a:ext>
              </a:extLst>
            </p:cNvPr>
            <p:cNvSpPr>
              <a:spLocks noChangeAspect="1"/>
            </p:cNvSpPr>
            <p:nvPr/>
          </p:nvSpPr>
          <p:spPr>
            <a:xfrm>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74567BB3-F2F5-A4A3-DAB9-3A848301046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1165DCBD-B019-CAF5-8A04-4B85666FCCDD}"/>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5400000">
              <a:off x="-13106400" y="-12306300"/>
              <a:ext cx="914400" cy="914400"/>
            </a:xfrm>
            <a:prstGeom prst="rect">
              <a:avLst/>
            </a:prstGeom>
          </p:spPr>
        </p:pic>
        <p:sp>
          <p:nvSpPr>
            <p:cNvPr id="110" name="Oval 109">
              <a:extLst>
                <a:ext uri="{FF2B5EF4-FFF2-40B4-BE49-F238E27FC236}">
                  <a16:creationId xmlns:a16="http://schemas.microsoft.com/office/drawing/2014/main" id="{2DB7D0DC-0E83-8668-9E72-F99DEC4F821D}"/>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CA8DE00F-7EEA-781C-28E8-12088C876C5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6477000" y="-18935700"/>
              <a:ext cx="914400" cy="914400"/>
            </a:xfrm>
            <a:prstGeom prst="rect">
              <a:avLst/>
            </a:prstGeom>
          </p:spPr>
        </p:pic>
        <p:sp>
          <p:nvSpPr>
            <p:cNvPr id="112" name="Oval 111">
              <a:extLst>
                <a:ext uri="{FF2B5EF4-FFF2-40B4-BE49-F238E27FC236}">
                  <a16:creationId xmlns:a16="http://schemas.microsoft.com/office/drawing/2014/main" id="{E596023D-E1C9-005A-2079-6336603597F9}"/>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D3F22569-A2F6-0AFB-8467-441D94134CDA}"/>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5400000">
              <a:off x="-6477000" y="-5676900"/>
              <a:ext cx="914400" cy="914400"/>
            </a:xfrm>
            <a:prstGeom prst="rect">
              <a:avLst/>
            </a:prstGeom>
          </p:spPr>
        </p:pic>
      </p:grpSp>
      <p:sp>
        <p:nvSpPr>
          <p:cNvPr id="3" name="TextBox 2">
            <a:extLst>
              <a:ext uri="{FF2B5EF4-FFF2-40B4-BE49-F238E27FC236}">
                <a16:creationId xmlns:a16="http://schemas.microsoft.com/office/drawing/2014/main" id="{6CF2A61C-1EFC-302F-1206-A0FD23E918A7}"/>
              </a:ext>
            </a:extLst>
          </p:cNvPr>
          <p:cNvSpPr txBox="1"/>
          <p:nvPr/>
        </p:nvSpPr>
        <p:spPr>
          <a:xfrm>
            <a:off x="7601722" y="2921179"/>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Solution</a:t>
            </a:r>
          </a:p>
        </p:txBody>
      </p:sp>
      <p:pic>
        <p:nvPicPr>
          <p:cNvPr id="2" name="Picture 1" descr="A blue and white logo&#10;&#10;AI-generated content may be incorrect.">
            <a:extLst>
              <a:ext uri="{FF2B5EF4-FFF2-40B4-BE49-F238E27FC236}">
                <a16:creationId xmlns:a16="http://schemas.microsoft.com/office/drawing/2014/main" id="{E1CF0737-6E6C-8423-587A-0DCDDD6173F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3334D98F-D2AE-91A5-0719-8B954F17C216}"/>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2609153001"/>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9EA9D-35A5-E6DA-F5B9-7020F1BF3800}"/>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091EC24C-C26C-614A-21B2-EAD8D46646C1}"/>
              </a:ext>
            </a:extLst>
          </p:cNvPr>
          <p:cNvSpPr txBox="1"/>
          <p:nvPr/>
        </p:nvSpPr>
        <p:spPr>
          <a:xfrm>
            <a:off x="2472620" y="2228671"/>
            <a:ext cx="7246759"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Solution</a:t>
            </a:r>
          </a:p>
        </p:txBody>
      </p:sp>
    </p:spTree>
    <p:extLst>
      <p:ext uri="{BB962C8B-B14F-4D97-AF65-F5344CB8AC3E}">
        <p14:creationId xmlns:p14="http://schemas.microsoft.com/office/powerpoint/2010/main" val="299820839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9E59C-FA11-972E-5AA0-E55EECFB539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6AA6928-457F-7B6C-3E5D-E2727A20A237}"/>
              </a:ext>
            </a:extLst>
          </p:cNvPr>
          <p:cNvSpPr/>
          <p:nvPr/>
        </p:nvSpPr>
        <p:spPr>
          <a:xfrm>
            <a:off x="4799045"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32395A51-0503-B005-A3FC-9E5E2FC20389}"/>
              </a:ext>
            </a:extLst>
          </p:cNvPr>
          <p:cNvSpPr/>
          <p:nvPr/>
        </p:nvSpPr>
        <p:spPr>
          <a:xfrm>
            <a:off x="8988490"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165F8206-9A30-7E38-5360-AFE0D09A59FB}"/>
              </a:ext>
            </a:extLst>
          </p:cNvPr>
          <p:cNvSpPr/>
          <p:nvPr/>
        </p:nvSpPr>
        <p:spPr>
          <a:xfrm>
            <a:off x="609600"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2F55ED8C-63E2-0E50-2EB6-360870FD21F5}"/>
              </a:ext>
            </a:extLst>
          </p:cNvPr>
          <p:cNvSpPr txBox="1"/>
          <p:nvPr/>
        </p:nvSpPr>
        <p:spPr>
          <a:xfrm>
            <a:off x="780365" y="67015"/>
            <a:ext cx="17272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Solution</a:t>
            </a:r>
          </a:p>
        </p:txBody>
      </p:sp>
      <p:pic>
        <p:nvPicPr>
          <p:cNvPr id="9" name="Graphic 8" descr="Old Key with solid fill">
            <a:extLst>
              <a:ext uri="{FF2B5EF4-FFF2-40B4-BE49-F238E27FC236}">
                <a16:creationId xmlns:a16="http://schemas.microsoft.com/office/drawing/2014/main" id="{95B6F4D5-56E0-E3F0-AC3F-D600483B5AA4}"/>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0" y="-1"/>
            <a:ext cx="780365" cy="780365"/>
          </a:xfrm>
          <a:prstGeom prst="rect">
            <a:avLst/>
          </a:prstGeom>
        </p:spPr>
      </p:pic>
      <p:cxnSp>
        <p:nvCxnSpPr>
          <p:cNvPr id="11" name="Straight Connector 10">
            <a:extLst>
              <a:ext uri="{FF2B5EF4-FFF2-40B4-BE49-F238E27FC236}">
                <a16:creationId xmlns:a16="http://schemas.microsoft.com/office/drawing/2014/main" id="{8E134800-AA12-454C-FC20-76F041A54A0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139676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12EC0-98D5-9731-E400-7F8D5C99D8B2}"/>
            </a:ext>
          </a:extLst>
        </p:cNvPr>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5F912B7B-B6DD-2107-6FD3-DB2D96FF9517}"/>
              </a:ext>
            </a:extLst>
          </p:cNvPr>
          <p:cNvSpPr/>
          <p:nvPr/>
        </p:nvSpPr>
        <p:spPr>
          <a:xfrm>
            <a:off x="4799045"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42A4006-1B9E-50E5-30D0-C399790BFF85}"/>
              </a:ext>
            </a:extLst>
          </p:cNvPr>
          <p:cNvSpPr/>
          <p:nvPr/>
        </p:nvSpPr>
        <p:spPr>
          <a:xfrm>
            <a:off x="8988490"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Rounded Corners 25">
            <a:extLst>
              <a:ext uri="{FF2B5EF4-FFF2-40B4-BE49-F238E27FC236}">
                <a16:creationId xmlns:a16="http://schemas.microsoft.com/office/drawing/2014/main" id="{22340FC8-1B81-0D87-E2D3-BF717BCDBBEF}"/>
              </a:ext>
            </a:extLst>
          </p:cNvPr>
          <p:cNvSpPr/>
          <p:nvPr/>
        </p:nvSpPr>
        <p:spPr>
          <a:xfrm>
            <a:off x="609601" y="1360648"/>
            <a:ext cx="2593909" cy="4663605"/>
          </a:xfrm>
          <a:prstGeom prst="roundRect">
            <a:avLst>
              <a:gd name="adj" fmla="val 20522"/>
            </a:avLst>
          </a:prstGeom>
          <a:gradFill flip="none" rotWithShape="1">
            <a:gsLst>
              <a:gs pos="0">
                <a:srgbClr val="001A40"/>
              </a:gs>
              <a:gs pos="70000">
                <a:srgbClr val="8AB1EB"/>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EBCFE4B-14AB-F6AC-99F2-96CEAB85080B}"/>
              </a:ext>
            </a:extLst>
          </p:cNvPr>
          <p:cNvSpPr txBox="1"/>
          <p:nvPr/>
        </p:nvSpPr>
        <p:spPr>
          <a:xfrm>
            <a:off x="780365" y="67015"/>
            <a:ext cx="17272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Solution</a:t>
            </a:r>
          </a:p>
        </p:txBody>
      </p:sp>
      <p:pic>
        <p:nvPicPr>
          <p:cNvPr id="14" name="Graphic 13" descr="Old Key with solid fill">
            <a:extLst>
              <a:ext uri="{FF2B5EF4-FFF2-40B4-BE49-F238E27FC236}">
                <a16:creationId xmlns:a16="http://schemas.microsoft.com/office/drawing/2014/main" id="{F6B8A77E-9627-17EA-098C-DF8AB3061C9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0" y="-1"/>
            <a:ext cx="780365" cy="780365"/>
          </a:xfrm>
          <a:prstGeom prst="rect">
            <a:avLst/>
          </a:prstGeom>
        </p:spPr>
      </p:pic>
      <p:cxnSp>
        <p:nvCxnSpPr>
          <p:cNvPr id="16" name="Straight Connector 15">
            <a:extLst>
              <a:ext uri="{FF2B5EF4-FFF2-40B4-BE49-F238E27FC236}">
                <a16:creationId xmlns:a16="http://schemas.microsoft.com/office/drawing/2014/main" id="{5EB075B3-D5C8-E139-D396-CA7D63AEDABF}"/>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31A48B3-88D0-A4E6-2B36-1371E8029499}"/>
              </a:ext>
            </a:extLst>
          </p:cNvPr>
          <p:cNvSpPr txBox="1"/>
          <p:nvPr/>
        </p:nvSpPr>
        <p:spPr>
          <a:xfrm>
            <a:off x="382931" y="3400062"/>
            <a:ext cx="3047247" cy="584775"/>
          </a:xfrm>
          <a:prstGeom prst="rect">
            <a:avLst/>
          </a:prstGeom>
          <a:noFill/>
        </p:spPr>
        <p:txBody>
          <a:bodyPr wrap="square" anchor="ctr">
            <a:spAutoFit/>
          </a:bodyPr>
          <a:lstStyle/>
          <a:p>
            <a:pPr algn="ctr"/>
            <a:r>
              <a:rPr lang="en-US" sz="3200" dirty="0" err="1">
                <a:solidFill>
                  <a:srgbClr val="E2E2E2"/>
                </a:solidFill>
                <a:latin typeface="Berlin Sans FB" panose="020E0602020502020306" pitchFamily="34" charset="0"/>
              </a:rPr>
              <a:t>SmartBrace</a:t>
            </a:r>
            <a:endParaRPr lang="en-US" sz="3200" dirty="0">
              <a:solidFill>
                <a:srgbClr val="E2E2E2"/>
              </a:solidFill>
              <a:latin typeface="Berlin Sans FB" panose="020E0602020502020306" pitchFamily="34" charset="0"/>
            </a:endParaRPr>
          </a:p>
        </p:txBody>
      </p:sp>
    </p:spTree>
    <p:extLst>
      <p:ext uri="{BB962C8B-B14F-4D97-AF65-F5344CB8AC3E}">
        <p14:creationId xmlns:p14="http://schemas.microsoft.com/office/powerpoint/2010/main" val="14755479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9AEA-FB39-563B-A919-1FB36F2172B0}"/>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BA229986-DA0C-2C73-F38A-DBD108C59AEF}"/>
              </a:ext>
            </a:extLst>
          </p:cNvPr>
          <p:cNvSpPr/>
          <p:nvPr/>
        </p:nvSpPr>
        <p:spPr>
          <a:xfrm>
            <a:off x="8988490" y="1752600"/>
            <a:ext cx="2593910" cy="4663605"/>
          </a:xfrm>
          <a:prstGeom prst="roundRect">
            <a:avLst>
              <a:gd name="adj" fmla="val 20522"/>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1530D6D8-FF23-A350-02D0-1161677BE7D1}"/>
              </a:ext>
            </a:extLst>
          </p:cNvPr>
          <p:cNvSpPr/>
          <p:nvPr/>
        </p:nvSpPr>
        <p:spPr>
          <a:xfrm>
            <a:off x="4799045" y="1309613"/>
            <a:ext cx="2593910" cy="4663605"/>
          </a:xfrm>
          <a:prstGeom prst="roundRect">
            <a:avLst>
              <a:gd name="adj" fmla="val 20522"/>
            </a:avLst>
          </a:prstGeom>
          <a:gradFill flip="none" rotWithShape="1">
            <a:gsLst>
              <a:gs pos="85000">
                <a:srgbClr val="8AB1EB"/>
              </a:gs>
              <a:gs pos="10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81DAAD76-D436-8249-CCDB-21C0C07E57FB}"/>
              </a:ext>
            </a:extLst>
          </p:cNvPr>
          <p:cNvSpPr/>
          <p:nvPr/>
        </p:nvSpPr>
        <p:spPr>
          <a:xfrm>
            <a:off x="609601" y="1752600"/>
            <a:ext cx="2593909" cy="4663605"/>
          </a:xfrm>
          <a:prstGeom prst="roundRect">
            <a:avLst>
              <a:gd name="adj" fmla="val 20522"/>
            </a:avLst>
          </a:prstGeom>
          <a:gradFill flip="none" rotWithShape="1">
            <a:gsLst>
              <a:gs pos="41000">
                <a:srgbClr val="BBCCE6"/>
              </a:gs>
              <a:gs pos="100000">
                <a:srgbClr val="9CB3D6"/>
              </a:gs>
              <a:gs pos="0">
                <a:srgbClr val="EDF4FF"/>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94B5881-A92D-B270-2FD4-97DC0079C85E}"/>
              </a:ext>
            </a:extLst>
          </p:cNvPr>
          <p:cNvSpPr txBox="1"/>
          <p:nvPr/>
        </p:nvSpPr>
        <p:spPr>
          <a:xfrm>
            <a:off x="780365" y="67015"/>
            <a:ext cx="17272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Solution</a:t>
            </a:r>
          </a:p>
        </p:txBody>
      </p:sp>
      <p:pic>
        <p:nvPicPr>
          <p:cNvPr id="18" name="Graphic 17" descr="Old Key with solid fill">
            <a:extLst>
              <a:ext uri="{FF2B5EF4-FFF2-40B4-BE49-F238E27FC236}">
                <a16:creationId xmlns:a16="http://schemas.microsoft.com/office/drawing/2014/main" id="{485F57DA-51A1-E227-D8DA-5256DD1C6927}"/>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0" y="-1"/>
            <a:ext cx="780365" cy="780365"/>
          </a:xfrm>
          <a:prstGeom prst="rect">
            <a:avLst/>
          </a:prstGeom>
        </p:spPr>
      </p:pic>
      <p:cxnSp>
        <p:nvCxnSpPr>
          <p:cNvPr id="21" name="Straight Connector 20">
            <a:extLst>
              <a:ext uri="{FF2B5EF4-FFF2-40B4-BE49-F238E27FC236}">
                <a16:creationId xmlns:a16="http://schemas.microsoft.com/office/drawing/2014/main" id="{A6170310-EA18-80A0-DFA1-FC55691B74A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800DBAC4-5931-8F65-2846-66EB3C716280}"/>
              </a:ext>
            </a:extLst>
          </p:cNvPr>
          <p:cNvSpPr txBox="1"/>
          <p:nvPr/>
        </p:nvSpPr>
        <p:spPr>
          <a:xfrm>
            <a:off x="368678" y="3792014"/>
            <a:ext cx="3047247" cy="584775"/>
          </a:xfrm>
          <a:prstGeom prst="rect">
            <a:avLst/>
          </a:prstGeom>
          <a:noFill/>
        </p:spPr>
        <p:txBody>
          <a:bodyPr wrap="square" anchor="ctr">
            <a:spAutoFit/>
          </a:bodyPr>
          <a:lstStyle/>
          <a:p>
            <a:pPr algn="ctr"/>
            <a:r>
              <a:rPr lang="en-US" sz="3200" dirty="0" err="1">
                <a:solidFill>
                  <a:srgbClr val="0C355D"/>
                </a:solidFill>
                <a:latin typeface="Berlin Sans FB" panose="020E0602020502020306" pitchFamily="34" charset="0"/>
              </a:rPr>
              <a:t>SmartBrace</a:t>
            </a:r>
            <a:endParaRPr lang="en-US" sz="3200" dirty="0">
              <a:solidFill>
                <a:srgbClr val="0C355D"/>
              </a:solidFill>
              <a:latin typeface="Berlin Sans FB" panose="020E0602020502020306" pitchFamily="34" charset="0"/>
            </a:endParaRPr>
          </a:p>
        </p:txBody>
      </p:sp>
      <p:sp>
        <p:nvSpPr>
          <p:cNvPr id="25" name="TextBox 24">
            <a:extLst>
              <a:ext uri="{FF2B5EF4-FFF2-40B4-BE49-F238E27FC236}">
                <a16:creationId xmlns:a16="http://schemas.microsoft.com/office/drawing/2014/main" id="{D8B5B87F-97E1-99B7-E29B-C149584F7783}"/>
              </a:ext>
            </a:extLst>
          </p:cNvPr>
          <p:cNvSpPr txBox="1"/>
          <p:nvPr/>
        </p:nvSpPr>
        <p:spPr>
          <a:xfrm>
            <a:off x="4572376" y="3349027"/>
            <a:ext cx="3047247" cy="584775"/>
          </a:xfrm>
          <a:prstGeom prst="rect">
            <a:avLst/>
          </a:prstGeom>
          <a:noFill/>
        </p:spPr>
        <p:txBody>
          <a:bodyPr wrap="square" anchor="ctr">
            <a:spAutoFit/>
          </a:bodyPr>
          <a:lstStyle/>
          <a:p>
            <a:pPr algn="ctr"/>
            <a:r>
              <a:rPr lang="en-US" sz="3200" dirty="0">
                <a:solidFill>
                  <a:srgbClr val="E2E2E2"/>
                </a:solidFill>
                <a:latin typeface="Berlin Sans FB" panose="020E0602020502020306" pitchFamily="34" charset="0"/>
              </a:rPr>
              <a:t>Application</a:t>
            </a:r>
          </a:p>
        </p:txBody>
      </p:sp>
    </p:spTree>
    <p:extLst>
      <p:ext uri="{BB962C8B-B14F-4D97-AF65-F5344CB8AC3E}">
        <p14:creationId xmlns:p14="http://schemas.microsoft.com/office/powerpoint/2010/main" val="26297901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6248-0B97-E8DA-F948-150D6A9B1E84}"/>
            </a:ext>
          </a:extLst>
        </p:cNvPr>
        <p:cNvGrpSpPr/>
        <p:nvPr/>
      </p:nvGrpSpPr>
      <p:grpSpPr>
        <a:xfrm>
          <a:off x="0" y="0"/>
          <a:ext cx="0" cy="0"/>
          <a:chOff x="0" y="0"/>
          <a:chExt cx="0" cy="0"/>
        </a:xfrm>
      </p:grpSpPr>
      <p:sp>
        <p:nvSpPr>
          <p:cNvPr id="15" name="Rectangle: Rounded Corners 14">
            <a:extLst>
              <a:ext uri="{FF2B5EF4-FFF2-40B4-BE49-F238E27FC236}">
                <a16:creationId xmlns:a16="http://schemas.microsoft.com/office/drawing/2014/main" id="{17BA2FC1-B24F-C36A-0C46-013EC820A149}"/>
              </a:ext>
            </a:extLst>
          </p:cNvPr>
          <p:cNvSpPr/>
          <p:nvPr/>
        </p:nvSpPr>
        <p:spPr>
          <a:xfrm>
            <a:off x="4799045" y="1752600"/>
            <a:ext cx="2593909" cy="4663605"/>
          </a:xfrm>
          <a:prstGeom prst="roundRect">
            <a:avLst>
              <a:gd name="adj" fmla="val 20522"/>
            </a:avLst>
          </a:prstGeom>
          <a:gradFill flip="none" rotWithShape="1">
            <a:gsLst>
              <a:gs pos="41000">
                <a:srgbClr val="BBCCE6"/>
              </a:gs>
              <a:gs pos="100000">
                <a:srgbClr val="9CB3D6"/>
              </a:gs>
              <a:gs pos="0">
                <a:schemeClr val="bg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556910C6-C753-90ED-775E-69A3B9FCC963}"/>
              </a:ext>
            </a:extLst>
          </p:cNvPr>
          <p:cNvSpPr/>
          <p:nvPr/>
        </p:nvSpPr>
        <p:spPr>
          <a:xfrm>
            <a:off x="8988490" y="1309613"/>
            <a:ext cx="2593910" cy="4710241"/>
          </a:xfrm>
          <a:prstGeom prst="roundRect">
            <a:avLst>
              <a:gd name="adj" fmla="val 20522"/>
            </a:avLst>
          </a:prstGeom>
          <a:gradFill>
            <a:gsLst>
              <a:gs pos="85000">
                <a:srgbClr val="8AB1EB"/>
              </a:gs>
              <a:gs pos="10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Rounded Corners 17">
            <a:extLst>
              <a:ext uri="{FF2B5EF4-FFF2-40B4-BE49-F238E27FC236}">
                <a16:creationId xmlns:a16="http://schemas.microsoft.com/office/drawing/2014/main" id="{47E85AE1-AC94-2AFC-88A7-0EB70B96E3DE}"/>
              </a:ext>
            </a:extLst>
          </p:cNvPr>
          <p:cNvSpPr/>
          <p:nvPr/>
        </p:nvSpPr>
        <p:spPr>
          <a:xfrm>
            <a:off x="609601" y="1752600"/>
            <a:ext cx="2593909" cy="4663605"/>
          </a:xfrm>
          <a:prstGeom prst="roundRect">
            <a:avLst>
              <a:gd name="adj" fmla="val 20522"/>
            </a:avLst>
          </a:prstGeom>
          <a:gradFill flip="none" rotWithShape="1">
            <a:gsLst>
              <a:gs pos="41000">
                <a:srgbClr val="BBCCE6"/>
              </a:gs>
              <a:gs pos="100000">
                <a:srgbClr val="9CB3D6"/>
              </a:gs>
              <a:gs pos="0">
                <a:srgbClr val="EDF4FF"/>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C682A36-C872-0EE8-10D8-44480A06D751}"/>
              </a:ext>
            </a:extLst>
          </p:cNvPr>
          <p:cNvSpPr txBox="1"/>
          <p:nvPr/>
        </p:nvSpPr>
        <p:spPr>
          <a:xfrm>
            <a:off x="780365" y="67015"/>
            <a:ext cx="17272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Solution</a:t>
            </a:r>
          </a:p>
        </p:txBody>
      </p:sp>
      <p:pic>
        <p:nvPicPr>
          <p:cNvPr id="12" name="Graphic 11" descr="Old Key with solid fill">
            <a:extLst>
              <a:ext uri="{FF2B5EF4-FFF2-40B4-BE49-F238E27FC236}">
                <a16:creationId xmlns:a16="http://schemas.microsoft.com/office/drawing/2014/main" id="{776F3DD1-83C9-4A78-84AB-07AC4266E7C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0" y="-1"/>
            <a:ext cx="780365" cy="780365"/>
          </a:xfrm>
          <a:prstGeom prst="rect">
            <a:avLst/>
          </a:prstGeom>
        </p:spPr>
      </p:pic>
      <p:cxnSp>
        <p:nvCxnSpPr>
          <p:cNvPr id="14" name="Straight Connector 13">
            <a:extLst>
              <a:ext uri="{FF2B5EF4-FFF2-40B4-BE49-F238E27FC236}">
                <a16:creationId xmlns:a16="http://schemas.microsoft.com/office/drawing/2014/main" id="{52C35639-9835-FBC5-C15F-B7492CA453D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9E4BEFCD-C41B-7207-3789-7C554E4C7615}"/>
              </a:ext>
            </a:extLst>
          </p:cNvPr>
          <p:cNvSpPr txBox="1"/>
          <p:nvPr/>
        </p:nvSpPr>
        <p:spPr>
          <a:xfrm>
            <a:off x="368678" y="3792014"/>
            <a:ext cx="3047247" cy="584775"/>
          </a:xfrm>
          <a:prstGeom prst="rect">
            <a:avLst/>
          </a:prstGeom>
          <a:noFill/>
        </p:spPr>
        <p:txBody>
          <a:bodyPr wrap="square" anchor="ctr">
            <a:spAutoFit/>
          </a:bodyPr>
          <a:lstStyle/>
          <a:p>
            <a:pPr algn="ctr"/>
            <a:r>
              <a:rPr lang="en-US" sz="3200" dirty="0" err="1">
                <a:solidFill>
                  <a:srgbClr val="0C355D"/>
                </a:solidFill>
                <a:latin typeface="Berlin Sans FB" panose="020E0602020502020306" pitchFamily="34" charset="0"/>
              </a:rPr>
              <a:t>SmartBrace</a:t>
            </a:r>
            <a:endParaRPr lang="en-US" sz="3200" dirty="0">
              <a:solidFill>
                <a:srgbClr val="0C355D"/>
              </a:solidFill>
              <a:latin typeface="Berlin Sans FB" panose="020E0602020502020306" pitchFamily="34" charset="0"/>
            </a:endParaRPr>
          </a:p>
        </p:txBody>
      </p:sp>
      <p:sp>
        <p:nvSpPr>
          <p:cNvPr id="19" name="TextBox 18">
            <a:extLst>
              <a:ext uri="{FF2B5EF4-FFF2-40B4-BE49-F238E27FC236}">
                <a16:creationId xmlns:a16="http://schemas.microsoft.com/office/drawing/2014/main" id="{FC9308D7-6068-A3FF-FC60-B45D25936054}"/>
              </a:ext>
            </a:extLst>
          </p:cNvPr>
          <p:cNvSpPr txBox="1"/>
          <p:nvPr/>
        </p:nvSpPr>
        <p:spPr>
          <a:xfrm>
            <a:off x="4572376" y="3792014"/>
            <a:ext cx="3047247" cy="584775"/>
          </a:xfrm>
          <a:prstGeom prst="rect">
            <a:avLst/>
          </a:prstGeom>
          <a:noFill/>
        </p:spPr>
        <p:txBody>
          <a:bodyPr wrap="square" anchor="ctr">
            <a:spAutoFit/>
          </a:bodyPr>
          <a:lstStyle/>
          <a:p>
            <a:pPr algn="ctr"/>
            <a:r>
              <a:rPr lang="en-US" sz="3200" dirty="0">
                <a:solidFill>
                  <a:srgbClr val="0C355D"/>
                </a:solidFill>
                <a:latin typeface="Berlin Sans FB" panose="020E0602020502020306" pitchFamily="34" charset="0"/>
              </a:rPr>
              <a:t>Application</a:t>
            </a:r>
          </a:p>
        </p:txBody>
      </p:sp>
      <p:sp>
        <p:nvSpPr>
          <p:cNvPr id="20" name="TextBox 19">
            <a:extLst>
              <a:ext uri="{FF2B5EF4-FFF2-40B4-BE49-F238E27FC236}">
                <a16:creationId xmlns:a16="http://schemas.microsoft.com/office/drawing/2014/main" id="{6BFEB9C4-2187-D0DE-56ED-E9EC29DF0BD5}"/>
              </a:ext>
            </a:extLst>
          </p:cNvPr>
          <p:cNvSpPr txBox="1"/>
          <p:nvPr/>
        </p:nvSpPr>
        <p:spPr>
          <a:xfrm>
            <a:off x="8761821" y="3372345"/>
            <a:ext cx="3047247" cy="584775"/>
          </a:xfrm>
          <a:prstGeom prst="rect">
            <a:avLst/>
          </a:prstGeom>
          <a:noFill/>
        </p:spPr>
        <p:txBody>
          <a:bodyPr wrap="square" anchor="ctr">
            <a:spAutoFit/>
          </a:bodyPr>
          <a:lstStyle/>
          <a:p>
            <a:pPr algn="ctr"/>
            <a:r>
              <a:rPr lang="en-US" sz="3200" dirty="0">
                <a:solidFill>
                  <a:srgbClr val="E2E2E2"/>
                </a:solidFill>
                <a:latin typeface="Berlin Sans FB" panose="020E0602020502020306" pitchFamily="34" charset="0"/>
              </a:rPr>
              <a:t>Website</a:t>
            </a:r>
          </a:p>
        </p:txBody>
      </p:sp>
    </p:spTree>
    <p:extLst>
      <p:ext uri="{BB962C8B-B14F-4D97-AF65-F5344CB8AC3E}">
        <p14:creationId xmlns:p14="http://schemas.microsoft.com/office/powerpoint/2010/main" val="246475052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BCB2D-DA31-E58B-1385-417F8E841308}"/>
            </a:ext>
          </a:extLst>
        </p:cNvPr>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641A562B-A35D-7183-D425-374856295B01}"/>
              </a:ext>
            </a:extLst>
          </p:cNvPr>
          <p:cNvSpPr/>
          <p:nvPr/>
        </p:nvSpPr>
        <p:spPr>
          <a:xfrm>
            <a:off x="609601" y="1752600"/>
            <a:ext cx="2593909" cy="4663605"/>
          </a:xfrm>
          <a:prstGeom prst="roundRect">
            <a:avLst>
              <a:gd name="adj" fmla="val 20522"/>
            </a:avLst>
          </a:prstGeom>
          <a:gradFill flip="none" rotWithShape="1">
            <a:gsLst>
              <a:gs pos="41000">
                <a:srgbClr val="BBCCE6"/>
              </a:gs>
              <a:gs pos="100000">
                <a:srgbClr val="9CB3D6"/>
              </a:gs>
              <a:gs pos="0">
                <a:srgbClr val="EDF4FF"/>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BCFF62A-4275-E6A1-9164-78498C528DCC}"/>
              </a:ext>
            </a:extLst>
          </p:cNvPr>
          <p:cNvSpPr/>
          <p:nvPr/>
        </p:nvSpPr>
        <p:spPr>
          <a:xfrm>
            <a:off x="4799045" y="1752600"/>
            <a:ext cx="2593909" cy="4663605"/>
          </a:xfrm>
          <a:prstGeom prst="roundRect">
            <a:avLst>
              <a:gd name="adj" fmla="val 20522"/>
            </a:avLst>
          </a:prstGeom>
          <a:gradFill flip="none" rotWithShape="1">
            <a:gsLst>
              <a:gs pos="41000">
                <a:srgbClr val="BBCCE6"/>
              </a:gs>
              <a:gs pos="100000">
                <a:srgbClr val="9CB3D6"/>
              </a:gs>
              <a:gs pos="0">
                <a:schemeClr val="bg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CF8CB9A-8069-7F89-7115-0F57414E4EE3}"/>
              </a:ext>
            </a:extLst>
          </p:cNvPr>
          <p:cNvSpPr/>
          <p:nvPr/>
        </p:nvSpPr>
        <p:spPr>
          <a:xfrm>
            <a:off x="8988490" y="1752600"/>
            <a:ext cx="2593909" cy="4663605"/>
          </a:xfrm>
          <a:prstGeom prst="roundRect">
            <a:avLst>
              <a:gd name="adj" fmla="val 20522"/>
            </a:avLst>
          </a:prstGeom>
          <a:gradFill flip="none" rotWithShape="1">
            <a:gsLst>
              <a:gs pos="41000">
                <a:srgbClr val="BBCCE6"/>
              </a:gs>
              <a:gs pos="100000">
                <a:srgbClr val="9CB3D6"/>
              </a:gs>
              <a:gs pos="0">
                <a:schemeClr val="bg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1BB49A1-04C6-FB98-AF9D-1852CD4297F5}"/>
              </a:ext>
            </a:extLst>
          </p:cNvPr>
          <p:cNvSpPr txBox="1"/>
          <p:nvPr/>
        </p:nvSpPr>
        <p:spPr>
          <a:xfrm>
            <a:off x="780365" y="67015"/>
            <a:ext cx="17272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Solution</a:t>
            </a:r>
          </a:p>
        </p:txBody>
      </p:sp>
      <p:pic>
        <p:nvPicPr>
          <p:cNvPr id="14" name="Graphic 13" descr="Old Key with solid fill">
            <a:extLst>
              <a:ext uri="{FF2B5EF4-FFF2-40B4-BE49-F238E27FC236}">
                <a16:creationId xmlns:a16="http://schemas.microsoft.com/office/drawing/2014/main" id="{833C7BA3-16D3-7816-B616-AA4782BF079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0" y="-1"/>
            <a:ext cx="780365" cy="780365"/>
          </a:xfrm>
          <a:prstGeom prst="rect">
            <a:avLst/>
          </a:prstGeom>
        </p:spPr>
      </p:pic>
      <p:cxnSp>
        <p:nvCxnSpPr>
          <p:cNvPr id="16" name="Straight Connector 15">
            <a:extLst>
              <a:ext uri="{FF2B5EF4-FFF2-40B4-BE49-F238E27FC236}">
                <a16:creationId xmlns:a16="http://schemas.microsoft.com/office/drawing/2014/main" id="{CAD70D02-66DA-3E2C-88CA-0E42D766B739}"/>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504345BC-E5CF-4F18-945D-BF5ED705F9AA}"/>
              </a:ext>
            </a:extLst>
          </p:cNvPr>
          <p:cNvSpPr txBox="1"/>
          <p:nvPr/>
        </p:nvSpPr>
        <p:spPr>
          <a:xfrm>
            <a:off x="368678" y="3792014"/>
            <a:ext cx="3047247" cy="584775"/>
          </a:xfrm>
          <a:prstGeom prst="rect">
            <a:avLst/>
          </a:prstGeom>
          <a:noFill/>
        </p:spPr>
        <p:txBody>
          <a:bodyPr wrap="square" anchor="ctr">
            <a:spAutoFit/>
          </a:bodyPr>
          <a:lstStyle/>
          <a:p>
            <a:pPr algn="ctr"/>
            <a:r>
              <a:rPr lang="en-US" sz="3200" dirty="0" err="1">
                <a:solidFill>
                  <a:srgbClr val="0C355D"/>
                </a:solidFill>
                <a:latin typeface="Berlin Sans FB" panose="020E0602020502020306" pitchFamily="34" charset="0"/>
              </a:rPr>
              <a:t>SmartBrace</a:t>
            </a:r>
            <a:endParaRPr lang="en-US" sz="3200" dirty="0">
              <a:solidFill>
                <a:srgbClr val="0C355D"/>
              </a:solidFill>
              <a:latin typeface="Berlin Sans FB" panose="020E0602020502020306" pitchFamily="34" charset="0"/>
            </a:endParaRPr>
          </a:p>
        </p:txBody>
      </p:sp>
      <p:sp>
        <p:nvSpPr>
          <p:cNvPr id="18" name="TextBox 17">
            <a:extLst>
              <a:ext uri="{FF2B5EF4-FFF2-40B4-BE49-F238E27FC236}">
                <a16:creationId xmlns:a16="http://schemas.microsoft.com/office/drawing/2014/main" id="{64F86F82-56A1-A7F8-7E80-24A6FBE70CE6}"/>
              </a:ext>
            </a:extLst>
          </p:cNvPr>
          <p:cNvSpPr txBox="1"/>
          <p:nvPr/>
        </p:nvSpPr>
        <p:spPr>
          <a:xfrm>
            <a:off x="4572376" y="3792014"/>
            <a:ext cx="3047247" cy="584775"/>
          </a:xfrm>
          <a:prstGeom prst="rect">
            <a:avLst/>
          </a:prstGeom>
          <a:noFill/>
        </p:spPr>
        <p:txBody>
          <a:bodyPr wrap="square" anchor="ctr">
            <a:spAutoFit/>
          </a:bodyPr>
          <a:lstStyle/>
          <a:p>
            <a:pPr algn="ctr"/>
            <a:r>
              <a:rPr lang="en-US" sz="3200" dirty="0">
                <a:solidFill>
                  <a:srgbClr val="0C355D"/>
                </a:solidFill>
                <a:latin typeface="Berlin Sans FB" panose="020E0602020502020306" pitchFamily="34" charset="0"/>
              </a:rPr>
              <a:t>Application</a:t>
            </a:r>
          </a:p>
        </p:txBody>
      </p:sp>
      <p:sp>
        <p:nvSpPr>
          <p:cNvPr id="19" name="TextBox 18">
            <a:extLst>
              <a:ext uri="{FF2B5EF4-FFF2-40B4-BE49-F238E27FC236}">
                <a16:creationId xmlns:a16="http://schemas.microsoft.com/office/drawing/2014/main" id="{11D688F2-1BC6-2AA8-8CDD-01F81059F334}"/>
              </a:ext>
            </a:extLst>
          </p:cNvPr>
          <p:cNvSpPr txBox="1"/>
          <p:nvPr/>
        </p:nvSpPr>
        <p:spPr>
          <a:xfrm>
            <a:off x="8761820" y="3792013"/>
            <a:ext cx="3047247" cy="584775"/>
          </a:xfrm>
          <a:prstGeom prst="rect">
            <a:avLst/>
          </a:prstGeom>
          <a:noFill/>
        </p:spPr>
        <p:txBody>
          <a:bodyPr wrap="square" anchor="ctr">
            <a:spAutoFit/>
          </a:bodyPr>
          <a:lstStyle/>
          <a:p>
            <a:pPr algn="ctr"/>
            <a:r>
              <a:rPr lang="en-US" sz="3200" dirty="0">
                <a:solidFill>
                  <a:srgbClr val="0C355D"/>
                </a:solidFill>
                <a:latin typeface="Berlin Sans FB" panose="020E0602020502020306" pitchFamily="34" charset="0"/>
              </a:rPr>
              <a:t>Website</a:t>
            </a:r>
          </a:p>
        </p:txBody>
      </p:sp>
    </p:spTree>
    <p:extLst>
      <p:ext uri="{BB962C8B-B14F-4D97-AF65-F5344CB8AC3E}">
        <p14:creationId xmlns:p14="http://schemas.microsoft.com/office/powerpoint/2010/main" val="102942078"/>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3639E-8B5F-99F5-CA41-28CE886144A0}"/>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E962DE82-75CF-6274-3803-0242F583287C}"/>
              </a:ext>
            </a:extLst>
          </p:cNvPr>
          <p:cNvSpPr txBox="1"/>
          <p:nvPr/>
        </p:nvSpPr>
        <p:spPr>
          <a:xfrm>
            <a:off x="2472620" y="2228671"/>
            <a:ext cx="7246759"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Solution</a:t>
            </a:r>
          </a:p>
        </p:txBody>
      </p:sp>
    </p:spTree>
    <p:extLst>
      <p:ext uri="{BB962C8B-B14F-4D97-AF65-F5344CB8AC3E}">
        <p14:creationId xmlns:p14="http://schemas.microsoft.com/office/powerpoint/2010/main" val="2443156523"/>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E5B3B-4023-AE65-86EC-57FC5FFD5A81}"/>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84A577C3-1661-D47B-AA42-93F1711E96B9}"/>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DFF39B1C-06E9-EE69-EDA2-812388A4C5B4}"/>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5032EF4D-7C0F-BB15-A6C7-B9DB61A85017}"/>
              </a:ext>
            </a:extLst>
          </p:cNvPr>
          <p:cNvSpPr txBox="1"/>
          <p:nvPr/>
        </p:nvSpPr>
        <p:spPr>
          <a:xfrm>
            <a:off x="7601726" y="8109104"/>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AE7A8FEE-CF57-C108-2001-0B632278B726}"/>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8E7CB5B4-6DCC-ACB4-E961-644E42F46075}"/>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26BF48AF-8CB4-6F92-E281-1226643B9EDA}"/>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36390306-AD7F-35F0-4553-A166D0B21D27}"/>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8C9486C2-07C8-6D31-DB30-5E788D8DE011}"/>
              </a:ext>
            </a:extLst>
          </p:cNvPr>
          <p:cNvGrpSpPr/>
          <p:nvPr/>
        </p:nvGrpSpPr>
        <p:grpSpPr>
          <a:xfrm rot="162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3445DBAF-2600-D8E0-F398-49AFF4B5E9F0}"/>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362E21BF-EEBB-E5A8-AB15-AF32609EE56A}"/>
                </a:ext>
              </a:extLst>
            </p:cNvPr>
            <p:cNvSpPr>
              <a:spLocks noChangeAspect="1"/>
            </p:cNvSpPr>
            <p:nvPr/>
          </p:nvSpPr>
          <p:spPr>
            <a:xfrm>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37D4AA8B-0C7E-0378-39F2-DA74419690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1DC529DC-B986-D7DB-61F6-33EF001EA256}"/>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5400000">
              <a:off x="-13106400" y="-12306300"/>
              <a:ext cx="914400" cy="914400"/>
            </a:xfrm>
            <a:prstGeom prst="rect">
              <a:avLst/>
            </a:prstGeom>
          </p:spPr>
        </p:pic>
        <p:sp>
          <p:nvSpPr>
            <p:cNvPr id="110" name="Oval 109">
              <a:extLst>
                <a:ext uri="{FF2B5EF4-FFF2-40B4-BE49-F238E27FC236}">
                  <a16:creationId xmlns:a16="http://schemas.microsoft.com/office/drawing/2014/main" id="{F1325FE2-5F3D-B57D-7EEF-69C96CE3073A}"/>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681C5C3E-733B-F8D8-8457-48118B54553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5400000">
              <a:off x="-6477000" y="-18935700"/>
              <a:ext cx="914400" cy="914400"/>
            </a:xfrm>
            <a:prstGeom prst="rect">
              <a:avLst/>
            </a:prstGeom>
          </p:spPr>
        </p:pic>
        <p:sp>
          <p:nvSpPr>
            <p:cNvPr id="112" name="Oval 111">
              <a:extLst>
                <a:ext uri="{FF2B5EF4-FFF2-40B4-BE49-F238E27FC236}">
                  <a16:creationId xmlns:a16="http://schemas.microsoft.com/office/drawing/2014/main" id="{69A803C9-7CF7-B658-628E-548F8D64D3A9}"/>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33F1782E-EF37-66EC-DDEA-2EAF70BFC41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5400000">
              <a:off x="-6477000" y="-5676900"/>
              <a:ext cx="914400" cy="914400"/>
            </a:xfrm>
            <a:prstGeom prst="rect">
              <a:avLst/>
            </a:prstGeom>
          </p:spPr>
        </p:pic>
      </p:grpSp>
      <p:sp>
        <p:nvSpPr>
          <p:cNvPr id="3" name="TextBox 2">
            <a:extLst>
              <a:ext uri="{FF2B5EF4-FFF2-40B4-BE49-F238E27FC236}">
                <a16:creationId xmlns:a16="http://schemas.microsoft.com/office/drawing/2014/main" id="{2A4224AE-6648-8E19-30FF-3D6C678861F2}"/>
              </a:ext>
            </a:extLst>
          </p:cNvPr>
          <p:cNvSpPr txBox="1"/>
          <p:nvPr/>
        </p:nvSpPr>
        <p:spPr>
          <a:xfrm>
            <a:off x="7601722" y="2921167"/>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Solution</a:t>
            </a:r>
          </a:p>
        </p:txBody>
      </p:sp>
      <p:pic>
        <p:nvPicPr>
          <p:cNvPr id="2" name="Picture 1" descr="A blue and white logo&#10;&#10;AI-generated content may be incorrect.">
            <a:extLst>
              <a:ext uri="{FF2B5EF4-FFF2-40B4-BE49-F238E27FC236}">
                <a16:creationId xmlns:a16="http://schemas.microsoft.com/office/drawing/2014/main" id="{AE04D0DC-7082-DA49-2575-456CCDD043F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6DE1AF9C-5842-2817-6B5F-2CA54CB7A575}"/>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643141319"/>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9AB91-F90A-20F1-1B79-041E409DB1AD}"/>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4C955FF3-72DD-01A6-D590-9FF20EE953B0}"/>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8F238D31-1442-33E5-4B33-40C935846607}"/>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444CF34E-E3AE-8A4F-0121-BD3BFC3DB753}"/>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35D6698E-4582-8685-44D0-84FBFDBB3486}"/>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226600EC-FBDB-3275-0EC2-C30001A0D24E}"/>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53E9445B-156B-61CB-C3D7-F010D913A089}"/>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31D725D0-4B1D-08CE-B819-33B5C915F30E}"/>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6CCF8632-19CC-17F8-108D-89F8E85DFACA}"/>
              </a:ext>
            </a:extLst>
          </p:cNvPr>
          <p:cNvGrpSpPr/>
          <p:nvPr/>
        </p:nvGrpSpPr>
        <p:grpSpPr>
          <a:xfrm rot="108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63CB2FF6-FE9B-7BB7-364A-CF640D72A977}"/>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D5A3E034-DBAD-2BD1-51F1-8EE20030A116}"/>
                </a:ext>
              </a:extLst>
            </p:cNvPr>
            <p:cNvSpPr>
              <a:spLocks noChangeAspect="1"/>
            </p:cNvSpPr>
            <p:nvPr/>
          </p:nvSpPr>
          <p:spPr>
            <a:xfrm rot="10800000">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AAF81E73-03AB-6CA0-32C8-A0117DEBFB1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71FA4D42-CD17-F176-36F2-E964B82C6BB9}"/>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10800000">
              <a:off x="-13106400" y="-12306300"/>
              <a:ext cx="914400" cy="914400"/>
            </a:xfrm>
            <a:prstGeom prst="rect">
              <a:avLst/>
            </a:prstGeom>
          </p:spPr>
        </p:pic>
        <p:sp>
          <p:nvSpPr>
            <p:cNvPr id="110" name="Oval 109">
              <a:extLst>
                <a:ext uri="{FF2B5EF4-FFF2-40B4-BE49-F238E27FC236}">
                  <a16:creationId xmlns:a16="http://schemas.microsoft.com/office/drawing/2014/main" id="{435B225D-1DE0-E94E-B6E5-D24D88DB5A3B}"/>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10D15FAA-88EC-A3C9-C6D5-CD63403112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6477000" y="-18935700"/>
              <a:ext cx="914400" cy="914400"/>
            </a:xfrm>
            <a:prstGeom prst="rect">
              <a:avLst/>
            </a:prstGeom>
          </p:spPr>
        </p:pic>
        <p:sp>
          <p:nvSpPr>
            <p:cNvPr id="112" name="Oval 111">
              <a:extLst>
                <a:ext uri="{FF2B5EF4-FFF2-40B4-BE49-F238E27FC236}">
                  <a16:creationId xmlns:a16="http://schemas.microsoft.com/office/drawing/2014/main" id="{1F1058EF-8FF1-94DF-7B70-0699E5C8A089}"/>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6F395213-C285-D4B4-8BD0-CB613F1EFD7A}"/>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10800000">
              <a:off x="-6477000" y="-5676900"/>
              <a:ext cx="914400" cy="914400"/>
            </a:xfrm>
            <a:prstGeom prst="rect">
              <a:avLst/>
            </a:prstGeom>
          </p:spPr>
        </p:pic>
      </p:grpSp>
      <p:sp>
        <p:nvSpPr>
          <p:cNvPr id="3" name="TextBox 2">
            <a:extLst>
              <a:ext uri="{FF2B5EF4-FFF2-40B4-BE49-F238E27FC236}">
                <a16:creationId xmlns:a16="http://schemas.microsoft.com/office/drawing/2014/main" id="{616C8702-0368-4F83-0AEF-FDA87EFCC3E7}"/>
              </a:ext>
            </a:extLst>
          </p:cNvPr>
          <p:cNvSpPr txBox="1"/>
          <p:nvPr/>
        </p:nvSpPr>
        <p:spPr>
          <a:xfrm>
            <a:off x="7601722" y="-115995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Solution</a:t>
            </a:r>
          </a:p>
        </p:txBody>
      </p:sp>
      <p:pic>
        <p:nvPicPr>
          <p:cNvPr id="2" name="Picture 1" descr="A blue and white logo&#10;&#10;AI-generated content may be incorrect.">
            <a:extLst>
              <a:ext uri="{FF2B5EF4-FFF2-40B4-BE49-F238E27FC236}">
                <a16:creationId xmlns:a16="http://schemas.microsoft.com/office/drawing/2014/main" id="{5C858CE5-2394-17DF-E815-6F202EE2D6E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4A80BC5E-9B54-31CA-177E-7F56276CD395}"/>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4019255100"/>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D45F-366A-AF4E-9E72-6352E51FEF1A}"/>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176FD769-5282-9AA3-393F-FD51FB6A9F5B}"/>
              </a:ext>
            </a:extLst>
          </p:cNvPr>
          <p:cNvSpPr txBox="1"/>
          <p:nvPr/>
        </p:nvSpPr>
        <p:spPr>
          <a:xfrm>
            <a:off x="1928206" y="2228671"/>
            <a:ext cx="8335588"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Hardware</a:t>
            </a:r>
          </a:p>
        </p:txBody>
      </p:sp>
    </p:spTree>
    <p:extLst>
      <p:ext uri="{BB962C8B-B14F-4D97-AF65-F5344CB8AC3E}">
        <p14:creationId xmlns:p14="http://schemas.microsoft.com/office/powerpoint/2010/main" val="353245319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8BAC9-C53E-B59B-96D0-7133FB5284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F982CF-8BEA-FFAA-64B4-2799334D8E22}"/>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4" name="Graphic 3" descr="Laptop with solid fill">
            <a:extLst>
              <a:ext uri="{FF2B5EF4-FFF2-40B4-BE49-F238E27FC236}">
                <a16:creationId xmlns:a16="http://schemas.microsoft.com/office/drawing/2014/main" id="{6DF02B55-73FB-A26C-DFD9-11FCF8A49AE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1" name="Straight Connector 10">
            <a:extLst>
              <a:ext uri="{FF2B5EF4-FFF2-40B4-BE49-F238E27FC236}">
                <a16:creationId xmlns:a16="http://schemas.microsoft.com/office/drawing/2014/main" id="{4EFEDD54-461E-ECE9-C915-E72FD9B35E13}"/>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3" name="TextBox 3">
            <a:extLst>
              <a:ext uri="{FF2B5EF4-FFF2-40B4-BE49-F238E27FC236}">
                <a16:creationId xmlns:a16="http://schemas.microsoft.com/office/drawing/2014/main" id="{30512856-371A-955F-2E6A-70530FA699DF}"/>
              </a:ext>
            </a:extLst>
          </p:cNvPr>
          <p:cNvSpPr txBox="1"/>
          <p:nvPr/>
        </p:nvSpPr>
        <p:spPr>
          <a:xfrm>
            <a:off x="457200" y="2098622"/>
            <a:ext cx="4971448" cy="2154436"/>
          </a:xfrm>
          <a:prstGeom prst="rect">
            <a:avLst/>
          </a:prstGeom>
        </p:spPr>
        <p:txBody>
          <a:bodyPr wrap="square" lIns="0" tIns="0" rIns="0" bIns="0" rtlCol="0" anchor="t">
            <a:spAutoFit/>
          </a:bodyPr>
          <a:lstStyle/>
          <a:p>
            <a:pPr algn="ctr">
              <a:spcBef>
                <a:spcPct val="0"/>
              </a:spcBef>
            </a:pPr>
            <a:r>
              <a:rPr lang="en-US" sz="2800" dirty="0">
                <a:solidFill>
                  <a:srgbClr val="0C355D"/>
                </a:solidFill>
                <a:latin typeface="Berlin Sans FB" panose="020E0602020502020306" pitchFamily="34" charset="0"/>
                <a:ea typeface="DM Sans"/>
                <a:cs typeface="DM Sans"/>
                <a:sym typeface="DM Sans"/>
              </a:rPr>
              <a:t>Designing a smart wearable bracelet for children to monitor health indicators (heart rate, temperature) and real-time location using IoT technologies.</a:t>
            </a:r>
          </a:p>
        </p:txBody>
      </p:sp>
      <p:sp>
        <p:nvSpPr>
          <p:cNvPr id="6" name="TextBox 5">
            <a:extLst>
              <a:ext uri="{FF2B5EF4-FFF2-40B4-BE49-F238E27FC236}">
                <a16:creationId xmlns:a16="http://schemas.microsoft.com/office/drawing/2014/main" id="{32250A57-8C6B-5204-BBE8-19F5446A90E4}"/>
              </a:ext>
            </a:extLst>
          </p:cNvPr>
          <p:cNvSpPr txBox="1"/>
          <p:nvPr/>
        </p:nvSpPr>
        <p:spPr>
          <a:xfrm>
            <a:off x="-1" y="1206775"/>
            <a:ext cx="2819401"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Project Idea</a:t>
            </a:r>
          </a:p>
        </p:txBody>
      </p:sp>
      <p:grpSp>
        <p:nvGrpSpPr>
          <p:cNvPr id="10" name="Group 6">
            <a:extLst>
              <a:ext uri="{FF2B5EF4-FFF2-40B4-BE49-F238E27FC236}">
                <a16:creationId xmlns:a16="http://schemas.microsoft.com/office/drawing/2014/main" id="{8484AC29-F54E-672C-FA84-D53C1E988474}"/>
              </a:ext>
            </a:extLst>
          </p:cNvPr>
          <p:cNvGrpSpPr>
            <a:grpSpLocks noChangeAspect="1"/>
          </p:cNvGrpSpPr>
          <p:nvPr/>
        </p:nvGrpSpPr>
        <p:grpSpPr>
          <a:xfrm rot="-120940">
            <a:off x="6822400" y="3032348"/>
            <a:ext cx="4580925" cy="3438077"/>
            <a:chOff x="0" y="0"/>
            <a:chExt cx="8909050" cy="6686423"/>
          </a:xfrm>
        </p:grpSpPr>
        <p:sp>
          <p:nvSpPr>
            <p:cNvPr id="12" name="Freeform 7">
              <a:extLst>
                <a:ext uri="{FF2B5EF4-FFF2-40B4-BE49-F238E27FC236}">
                  <a16:creationId xmlns:a16="http://schemas.microsoft.com/office/drawing/2014/main" id="{5D75A77A-7685-A814-88AA-F044AB20D11C}"/>
                </a:ext>
              </a:extLst>
            </p:cNvPr>
            <p:cNvSpPr/>
            <p:nvPr/>
          </p:nvSpPr>
          <p:spPr>
            <a:xfrm>
              <a:off x="9525" y="9525"/>
              <a:ext cx="8890000" cy="6667373"/>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a:solidFill>
                  <a:srgbClr val="0C355D"/>
                </a:solidFill>
              </a:endParaRPr>
            </a:p>
          </p:txBody>
        </p:sp>
        <p:sp>
          <p:nvSpPr>
            <p:cNvPr id="13" name="Freeform 8">
              <a:extLst>
                <a:ext uri="{FF2B5EF4-FFF2-40B4-BE49-F238E27FC236}">
                  <a16:creationId xmlns:a16="http://schemas.microsoft.com/office/drawing/2014/main" id="{573B7D88-B9D8-1A48-4E28-BDB6B7C4F204}"/>
                </a:ext>
              </a:extLst>
            </p:cNvPr>
            <p:cNvSpPr/>
            <p:nvPr/>
          </p:nvSpPr>
          <p:spPr>
            <a:xfrm>
              <a:off x="182371" y="372872"/>
              <a:ext cx="8544306" cy="5940680"/>
            </a:xfrm>
            <a:custGeom>
              <a:avLst/>
              <a:gdLst/>
              <a:ahLst/>
              <a:cxnLst/>
              <a:rect l="l" t="t" r="r" b="b"/>
              <a:pathLst>
                <a:path w="8544306" h="5940679">
                  <a:moveTo>
                    <a:pt x="0" y="0"/>
                  </a:moveTo>
                  <a:lnTo>
                    <a:pt x="8544306" y="0"/>
                  </a:lnTo>
                  <a:lnTo>
                    <a:pt x="8544306" y="5940679"/>
                  </a:lnTo>
                  <a:lnTo>
                    <a:pt x="0" y="5940679"/>
                  </a:lnTo>
                  <a:close/>
                </a:path>
              </a:pathLst>
            </a:custGeom>
            <a:blipFill>
              <a:blip r:embed="rId5"/>
              <a:stretch>
                <a:fillRect t="-17990" b="-17990"/>
              </a:stretch>
            </a:blipFill>
          </p:spPr>
          <p:txBody>
            <a:bodyPr/>
            <a:lstStyle/>
            <a:p>
              <a:endParaRPr lang="en-US" dirty="0"/>
            </a:p>
          </p:txBody>
        </p:sp>
        <p:sp>
          <p:nvSpPr>
            <p:cNvPr id="14" name="Freeform 9">
              <a:extLst>
                <a:ext uri="{FF2B5EF4-FFF2-40B4-BE49-F238E27FC236}">
                  <a16:creationId xmlns:a16="http://schemas.microsoft.com/office/drawing/2014/main" id="{F71E4D1E-E61B-8BE0-EE04-84DF1F011579}"/>
                </a:ext>
              </a:extLst>
            </p:cNvPr>
            <p:cNvSpPr/>
            <p:nvPr/>
          </p:nvSpPr>
          <p:spPr>
            <a:xfrm>
              <a:off x="0" y="0"/>
              <a:ext cx="8909050" cy="6686423"/>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a:p>
          </p:txBody>
        </p:sp>
      </p:grpSp>
    </p:spTree>
    <p:extLst>
      <p:ext uri="{BB962C8B-B14F-4D97-AF65-F5344CB8AC3E}">
        <p14:creationId xmlns:p14="http://schemas.microsoft.com/office/powerpoint/2010/main" val="21623786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F4D89-59A3-DDE4-2E01-F3A0989753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A14CA8-DD05-3E05-D7C3-7EEED5A125BC}"/>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4" name="Graphic 3" descr="Laptop with solid fill">
            <a:extLst>
              <a:ext uri="{FF2B5EF4-FFF2-40B4-BE49-F238E27FC236}">
                <a16:creationId xmlns:a16="http://schemas.microsoft.com/office/drawing/2014/main" id="{D0956E3B-25C7-D99C-0E47-3FEE2D7F7EB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sp>
        <p:nvSpPr>
          <p:cNvPr id="17" name="Freeform: Shape 16">
            <a:extLst>
              <a:ext uri="{FF2B5EF4-FFF2-40B4-BE49-F238E27FC236}">
                <a16:creationId xmlns:a16="http://schemas.microsoft.com/office/drawing/2014/main" id="{03E8FA3D-FF76-61EF-C6D3-80BF431F4A5A}"/>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728D13F4-ECA2-439B-1E33-CCCF3CBD72A9}"/>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95A54A4D-CBEC-0417-CEA5-3D063082EA6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9DD0BC6B-6343-B58A-0B61-2641F45C5B62}"/>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70522763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750"/>
                                        <p:tgtEl>
                                          <p:spTgt spid="1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right)">
                                      <p:cBhvr>
                                        <p:cTn id="10" dur="7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15C62-8616-5A0B-D664-56849529AB54}"/>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4233766D-D936-ABB1-4343-BCEB25E9D4A9}"/>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2F4C97D0-54FD-05B0-F4B4-0B7DE25FD6F2}"/>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7AF8B43D-E1E1-3681-62E3-287EE3C46E4B}"/>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9" name="Graphic 8" descr="Laptop with solid fill">
            <a:extLst>
              <a:ext uri="{FF2B5EF4-FFF2-40B4-BE49-F238E27FC236}">
                <a16:creationId xmlns:a16="http://schemas.microsoft.com/office/drawing/2014/main" id="{3729F8F3-FD64-7A55-A9B9-7BA8653FEF5F}"/>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0" name="Straight Connector 9">
            <a:extLst>
              <a:ext uri="{FF2B5EF4-FFF2-40B4-BE49-F238E27FC236}">
                <a16:creationId xmlns:a16="http://schemas.microsoft.com/office/drawing/2014/main" id="{6FE8681F-2535-A0F8-13DD-DB3A50CD53E2}"/>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F737822-F4EA-F379-469B-87F3C8BEA130}"/>
              </a:ext>
            </a:extLst>
          </p:cNvPr>
          <p:cNvSpPr txBox="1"/>
          <p:nvPr/>
        </p:nvSpPr>
        <p:spPr>
          <a:xfrm>
            <a:off x="1211580" y="3314698"/>
            <a:ext cx="152400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ESP32</a:t>
            </a:r>
            <a:endParaRPr lang="en-US" sz="2400" dirty="0">
              <a:solidFill>
                <a:srgbClr val="0C355D"/>
              </a:solidFill>
              <a:latin typeface="Berlin Sans FB" panose="020E0602020502020306" pitchFamily="34" charset="0"/>
            </a:endParaRPr>
          </a:p>
        </p:txBody>
      </p:sp>
      <p:sp>
        <p:nvSpPr>
          <p:cNvPr id="19" name="TextBox 18">
            <a:extLst>
              <a:ext uri="{FF2B5EF4-FFF2-40B4-BE49-F238E27FC236}">
                <a16:creationId xmlns:a16="http://schemas.microsoft.com/office/drawing/2014/main" id="{31612CAA-A56C-241F-88E5-B5228FA23005}"/>
              </a:ext>
            </a:extLst>
          </p:cNvPr>
          <p:cNvSpPr txBox="1"/>
          <p:nvPr/>
        </p:nvSpPr>
        <p:spPr>
          <a:xfrm>
            <a:off x="1120140" y="4844771"/>
            <a:ext cx="1786890" cy="1631216"/>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Main microcontroller that connects and processes sensor data</a:t>
            </a:r>
            <a:endParaRPr lang="en-US" sz="20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CED9F62A-D138-BFE0-0765-0CD82D44FA46}"/>
              </a:ext>
            </a:extLst>
          </p:cNvPr>
          <p:cNvSpPr txBox="1"/>
          <p:nvPr/>
        </p:nvSpPr>
        <p:spPr>
          <a:xfrm>
            <a:off x="1211580" y="2706045"/>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01</a:t>
            </a:r>
            <a:endParaRPr lang="en-US" sz="4000" dirty="0">
              <a:solidFill>
                <a:srgbClr val="0C355D"/>
              </a:solidFill>
              <a:latin typeface="Berlin Sans FB" panose="020E0602020502020306" pitchFamily="34" charset="0"/>
            </a:endParaRPr>
          </a:p>
        </p:txBody>
      </p:sp>
      <p:sp>
        <p:nvSpPr>
          <p:cNvPr id="2" name="TextBox 1">
            <a:extLst>
              <a:ext uri="{FF2B5EF4-FFF2-40B4-BE49-F238E27FC236}">
                <a16:creationId xmlns:a16="http://schemas.microsoft.com/office/drawing/2014/main" id="{98922C84-A97D-BDB8-19F4-19B6B0EB0946}"/>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419709928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87DFE-82AB-2958-B9B6-4D83B553A506}"/>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82BA7822-C470-6E76-9811-07AA0DDCB165}"/>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44FE4C4B-2823-C8CF-BC08-639BC65C48C2}"/>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E547C792-AEB8-C521-E423-18FC7AC02C2D}"/>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9" name="Graphic 8" descr="Laptop with solid fill">
            <a:extLst>
              <a:ext uri="{FF2B5EF4-FFF2-40B4-BE49-F238E27FC236}">
                <a16:creationId xmlns:a16="http://schemas.microsoft.com/office/drawing/2014/main" id="{EED6991B-591F-E646-6CD8-23D6D14D8D42}"/>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0" name="Straight Connector 9">
            <a:extLst>
              <a:ext uri="{FF2B5EF4-FFF2-40B4-BE49-F238E27FC236}">
                <a16:creationId xmlns:a16="http://schemas.microsoft.com/office/drawing/2014/main" id="{7D26A899-865D-FFB5-1B57-30CA012D5032}"/>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8B2A5A6E-CB15-432A-BE22-FE68CB4BF6A2}"/>
              </a:ext>
            </a:extLst>
          </p:cNvPr>
          <p:cNvSpPr txBox="1"/>
          <p:nvPr/>
        </p:nvSpPr>
        <p:spPr>
          <a:xfrm>
            <a:off x="3386137" y="4844771"/>
            <a:ext cx="1312545" cy="2121158"/>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Measures heart rate and blood oxygen (SpO2)</a:t>
            </a:r>
          </a:p>
          <a:p>
            <a:pPr algn="ctr">
              <a:lnSpc>
                <a:spcPts val="4480"/>
              </a:lnSpc>
            </a:pPr>
            <a:endParaRPr lang="en-US" sz="2000" dirty="0">
              <a:solidFill>
                <a:srgbClr val="0C355D"/>
              </a:solidFill>
              <a:latin typeface="Berlin Sans FB" panose="020E0602020502020306" pitchFamily="34" charset="0"/>
              <a:ea typeface="DM Sans"/>
              <a:cs typeface="DM Sans"/>
              <a:sym typeface="DM Sans"/>
            </a:endParaRPr>
          </a:p>
        </p:txBody>
      </p:sp>
      <p:sp>
        <p:nvSpPr>
          <p:cNvPr id="11" name="TextBox 10">
            <a:extLst>
              <a:ext uri="{FF2B5EF4-FFF2-40B4-BE49-F238E27FC236}">
                <a16:creationId xmlns:a16="http://schemas.microsoft.com/office/drawing/2014/main" id="{8A95A79B-C6BF-4246-67FC-CE737D1CE4C1}"/>
              </a:ext>
            </a:extLst>
          </p:cNvPr>
          <p:cNvSpPr txBox="1"/>
          <p:nvPr/>
        </p:nvSpPr>
        <p:spPr>
          <a:xfrm>
            <a:off x="1211580" y="3314698"/>
            <a:ext cx="152400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ESP32</a:t>
            </a:r>
            <a:endParaRPr lang="en-US" sz="2400" dirty="0">
              <a:solidFill>
                <a:srgbClr val="0C355D"/>
              </a:solidFill>
              <a:latin typeface="Berlin Sans FB" panose="020E0602020502020306" pitchFamily="34" charset="0"/>
            </a:endParaRPr>
          </a:p>
        </p:txBody>
      </p:sp>
      <p:sp>
        <p:nvSpPr>
          <p:cNvPr id="14" name="TextBox 13">
            <a:extLst>
              <a:ext uri="{FF2B5EF4-FFF2-40B4-BE49-F238E27FC236}">
                <a16:creationId xmlns:a16="http://schemas.microsoft.com/office/drawing/2014/main" id="{FE1DB877-0714-F0E3-56D6-7CB326520D9D}"/>
              </a:ext>
            </a:extLst>
          </p:cNvPr>
          <p:cNvSpPr txBox="1"/>
          <p:nvPr/>
        </p:nvSpPr>
        <p:spPr>
          <a:xfrm>
            <a:off x="1120140" y="4844771"/>
            <a:ext cx="1786890" cy="1631216"/>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Main microcontroller that connects and processes sensor data</a:t>
            </a:r>
            <a:endParaRPr lang="en-US" sz="2000" dirty="0">
              <a:solidFill>
                <a:srgbClr val="0C355D"/>
              </a:solidFill>
              <a:latin typeface="Berlin Sans FB" panose="020E0602020502020306" pitchFamily="34" charset="0"/>
            </a:endParaRPr>
          </a:p>
        </p:txBody>
      </p:sp>
      <p:sp>
        <p:nvSpPr>
          <p:cNvPr id="16" name="TextBox 15">
            <a:extLst>
              <a:ext uri="{FF2B5EF4-FFF2-40B4-BE49-F238E27FC236}">
                <a16:creationId xmlns:a16="http://schemas.microsoft.com/office/drawing/2014/main" id="{A777BEF8-0CA7-8305-A40A-6EEA0B66FFED}"/>
              </a:ext>
            </a:extLst>
          </p:cNvPr>
          <p:cNvSpPr txBox="1"/>
          <p:nvPr/>
        </p:nvSpPr>
        <p:spPr>
          <a:xfrm>
            <a:off x="3042284"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MAX30105</a:t>
            </a:r>
            <a:endParaRPr lang="en-US" sz="2400" dirty="0">
              <a:solidFill>
                <a:srgbClr val="0C355D"/>
              </a:solidFill>
              <a:latin typeface="Berlin Sans FB" panose="020E0602020502020306" pitchFamily="34" charset="0"/>
            </a:endParaRPr>
          </a:p>
        </p:txBody>
      </p:sp>
      <p:sp>
        <p:nvSpPr>
          <p:cNvPr id="19" name="TextBox 18">
            <a:extLst>
              <a:ext uri="{FF2B5EF4-FFF2-40B4-BE49-F238E27FC236}">
                <a16:creationId xmlns:a16="http://schemas.microsoft.com/office/drawing/2014/main" id="{FB17382D-FA8C-7D53-3682-366990F6AAA5}"/>
              </a:ext>
            </a:extLst>
          </p:cNvPr>
          <p:cNvSpPr txBox="1"/>
          <p:nvPr/>
        </p:nvSpPr>
        <p:spPr>
          <a:xfrm>
            <a:off x="1211580" y="2706045"/>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01</a:t>
            </a:r>
            <a:endParaRPr lang="en-US" sz="40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F9EFD63D-75B0-5957-607B-459494F53C7C}"/>
              </a:ext>
            </a:extLst>
          </p:cNvPr>
          <p:cNvSpPr txBox="1"/>
          <p:nvPr/>
        </p:nvSpPr>
        <p:spPr>
          <a:xfrm>
            <a:off x="3280410"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02</a:t>
            </a:r>
            <a:endParaRPr lang="en-US" sz="4000" dirty="0">
              <a:solidFill>
                <a:srgbClr val="0C355D"/>
              </a:solidFill>
              <a:latin typeface="Berlin Sans FB" panose="020E0602020502020306" pitchFamily="34" charset="0"/>
            </a:endParaRPr>
          </a:p>
        </p:txBody>
      </p:sp>
      <p:sp>
        <p:nvSpPr>
          <p:cNvPr id="2" name="TextBox 1">
            <a:extLst>
              <a:ext uri="{FF2B5EF4-FFF2-40B4-BE49-F238E27FC236}">
                <a16:creationId xmlns:a16="http://schemas.microsoft.com/office/drawing/2014/main" id="{E15B78FF-220A-A7C1-2D38-C896B4571001}"/>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204869317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2F311-8D0A-A71C-7843-4A2911908C87}"/>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7BCEC4BC-01B7-08F7-4C16-47440726DF6B}"/>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3AD12C12-3E92-FA0F-9A60-8DA8932F26BA}"/>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5B52AAB1-380A-94E3-1B34-DB22329BAF48}"/>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9" name="Graphic 8" descr="Laptop with solid fill">
            <a:extLst>
              <a:ext uri="{FF2B5EF4-FFF2-40B4-BE49-F238E27FC236}">
                <a16:creationId xmlns:a16="http://schemas.microsoft.com/office/drawing/2014/main" id="{21195F06-EA5B-0000-2037-9AE1921B6AA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0" name="Straight Connector 9">
            <a:extLst>
              <a:ext uri="{FF2B5EF4-FFF2-40B4-BE49-F238E27FC236}">
                <a16:creationId xmlns:a16="http://schemas.microsoft.com/office/drawing/2014/main" id="{C402E330-256E-6F56-ED9A-7DC3CEF7F66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B64672F8-5383-9CB4-4EAF-2DBEFC573FFC}"/>
              </a:ext>
            </a:extLst>
          </p:cNvPr>
          <p:cNvSpPr txBox="1"/>
          <p:nvPr/>
        </p:nvSpPr>
        <p:spPr>
          <a:xfrm>
            <a:off x="1211580" y="3314698"/>
            <a:ext cx="152400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ESP32</a:t>
            </a:r>
            <a:endParaRPr lang="en-US" sz="2400" dirty="0">
              <a:solidFill>
                <a:srgbClr val="0C355D"/>
              </a:solidFill>
              <a:latin typeface="Berlin Sans FB" panose="020E0602020502020306" pitchFamily="34" charset="0"/>
            </a:endParaRPr>
          </a:p>
        </p:txBody>
      </p:sp>
      <p:sp>
        <p:nvSpPr>
          <p:cNvPr id="15" name="TextBox 14">
            <a:extLst>
              <a:ext uri="{FF2B5EF4-FFF2-40B4-BE49-F238E27FC236}">
                <a16:creationId xmlns:a16="http://schemas.microsoft.com/office/drawing/2014/main" id="{60452E8F-1A00-40CA-BB43-75FBAA989953}"/>
              </a:ext>
            </a:extLst>
          </p:cNvPr>
          <p:cNvSpPr txBox="1"/>
          <p:nvPr/>
        </p:nvSpPr>
        <p:spPr>
          <a:xfrm>
            <a:off x="1120140" y="4844771"/>
            <a:ext cx="1786890" cy="1631216"/>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Main microcontroller that connects and processes sensor data</a:t>
            </a:r>
            <a:endParaRPr lang="en-US" sz="2000" dirty="0">
              <a:solidFill>
                <a:srgbClr val="0C355D"/>
              </a:solidFill>
              <a:latin typeface="Berlin Sans FB" panose="020E0602020502020306" pitchFamily="34" charset="0"/>
            </a:endParaRPr>
          </a:p>
        </p:txBody>
      </p:sp>
      <p:sp>
        <p:nvSpPr>
          <p:cNvPr id="2" name="TextBox 1">
            <a:extLst>
              <a:ext uri="{FF2B5EF4-FFF2-40B4-BE49-F238E27FC236}">
                <a16:creationId xmlns:a16="http://schemas.microsoft.com/office/drawing/2014/main" id="{15AED922-A7B4-CC60-C137-254C5C365604}"/>
              </a:ext>
            </a:extLst>
          </p:cNvPr>
          <p:cNvSpPr txBox="1"/>
          <p:nvPr/>
        </p:nvSpPr>
        <p:spPr>
          <a:xfrm>
            <a:off x="3042284"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MAX30105</a:t>
            </a:r>
            <a:endParaRPr lang="en-US" sz="2400" dirty="0">
              <a:solidFill>
                <a:srgbClr val="0C355D"/>
              </a:solidFill>
              <a:latin typeface="Berlin Sans FB" panose="020E0602020502020306" pitchFamily="34" charset="0"/>
            </a:endParaRPr>
          </a:p>
        </p:txBody>
      </p:sp>
      <p:sp>
        <p:nvSpPr>
          <p:cNvPr id="4" name="TextBox 3">
            <a:extLst>
              <a:ext uri="{FF2B5EF4-FFF2-40B4-BE49-F238E27FC236}">
                <a16:creationId xmlns:a16="http://schemas.microsoft.com/office/drawing/2014/main" id="{FF497E8E-B0EA-A92A-2ABE-F196EA8C3AC3}"/>
              </a:ext>
            </a:extLst>
          </p:cNvPr>
          <p:cNvSpPr txBox="1"/>
          <p:nvPr/>
        </p:nvSpPr>
        <p:spPr>
          <a:xfrm>
            <a:off x="3386137" y="4844771"/>
            <a:ext cx="1312545" cy="2121158"/>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Measures heart rate and blood oxygen (SpO2)</a:t>
            </a:r>
          </a:p>
          <a:p>
            <a:pPr algn="ctr">
              <a:lnSpc>
                <a:spcPts val="4480"/>
              </a:lnSpc>
            </a:pPr>
            <a:endParaRPr lang="en-US" sz="2000" dirty="0">
              <a:solidFill>
                <a:srgbClr val="0C355D"/>
              </a:solidFill>
              <a:latin typeface="Berlin Sans FB" panose="020E0602020502020306" pitchFamily="34" charset="0"/>
              <a:ea typeface="DM Sans"/>
              <a:cs typeface="DM Sans"/>
              <a:sym typeface="DM Sans"/>
            </a:endParaRPr>
          </a:p>
        </p:txBody>
      </p:sp>
      <p:sp>
        <p:nvSpPr>
          <p:cNvPr id="5" name="TextBox 4">
            <a:extLst>
              <a:ext uri="{FF2B5EF4-FFF2-40B4-BE49-F238E27FC236}">
                <a16:creationId xmlns:a16="http://schemas.microsoft.com/office/drawing/2014/main" id="{B4067DA6-49E4-4275-31E3-1670242CEDCC}"/>
              </a:ext>
            </a:extLst>
          </p:cNvPr>
          <p:cNvSpPr txBox="1"/>
          <p:nvPr/>
        </p:nvSpPr>
        <p:spPr>
          <a:xfrm>
            <a:off x="5095872" y="3314699"/>
            <a:ext cx="2000250" cy="830997"/>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Temp. Sensor </a:t>
            </a:r>
            <a:r>
              <a:rPr lang="en-US" sz="2400" b="1" dirty="0">
                <a:solidFill>
                  <a:srgbClr val="0C355D"/>
                </a:solidFill>
                <a:latin typeface="DM Sans Bold"/>
                <a:ea typeface="DM Sans Bold"/>
                <a:cs typeface="DM Sans Bold"/>
                <a:sym typeface="DM Sans Bold"/>
              </a:rPr>
              <a:t>TMP 36GZ </a:t>
            </a:r>
            <a:endParaRPr lang="en-US" sz="2400" dirty="0">
              <a:solidFill>
                <a:srgbClr val="0C355D"/>
              </a:solidFill>
              <a:latin typeface="Berlin Sans FB" panose="020E0602020502020306" pitchFamily="34" charset="0"/>
            </a:endParaRPr>
          </a:p>
        </p:txBody>
      </p:sp>
      <p:sp>
        <p:nvSpPr>
          <p:cNvPr id="7" name="TextBox 6">
            <a:extLst>
              <a:ext uri="{FF2B5EF4-FFF2-40B4-BE49-F238E27FC236}">
                <a16:creationId xmlns:a16="http://schemas.microsoft.com/office/drawing/2014/main" id="{A88C780C-C93D-DE3C-BBE6-440DA5652FAA}"/>
              </a:ext>
            </a:extLst>
          </p:cNvPr>
          <p:cNvSpPr txBox="1"/>
          <p:nvPr/>
        </p:nvSpPr>
        <p:spPr>
          <a:xfrm>
            <a:off x="5297959" y="4844771"/>
            <a:ext cx="1596075" cy="1015663"/>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Monitors body temperature</a:t>
            </a:r>
          </a:p>
        </p:txBody>
      </p:sp>
      <p:sp>
        <p:nvSpPr>
          <p:cNvPr id="19" name="TextBox 18">
            <a:extLst>
              <a:ext uri="{FF2B5EF4-FFF2-40B4-BE49-F238E27FC236}">
                <a16:creationId xmlns:a16="http://schemas.microsoft.com/office/drawing/2014/main" id="{7703D73F-D13F-BE4C-9AD5-B58CE0997AD1}"/>
              </a:ext>
            </a:extLst>
          </p:cNvPr>
          <p:cNvSpPr txBox="1"/>
          <p:nvPr/>
        </p:nvSpPr>
        <p:spPr>
          <a:xfrm>
            <a:off x="1211580" y="2706045"/>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01</a:t>
            </a:r>
            <a:endParaRPr lang="en-US" sz="40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71F30DD8-8541-BE75-0476-1CC3C79EEA94}"/>
              </a:ext>
            </a:extLst>
          </p:cNvPr>
          <p:cNvSpPr txBox="1"/>
          <p:nvPr/>
        </p:nvSpPr>
        <p:spPr>
          <a:xfrm>
            <a:off x="3280410"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02</a:t>
            </a:r>
            <a:endParaRPr lang="en-US" sz="4000" dirty="0">
              <a:solidFill>
                <a:srgbClr val="0C355D"/>
              </a:solidFill>
              <a:latin typeface="Berlin Sans FB" panose="020E0602020502020306" pitchFamily="34" charset="0"/>
            </a:endParaRPr>
          </a:p>
        </p:txBody>
      </p:sp>
      <p:sp>
        <p:nvSpPr>
          <p:cNvPr id="21" name="TextBox 20">
            <a:extLst>
              <a:ext uri="{FF2B5EF4-FFF2-40B4-BE49-F238E27FC236}">
                <a16:creationId xmlns:a16="http://schemas.microsoft.com/office/drawing/2014/main" id="{9B56AC78-12CA-339F-2B74-51FDBFC2D9EB}"/>
              </a:ext>
            </a:extLst>
          </p:cNvPr>
          <p:cNvSpPr txBox="1"/>
          <p:nvPr/>
        </p:nvSpPr>
        <p:spPr>
          <a:xfrm>
            <a:off x="5333999"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03</a:t>
            </a:r>
            <a:endParaRPr lang="en-US" sz="4000" dirty="0">
              <a:solidFill>
                <a:srgbClr val="0C355D"/>
              </a:solidFill>
              <a:latin typeface="Berlin Sans FB" panose="020E0602020502020306" pitchFamily="34" charset="0"/>
            </a:endParaRPr>
          </a:p>
        </p:txBody>
      </p:sp>
      <p:sp>
        <p:nvSpPr>
          <p:cNvPr id="3" name="TextBox 2">
            <a:extLst>
              <a:ext uri="{FF2B5EF4-FFF2-40B4-BE49-F238E27FC236}">
                <a16:creationId xmlns:a16="http://schemas.microsoft.com/office/drawing/2014/main" id="{A999B079-B366-8DEE-62E9-31CD55568472}"/>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384158880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E8489-D38D-47F5-5A19-C49785E1871D}"/>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B35899E2-52A8-3B3E-ABC2-A01D802B55D5}"/>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3743BCA6-FAC3-3AC1-DFFC-961043B8A715}"/>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899DBAB2-3CED-BC78-9003-AF31B07B8624}"/>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9" name="Graphic 8" descr="Laptop with solid fill">
            <a:extLst>
              <a:ext uri="{FF2B5EF4-FFF2-40B4-BE49-F238E27FC236}">
                <a16:creationId xmlns:a16="http://schemas.microsoft.com/office/drawing/2014/main" id="{BCEC38F2-8990-8FCA-463A-05FED9611545}"/>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0" name="Straight Connector 9">
            <a:extLst>
              <a:ext uri="{FF2B5EF4-FFF2-40B4-BE49-F238E27FC236}">
                <a16:creationId xmlns:a16="http://schemas.microsoft.com/office/drawing/2014/main" id="{2FFE7B31-EEB9-1BF5-1161-183FE674376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5A93D38-2B4C-DD3B-2A24-01CF3F86D697}"/>
              </a:ext>
            </a:extLst>
          </p:cNvPr>
          <p:cNvSpPr txBox="1"/>
          <p:nvPr/>
        </p:nvSpPr>
        <p:spPr>
          <a:xfrm>
            <a:off x="1211580" y="3314698"/>
            <a:ext cx="152400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ESP32</a:t>
            </a:r>
            <a:endParaRPr lang="en-US" sz="2400" dirty="0">
              <a:solidFill>
                <a:srgbClr val="0C355D"/>
              </a:solidFill>
              <a:latin typeface="Berlin Sans FB" panose="020E0602020502020306" pitchFamily="34" charset="0"/>
            </a:endParaRPr>
          </a:p>
        </p:txBody>
      </p:sp>
      <p:sp>
        <p:nvSpPr>
          <p:cNvPr id="15" name="TextBox 14">
            <a:extLst>
              <a:ext uri="{FF2B5EF4-FFF2-40B4-BE49-F238E27FC236}">
                <a16:creationId xmlns:a16="http://schemas.microsoft.com/office/drawing/2014/main" id="{7A44A737-BB96-B194-D86E-315834B5D86C}"/>
              </a:ext>
            </a:extLst>
          </p:cNvPr>
          <p:cNvSpPr txBox="1"/>
          <p:nvPr/>
        </p:nvSpPr>
        <p:spPr>
          <a:xfrm>
            <a:off x="1120140" y="4844771"/>
            <a:ext cx="1786890" cy="1631216"/>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Main microcontroller that connects and processes sensor data</a:t>
            </a:r>
            <a:endParaRPr lang="en-US" sz="2000" dirty="0">
              <a:solidFill>
                <a:srgbClr val="0C355D"/>
              </a:solidFill>
              <a:latin typeface="Berlin Sans FB" panose="020E0602020502020306" pitchFamily="34" charset="0"/>
            </a:endParaRPr>
          </a:p>
        </p:txBody>
      </p:sp>
      <p:sp>
        <p:nvSpPr>
          <p:cNvPr id="2" name="TextBox 1">
            <a:extLst>
              <a:ext uri="{FF2B5EF4-FFF2-40B4-BE49-F238E27FC236}">
                <a16:creationId xmlns:a16="http://schemas.microsoft.com/office/drawing/2014/main" id="{87965876-8724-83F3-E603-3FA757045D5F}"/>
              </a:ext>
            </a:extLst>
          </p:cNvPr>
          <p:cNvSpPr txBox="1"/>
          <p:nvPr/>
        </p:nvSpPr>
        <p:spPr>
          <a:xfrm>
            <a:off x="3042284"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MAX30105</a:t>
            </a:r>
            <a:endParaRPr lang="en-US" sz="2400" dirty="0">
              <a:solidFill>
                <a:srgbClr val="0C355D"/>
              </a:solidFill>
              <a:latin typeface="Berlin Sans FB" panose="020E0602020502020306" pitchFamily="34" charset="0"/>
            </a:endParaRPr>
          </a:p>
        </p:txBody>
      </p:sp>
      <p:sp>
        <p:nvSpPr>
          <p:cNvPr id="4" name="TextBox 3">
            <a:extLst>
              <a:ext uri="{FF2B5EF4-FFF2-40B4-BE49-F238E27FC236}">
                <a16:creationId xmlns:a16="http://schemas.microsoft.com/office/drawing/2014/main" id="{077E4F91-31A0-CDC5-80B6-A1481F953C57}"/>
              </a:ext>
            </a:extLst>
          </p:cNvPr>
          <p:cNvSpPr txBox="1"/>
          <p:nvPr/>
        </p:nvSpPr>
        <p:spPr>
          <a:xfrm>
            <a:off x="3386137" y="4844771"/>
            <a:ext cx="1312545" cy="2121158"/>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Measures heart rate and blood oxygen (SpO2)</a:t>
            </a:r>
          </a:p>
          <a:p>
            <a:pPr algn="ctr">
              <a:lnSpc>
                <a:spcPts val="4480"/>
              </a:lnSpc>
            </a:pPr>
            <a:endParaRPr lang="en-US" sz="2000" dirty="0">
              <a:solidFill>
                <a:srgbClr val="0C355D"/>
              </a:solidFill>
              <a:latin typeface="Berlin Sans FB" panose="020E0602020502020306" pitchFamily="34" charset="0"/>
              <a:ea typeface="DM Sans"/>
              <a:cs typeface="DM Sans"/>
              <a:sym typeface="DM Sans"/>
            </a:endParaRPr>
          </a:p>
        </p:txBody>
      </p:sp>
      <p:sp>
        <p:nvSpPr>
          <p:cNvPr id="5" name="TextBox 4">
            <a:extLst>
              <a:ext uri="{FF2B5EF4-FFF2-40B4-BE49-F238E27FC236}">
                <a16:creationId xmlns:a16="http://schemas.microsoft.com/office/drawing/2014/main" id="{168DB653-C3E9-39E4-E132-C41AC18FE211}"/>
              </a:ext>
            </a:extLst>
          </p:cNvPr>
          <p:cNvSpPr txBox="1"/>
          <p:nvPr/>
        </p:nvSpPr>
        <p:spPr>
          <a:xfrm>
            <a:off x="5095872" y="3314699"/>
            <a:ext cx="2000250" cy="830997"/>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Temp. Sensor </a:t>
            </a:r>
            <a:r>
              <a:rPr lang="en-US" sz="2400" b="1" dirty="0">
                <a:solidFill>
                  <a:srgbClr val="0C355D"/>
                </a:solidFill>
                <a:latin typeface="DM Sans Bold"/>
                <a:ea typeface="DM Sans Bold"/>
                <a:cs typeface="DM Sans Bold"/>
                <a:sym typeface="DM Sans Bold"/>
              </a:rPr>
              <a:t>TMP 36GZ </a:t>
            </a:r>
            <a:endParaRPr lang="en-US" sz="2400" dirty="0">
              <a:solidFill>
                <a:srgbClr val="0C355D"/>
              </a:solidFill>
              <a:latin typeface="Berlin Sans FB" panose="020E0602020502020306" pitchFamily="34" charset="0"/>
            </a:endParaRPr>
          </a:p>
        </p:txBody>
      </p:sp>
      <p:sp>
        <p:nvSpPr>
          <p:cNvPr id="7" name="TextBox 6">
            <a:extLst>
              <a:ext uri="{FF2B5EF4-FFF2-40B4-BE49-F238E27FC236}">
                <a16:creationId xmlns:a16="http://schemas.microsoft.com/office/drawing/2014/main" id="{EDA23C10-57FC-4F41-7AB6-D4F2D6A2C7E7}"/>
              </a:ext>
            </a:extLst>
          </p:cNvPr>
          <p:cNvSpPr txBox="1"/>
          <p:nvPr/>
        </p:nvSpPr>
        <p:spPr>
          <a:xfrm>
            <a:off x="5297959" y="4844771"/>
            <a:ext cx="1596075" cy="1015663"/>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Monitors body temperature</a:t>
            </a:r>
          </a:p>
        </p:txBody>
      </p:sp>
      <p:sp>
        <p:nvSpPr>
          <p:cNvPr id="11" name="TextBox 10">
            <a:extLst>
              <a:ext uri="{FF2B5EF4-FFF2-40B4-BE49-F238E27FC236}">
                <a16:creationId xmlns:a16="http://schemas.microsoft.com/office/drawing/2014/main" id="{A3CA3C73-2C96-A944-1BC1-5CDD33A0C73B}"/>
              </a:ext>
            </a:extLst>
          </p:cNvPr>
          <p:cNvSpPr txBox="1"/>
          <p:nvPr/>
        </p:nvSpPr>
        <p:spPr>
          <a:xfrm>
            <a:off x="7149460"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MPU6050</a:t>
            </a:r>
            <a:endParaRPr lang="en-US" sz="2400" dirty="0">
              <a:solidFill>
                <a:srgbClr val="0C355D"/>
              </a:solidFill>
              <a:latin typeface="Berlin Sans FB" panose="020E0602020502020306" pitchFamily="34" charset="0"/>
            </a:endParaRPr>
          </a:p>
        </p:txBody>
      </p:sp>
      <p:sp>
        <p:nvSpPr>
          <p:cNvPr id="16" name="TextBox 15">
            <a:extLst>
              <a:ext uri="{FF2B5EF4-FFF2-40B4-BE49-F238E27FC236}">
                <a16:creationId xmlns:a16="http://schemas.microsoft.com/office/drawing/2014/main" id="{1FB7E9C6-555E-EB1F-7F4A-118564FBAE3C}"/>
              </a:ext>
            </a:extLst>
          </p:cNvPr>
          <p:cNvSpPr txBox="1"/>
          <p:nvPr/>
        </p:nvSpPr>
        <p:spPr>
          <a:xfrm>
            <a:off x="7387585" y="4844771"/>
            <a:ext cx="1515220" cy="1938992"/>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Gyroscope &amp; </a:t>
            </a:r>
            <a:r>
              <a:rPr lang="en-US" sz="2000" dirty="0" err="1">
                <a:solidFill>
                  <a:srgbClr val="0C355D"/>
                </a:solidFill>
                <a:latin typeface="Berlin Sans FB" panose="020E0602020502020306" pitchFamily="34" charset="0"/>
                <a:ea typeface="DM Sans"/>
                <a:cs typeface="DM Sans"/>
                <a:sym typeface="DM Sans"/>
              </a:rPr>
              <a:t>Accelemeter</a:t>
            </a:r>
            <a:r>
              <a:rPr lang="en-US" sz="2000" dirty="0">
                <a:solidFill>
                  <a:srgbClr val="0C355D"/>
                </a:solidFill>
                <a:latin typeface="Berlin Sans FB" panose="020E0602020502020306" pitchFamily="34" charset="0"/>
                <a:ea typeface="DM Sans"/>
                <a:cs typeface="DM Sans"/>
                <a:sym typeface="DM Sans"/>
              </a:rPr>
              <a:t> to detect abnormal movement or falls</a:t>
            </a:r>
          </a:p>
        </p:txBody>
      </p:sp>
      <p:sp>
        <p:nvSpPr>
          <p:cNvPr id="19" name="TextBox 18">
            <a:extLst>
              <a:ext uri="{FF2B5EF4-FFF2-40B4-BE49-F238E27FC236}">
                <a16:creationId xmlns:a16="http://schemas.microsoft.com/office/drawing/2014/main" id="{80A65B54-DCA4-1413-7FA7-756FAB8DCB1B}"/>
              </a:ext>
            </a:extLst>
          </p:cNvPr>
          <p:cNvSpPr txBox="1"/>
          <p:nvPr/>
        </p:nvSpPr>
        <p:spPr>
          <a:xfrm>
            <a:off x="1211580" y="2706045"/>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01</a:t>
            </a:r>
            <a:endParaRPr lang="en-US" sz="40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9C243CD4-994B-35F0-FEB3-D76A38CBD565}"/>
              </a:ext>
            </a:extLst>
          </p:cNvPr>
          <p:cNvSpPr txBox="1"/>
          <p:nvPr/>
        </p:nvSpPr>
        <p:spPr>
          <a:xfrm>
            <a:off x="3280410"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02</a:t>
            </a:r>
            <a:endParaRPr lang="en-US" sz="4000" dirty="0">
              <a:solidFill>
                <a:srgbClr val="0C355D"/>
              </a:solidFill>
              <a:latin typeface="Berlin Sans FB" panose="020E0602020502020306" pitchFamily="34" charset="0"/>
            </a:endParaRPr>
          </a:p>
        </p:txBody>
      </p:sp>
      <p:sp>
        <p:nvSpPr>
          <p:cNvPr id="21" name="TextBox 20">
            <a:extLst>
              <a:ext uri="{FF2B5EF4-FFF2-40B4-BE49-F238E27FC236}">
                <a16:creationId xmlns:a16="http://schemas.microsoft.com/office/drawing/2014/main" id="{D87185DC-1FE4-B0F8-31B1-7FD2A0F89FFF}"/>
              </a:ext>
            </a:extLst>
          </p:cNvPr>
          <p:cNvSpPr txBox="1"/>
          <p:nvPr/>
        </p:nvSpPr>
        <p:spPr>
          <a:xfrm>
            <a:off x="5333999"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03</a:t>
            </a:r>
            <a:endParaRPr lang="en-US" sz="4000" dirty="0">
              <a:solidFill>
                <a:srgbClr val="0C355D"/>
              </a:solidFill>
              <a:latin typeface="Berlin Sans FB" panose="020E0602020502020306" pitchFamily="34" charset="0"/>
            </a:endParaRPr>
          </a:p>
        </p:txBody>
      </p:sp>
      <p:sp>
        <p:nvSpPr>
          <p:cNvPr id="22" name="TextBox 21">
            <a:extLst>
              <a:ext uri="{FF2B5EF4-FFF2-40B4-BE49-F238E27FC236}">
                <a16:creationId xmlns:a16="http://schemas.microsoft.com/office/drawing/2014/main" id="{09F59CAC-BDB7-7E08-3D77-8F390740A12F}"/>
              </a:ext>
            </a:extLst>
          </p:cNvPr>
          <p:cNvSpPr txBox="1"/>
          <p:nvPr/>
        </p:nvSpPr>
        <p:spPr>
          <a:xfrm>
            <a:off x="7387585"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04</a:t>
            </a:r>
            <a:endParaRPr lang="en-US" sz="4000" dirty="0">
              <a:solidFill>
                <a:srgbClr val="0C355D"/>
              </a:solidFill>
              <a:latin typeface="Berlin Sans FB" panose="020E0602020502020306" pitchFamily="34" charset="0"/>
            </a:endParaRPr>
          </a:p>
        </p:txBody>
      </p:sp>
      <p:sp>
        <p:nvSpPr>
          <p:cNvPr id="3" name="TextBox 2">
            <a:extLst>
              <a:ext uri="{FF2B5EF4-FFF2-40B4-BE49-F238E27FC236}">
                <a16:creationId xmlns:a16="http://schemas.microsoft.com/office/drawing/2014/main" id="{A4EEEC91-C891-CAF1-B5F5-C9137A4177EE}"/>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12156906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B4C4D-64A1-A40E-F958-94C9D313622A}"/>
            </a:ext>
          </a:extLst>
        </p:cNvPr>
        <p:cNvGrpSpPr/>
        <p:nvPr/>
      </p:nvGrpSpPr>
      <p:grpSpPr>
        <a:xfrm>
          <a:off x="0" y="0"/>
          <a:ext cx="0" cy="0"/>
          <a:chOff x="0" y="0"/>
          <a:chExt cx="0" cy="0"/>
        </a:xfrm>
      </p:grpSpPr>
      <p:sp>
        <p:nvSpPr>
          <p:cNvPr id="17" name="Freeform: Shape 16">
            <a:extLst>
              <a:ext uri="{FF2B5EF4-FFF2-40B4-BE49-F238E27FC236}">
                <a16:creationId xmlns:a16="http://schemas.microsoft.com/office/drawing/2014/main" id="{2D6D7C2C-B3EC-71A9-F193-301F49673A67}"/>
              </a:ext>
            </a:extLst>
          </p:cNvPr>
          <p:cNvSpPr/>
          <p:nvPr/>
        </p:nvSpPr>
        <p:spPr>
          <a:xfrm>
            <a:off x="838199"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18" name="Freeform: Shape 17">
            <a:extLst>
              <a:ext uri="{FF2B5EF4-FFF2-40B4-BE49-F238E27FC236}">
                <a16:creationId xmlns:a16="http://schemas.microsoft.com/office/drawing/2014/main" id="{B83D05DC-DCD2-C095-E8BF-19C0A2593092}"/>
              </a:ext>
            </a:extLst>
          </p:cNvPr>
          <p:cNvSpPr/>
          <p:nvPr/>
        </p:nvSpPr>
        <p:spPr>
          <a:xfrm rot="10800000">
            <a:off x="838200" y="2152808"/>
            <a:ext cx="10515599" cy="2552383"/>
          </a:xfrm>
          <a:custGeom>
            <a:avLst/>
            <a:gdLst>
              <a:gd name="connsiteX0" fmla="*/ 6172199 w 10515599"/>
              <a:gd name="connsiteY0" fmla="*/ 1409383 h 2552383"/>
              <a:gd name="connsiteX1" fmla="*/ 6403405 w 10515599"/>
              <a:gd name="connsiteY1" fmla="*/ 1409383 h 2552383"/>
              <a:gd name="connsiteX2" fmla="*/ 7315199 w 10515599"/>
              <a:gd name="connsiteY2" fmla="*/ 2321177 h 2552383"/>
              <a:gd name="connsiteX3" fmla="*/ 8226993 w 10515599"/>
              <a:gd name="connsiteY3" fmla="*/ 1409383 h 2552383"/>
              <a:gd name="connsiteX4" fmla="*/ 8458199 w 10515599"/>
              <a:gd name="connsiteY4" fmla="*/ 1409383 h 2552383"/>
              <a:gd name="connsiteX5" fmla="*/ 7315199 w 10515599"/>
              <a:gd name="connsiteY5" fmla="*/ 2552383 h 2552383"/>
              <a:gd name="connsiteX6" fmla="*/ 6172199 w 10515599"/>
              <a:gd name="connsiteY6" fmla="*/ 1409383 h 2552383"/>
              <a:gd name="connsiteX7" fmla="*/ 2057400 w 10515599"/>
              <a:gd name="connsiteY7" fmla="*/ 1409383 h 2552383"/>
              <a:gd name="connsiteX8" fmla="*/ 2288605 w 10515599"/>
              <a:gd name="connsiteY8" fmla="*/ 1409383 h 2552383"/>
              <a:gd name="connsiteX9" fmla="*/ 3200400 w 10515599"/>
              <a:gd name="connsiteY9" fmla="*/ 2321177 h 2552383"/>
              <a:gd name="connsiteX10" fmla="*/ 4112193 w 10515599"/>
              <a:gd name="connsiteY10" fmla="*/ 1409383 h 2552383"/>
              <a:gd name="connsiteX11" fmla="*/ 4343399 w 10515599"/>
              <a:gd name="connsiteY11" fmla="*/ 1409383 h 2552383"/>
              <a:gd name="connsiteX12" fmla="*/ 3200400 w 10515599"/>
              <a:gd name="connsiteY12" fmla="*/ 2552383 h 2552383"/>
              <a:gd name="connsiteX13" fmla="*/ 2057400 w 10515599"/>
              <a:gd name="connsiteY13" fmla="*/ 1409383 h 2552383"/>
              <a:gd name="connsiteX14" fmla="*/ 9372599 w 10515599"/>
              <a:gd name="connsiteY14" fmla="*/ 0 h 2552383"/>
              <a:gd name="connsiteX15" fmla="*/ 10515599 w 10515599"/>
              <a:gd name="connsiteY15" fmla="*/ 1143000 h 2552383"/>
              <a:gd name="connsiteX16" fmla="*/ 10284393 w 10515599"/>
              <a:gd name="connsiteY16" fmla="*/ 1143000 h 2552383"/>
              <a:gd name="connsiteX17" fmla="*/ 9372599 w 10515599"/>
              <a:gd name="connsiteY17" fmla="*/ 231206 h 2552383"/>
              <a:gd name="connsiteX18" fmla="*/ 8460805 w 10515599"/>
              <a:gd name="connsiteY18" fmla="*/ 1143000 h 2552383"/>
              <a:gd name="connsiteX19" fmla="*/ 8229599 w 10515599"/>
              <a:gd name="connsiteY19" fmla="*/ 1143000 h 2552383"/>
              <a:gd name="connsiteX20" fmla="*/ 9372599 w 10515599"/>
              <a:gd name="connsiteY20" fmla="*/ 0 h 2552383"/>
              <a:gd name="connsiteX21" fmla="*/ 5257799 w 10515599"/>
              <a:gd name="connsiteY21" fmla="*/ 0 h 2552383"/>
              <a:gd name="connsiteX22" fmla="*/ 6400799 w 10515599"/>
              <a:gd name="connsiteY22" fmla="*/ 1143000 h 2552383"/>
              <a:gd name="connsiteX23" fmla="*/ 6169593 w 10515599"/>
              <a:gd name="connsiteY23" fmla="*/ 1143000 h 2552383"/>
              <a:gd name="connsiteX24" fmla="*/ 5257799 w 10515599"/>
              <a:gd name="connsiteY24" fmla="*/ 231206 h 2552383"/>
              <a:gd name="connsiteX25" fmla="*/ 4346005 w 10515599"/>
              <a:gd name="connsiteY25" fmla="*/ 1143000 h 2552383"/>
              <a:gd name="connsiteX26" fmla="*/ 4114799 w 10515599"/>
              <a:gd name="connsiteY26" fmla="*/ 1143000 h 2552383"/>
              <a:gd name="connsiteX27" fmla="*/ 5257799 w 10515599"/>
              <a:gd name="connsiteY27" fmla="*/ 0 h 2552383"/>
              <a:gd name="connsiteX28" fmla="*/ 1142999 w 10515599"/>
              <a:gd name="connsiteY28" fmla="*/ 0 h 2552383"/>
              <a:gd name="connsiteX29" fmla="*/ 2286000 w 10515599"/>
              <a:gd name="connsiteY29" fmla="*/ 1143000 h 2552383"/>
              <a:gd name="connsiteX30" fmla="*/ 2054793 w 10515599"/>
              <a:gd name="connsiteY30" fmla="*/ 1143000 h 2552383"/>
              <a:gd name="connsiteX31" fmla="*/ 1142999 w 10515599"/>
              <a:gd name="connsiteY31" fmla="*/ 231206 h 2552383"/>
              <a:gd name="connsiteX32" fmla="*/ 231206 w 10515599"/>
              <a:gd name="connsiteY32" fmla="*/ 1143000 h 2552383"/>
              <a:gd name="connsiteX33" fmla="*/ 0 w 10515599"/>
              <a:gd name="connsiteY33" fmla="*/ 1143000 h 2552383"/>
              <a:gd name="connsiteX34" fmla="*/ 1142999 w 10515599"/>
              <a:gd name="connsiteY34" fmla="*/ 0 h 25523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515599" h="2552383">
                <a:moveTo>
                  <a:pt x="6172199" y="1409383"/>
                </a:moveTo>
                <a:lnTo>
                  <a:pt x="6403405" y="1409383"/>
                </a:lnTo>
                <a:cubicBezTo>
                  <a:pt x="6403405" y="1912953"/>
                  <a:pt x="6811629" y="2321177"/>
                  <a:pt x="7315199" y="2321177"/>
                </a:cubicBezTo>
                <a:cubicBezTo>
                  <a:pt x="7818769" y="2321177"/>
                  <a:pt x="8226993" y="1912953"/>
                  <a:pt x="8226993" y="1409383"/>
                </a:cubicBezTo>
                <a:lnTo>
                  <a:pt x="8458199" y="1409383"/>
                </a:lnTo>
                <a:cubicBezTo>
                  <a:pt x="8458199" y="2040644"/>
                  <a:pt x="7946460" y="2552383"/>
                  <a:pt x="7315199" y="2552383"/>
                </a:cubicBezTo>
                <a:cubicBezTo>
                  <a:pt x="6683938" y="2552383"/>
                  <a:pt x="6172199" y="2040644"/>
                  <a:pt x="6172199" y="1409383"/>
                </a:cubicBezTo>
                <a:close/>
                <a:moveTo>
                  <a:pt x="2057400" y="1409383"/>
                </a:moveTo>
                <a:lnTo>
                  <a:pt x="2288605" y="1409383"/>
                </a:lnTo>
                <a:cubicBezTo>
                  <a:pt x="2288605" y="1912953"/>
                  <a:pt x="2696829" y="2321177"/>
                  <a:pt x="3200400" y="2321177"/>
                </a:cubicBezTo>
                <a:cubicBezTo>
                  <a:pt x="3703969" y="2321177"/>
                  <a:pt x="4112193" y="1912953"/>
                  <a:pt x="4112193" y="1409383"/>
                </a:cubicBezTo>
                <a:lnTo>
                  <a:pt x="4343399" y="1409383"/>
                </a:lnTo>
                <a:cubicBezTo>
                  <a:pt x="4343399" y="2040644"/>
                  <a:pt x="3831661" y="2552383"/>
                  <a:pt x="3200400" y="2552383"/>
                </a:cubicBezTo>
                <a:cubicBezTo>
                  <a:pt x="2569139" y="2552383"/>
                  <a:pt x="2057400" y="2040644"/>
                  <a:pt x="2057400" y="1409383"/>
                </a:cubicBezTo>
                <a:close/>
                <a:moveTo>
                  <a:pt x="9372599" y="0"/>
                </a:moveTo>
                <a:cubicBezTo>
                  <a:pt x="10003860" y="0"/>
                  <a:pt x="10515599" y="511739"/>
                  <a:pt x="10515599" y="1143000"/>
                </a:cubicBezTo>
                <a:lnTo>
                  <a:pt x="10284393" y="1143000"/>
                </a:lnTo>
                <a:cubicBezTo>
                  <a:pt x="10284393" y="639430"/>
                  <a:pt x="9876169" y="231206"/>
                  <a:pt x="9372599" y="231206"/>
                </a:cubicBezTo>
                <a:cubicBezTo>
                  <a:pt x="8869029" y="231206"/>
                  <a:pt x="8460805" y="639430"/>
                  <a:pt x="8460805" y="1143000"/>
                </a:cubicBezTo>
                <a:lnTo>
                  <a:pt x="8229599" y="1143000"/>
                </a:lnTo>
                <a:cubicBezTo>
                  <a:pt x="8229599" y="511739"/>
                  <a:pt x="8741338" y="0"/>
                  <a:pt x="9372599" y="0"/>
                </a:cubicBezTo>
                <a:close/>
                <a:moveTo>
                  <a:pt x="5257799" y="0"/>
                </a:moveTo>
                <a:cubicBezTo>
                  <a:pt x="5889060" y="0"/>
                  <a:pt x="6400799" y="511739"/>
                  <a:pt x="6400799" y="1143000"/>
                </a:cubicBezTo>
                <a:lnTo>
                  <a:pt x="6169593" y="1143000"/>
                </a:lnTo>
                <a:cubicBezTo>
                  <a:pt x="6169593" y="639430"/>
                  <a:pt x="5761369" y="231206"/>
                  <a:pt x="5257799" y="231206"/>
                </a:cubicBezTo>
                <a:cubicBezTo>
                  <a:pt x="4754229" y="231206"/>
                  <a:pt x="4346005" y="639430"/>
                  <a:pt x="4346005" y="1143000"/>
                </a:cubicBezTo>
                <a:lnTo>
                  <a:pt x="4114799" y="1143000"/>
                </a:lnTo>
                <a:cubicBezTo>
                  <a:pt x="4114799" y="511739"/>
                  <a:pt x="4626538" y="0"/>
                  <a:pt x="5257799" y="0"/>
                </a:cubicBezTo>
                <a:close/>
                <a:moveTo>
                  <a:pt x="1142999" y="0"/>
                </a:moveTo>
                <a:cubicBezTo>
                  <a:pt x="1774260" y="0"/>
                  <a:pt x="2286000" y="511739"/>
                  <a:pt x="2286000" y="1143000"/>
                </a:cubicBezTo>
                <a:lnTo>
                  <a:pt x="2054793" y="1143000"/>
                </a:lnTo>
                <a:cubicBezTo>
                  <a:pt x="2054793" y="639430"/>
                  <a:pt x="1646570" y="231206"/>
                  <a:pt x="1142999" y="231206"/>
                </a:cubicBezTo>
                <a:cubicBezTo>
                  <a:pt x="639430" y="231206"/>
                  <a:pt x="231206" y="639430"/>
                  <a:pt x="231206" y="1143000"/>
                </a:cubicBezTo>
                <a:lnTo>
                  <a:pt x="0" y="1143000"/>
                </a:lnTo>
                <a:cubicBezTo>
                  <a:pt x="0" y="511739"/>
                  <a:pt x="511739" y="0"/>
                  <a:pt x="1142999" y="0"/>
                </a:cubicBezTo>
                <a:close/>
              </a:path>
            </a:pathLst>
          </a:custGeom>
          <a:gradFill>
            <a:gsLst>
              <a:gs pos="0">
                <a:srgbClr val="C3D1E6"/>
              </a:gs>
              <a:gs pos="70000">
                <a:srgbClr val="001A40"/>
              </a:gs>
            </a:gsLst>
            <a:path path="circle">
              <a:fillToRect l="50000" t="50000" r="50000" b="5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F019348E-F30C-EBDD-12AB-0FD1C7922BDC}"/>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9" name="Graphic 8" descr="Laptop with solid fill">
            <a:extLst>
              <a:ext uri="{FF2B5EF4-FFF2-40B4-BE49-F238E27FC236}">
                <a16:creationId xmlns:a16="http://schemas.microsoft.com/office/drawing/2014/main" id="{0505FAA2-026B-331F-E926-5C94DF4B41F8}"/>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0" name="Straight Connector 9">
            <a:extLst>
              <a:ext uri="{FF2B5EF4-FFF2-40B4-BE49-F238E27FC236}">
                <a16:creationId xmlns:a16="http://schemas.microsoft.com/office/drawing/2014/main" id="{4BB3E0F1-AAC6-3D11-888F-C1059CA51E51}"/>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055CA0D9-DF24-F826-BC1D-613C885981D1}"/>
              </a:ext>
            </a:extLst>
          </p:cNvPr>
          <p:cNvSpPr txBox="1"/>
          <p:nvPr/>
        </p:nvSpPr>
        <p:spPr>
          <a:xfrm>
            <a:off x="1211580" y="3314698"/>
            <a:ext cx="152400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ESP32</a:t>
            </a:r>
            <a:endParaRPr lang="en-US" sz="2400" dirty="0">
              <a:solidFill>
                <a:srgbClr val="0C355D"/>
              </a:solidFill>
              <a:latin typeface="Berlin Sans FB" panose="020E0602020502020306" pitchFamily="34" charset="0"/>
            </a:endParaRPr>
          </a:p>
        </p:txBody>
      </p:sp>
      <p:sp>
        <p:nvSpPr>
          <p:cNvPr id="13" name="TextBox 12">
            <a:extLst>
              <a:ext uri="{FF2B5EF4-FFF2-40B4-BE49-F238E27FC236}">
                <a16:creationId xmlns:a16="http://schemas.microsoft.com/office/drawing/2014/main" id="{F5828178-0977-7BC1-8F46-E7AF9BD43F52}"/>
              </a:ext>
            </a:extLst>
          </p:cNvPr>
          <p:cNvSpPr txBox="1"/>
          <p:nvPr/>
        </p:nvSpPr>
        <p:spPr>
          <a:xfrm>
            <a:off x="1211580" y="2706045"/>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01</a:t>
            </a:r>
            <a:endParaRPr lang="en-US" sz="4000" dirty="0">
              <a:solidFill>
                <a:srgbClr val="0C355D"/>
              </a:solidFill>
              <a:latin typeface="Berlin Sans FB" panose="020E0602020502020306" pitchFamily="34" charset="0"/>
            </a:endParaRPr>
          </a:p>
        </p:txBody>
      </p:sp>
      <p:sp>
        <p:nvSpPr>
          <p:cNvPr id="15" name="TextBox 14">
            <a:extLst>
              <a:ext uri="{FF2B5EF4-FFF2-40B4-BE49-F238E27FC236}">
                <a16:creationId xmlns:a16="http://schemas.microsoft.com/office/drawing/2014/main" id="{1AA417CB-FB65-9863-BC04-0E81D4C43BB8}"/>
              </a:ext>
            </a:extLst>
          </p:cNvPr>
          <p:cNvSpPr txBox="1"/>
          <p:nvPr/>
        </p:nvSpPr>
        <p:spPr>
          <a:xfrm>
            <a:off x="1120140" y="4844771"/>
            <a:ext cx="1786890" cy="1631216"/>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Main microcontroller that connects and processes sensor data</a:t>
            </a:r>
            <a:endParaRPr lang="en-US" sz="2000" dirty="0">
              <a:solidFill>
                <a:srgbClr val="0C355D"/>
              </a:solidFill>
              <a:latin typeface="Berlin Sans FB" panose="020E0602020502020306" pitchFamily="34" charset="0"/>
            </a:endParaRPr>
          </a:p>
        </p:txBody>
      </p:sp>
      <p:sp>
        <p:nvSpPr>
          <p:cNvPr id="2" name="TextBox 1">
            <a:extLst>
              <a:ext uri="{FF2B5EF4-FFF2-40B4-BE49-F238E27FC236}">
                <a16:creationId xmlns:a16="http://schemas.microsoft.com/office/drawing/2014/main" id="{69F5292C-4CB0-0347-DAA0-B7A8C12C09A5}"/>
              </a:ext>
            </a:extLst>
          </p:cNvPr>
          <p:cNvSpPr txBox="1"/>
          <p:nvPr/>
        </p:nvSpPr>
        <p:spPr>
          <a:xfrm>
            <a:off x="3042284"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MAX30105</a:t>
            </a:r>
            <a:endParaRPr lang="en-US" sz="2400" dirty="0">
              <a:solidFill>
                <a:srgbClr val="0C355D"/>
              </a:solidFill>
              <a:latin typeface="Berlin Sans FB" panose="020E0602020502020306" pitchFamily="34" charset="0"/>
            </a:endParaRPr>
          </a:p>
        </p:txBody>
      </p:sp>
      <p:sp>
        <p:nvSpPr>
          <p:cNvPr id="3" name="TextBox 2">
            <a:extLst>
              <a:ext uri="{FF2B5EF4-FFF2-40B4-BE49-F238E27FC236}">
                <a16:creationId xmlns:a16="http://schemas.microsoft.com/office/drawing/2014/main" id="{AFAF4297-2112-9C3F-77EC-9F8FD73DF64B}"/>
              </a:ext>
            </a:extLst>
          </p:cNvPr>
          <p:cNvSpPr txBox="1"/>
          <p:nvPr/>
        </p:nvSpPr>
        <p:spPr>
          <a:xfrm>
            <a:off x="3280410"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02</a:t>
            </a:r>
            <a:endParaRPr lang="en-US" sz="4000" dirty="0">
              <a:solidFill>
                <a:srgbClr val="0C355D"/>
              </a:solidFill>
              <a:latin typeface="Berlin Sans FB" panose="020E0602020502020306" pitchFamily="34" charset="0"/>
            </a:endParaRPr>
          </a:p>
        </p:txBody>
      </p:sp>
      <p:sp>
        <p:nvSpPr>
          <p:cNvPr id="4" name="TextBox 3">
            <a:extLst>
              <a:ext uri="{FF2B5EF4-FFF2-40B4-BE49-F238E27FC236}">
                <a16:creationId xmlns:a16="http://schemas.microsoft.com/office/drawing/2014/main" id="{4204755F-B651-449F-919B-DFE71AC946FF}"/>
              </a:ext>
            </a:extLst>
          </p:cNvPr>
          <p:cNvSpPr txBox="1"/>
          <p:nvPr/>
        </p:nvSpPr>
        <p:spPr>
          <a:xfrm>
            <a:off x="3386137" y="4844771"/>
            <a:ext cx="1312545" cy="2121158"/>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Measures heart rate and blood oxygen (SpO2)</a:t>
            </a:r>
          </a:p>
          <a:p>
            <a:pPr algn="ctr">
              <a:lnSpc>
                <a:spcPts val="4480"/>
              </a:lnSpc>
            </a:pPr>
            <a:endParaRPr lang="en-US" sz="2000" dirty="0">
              <a:solidFill>
                <a:srgbClr val="0C355D"/>
              </a:solidFill>
              <a:latin typeface="Berlin Sans FB" panose="020E0602020502020306" pitchFamily="34" charset="0"/>
              <a:ea typeface="DM Sans"/>
              <a:cs typeface="DM Sans"/>
              <a:sym typeface="DM Sans"/>
            </a:endParaRPr>
          </a:p>
        </p:txBody>
      </p:sp>
      <p:sp>
        <p:nvSpPr>
          <p:cNvPr id="5" name="TextBox 4">
            <a:extLst>
              <a:ext uri="{FF2B5EF4-FFF2-40B4-BE49-F238E27FC236}">
                <a16:creationId xmlns:a16="http://schemas.microsoft.com/office/drawing/2014/main" id="{CBF8BF46-6051-E12B-F80C-8508C1CF9156}"/>
              </a:ext>
            </a:extLst>
          </p:cNvPr>
          <p:cNvSpPr txBox="1"/>
          <p:nvPr/>
        </p:nvSpPr>
        <p:spPr>
          <a:xfrm>
            <a:off x="5095872" y="3314699"/>
            <a:ext cx="2000250" cy="830997"/>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Temp. Sensor </a:t>
            </a:r>
            <a:r>
              <a:rPr lang="en-US" sz="2400" b="1" dirty="0">
                <a:solidFill>
                  <a:srgbClr val="0C355D"/>
                </a:solidFill>
                <a:latin typeface="DM Sans Bold"/>
                <a:ea typeface="DM Sans Bold"/>
                <a:cs typeface="DM Sans Bold"/>
                <a:sym typeface="DM Sans Bold"/>
              </a:rPr>
              <a:t>TMP 36GZ </a:t>
            </a:r>
            <a:endParaRPr lang="en-US" sz="2400" dirty="0">
              <a:solidFill>
                <a:srgbClr val="0C355D"/>
              </a:solidFill>
              <a:latin typeface="Berlin Sans FB" panose="020E0602020502020306" pitchFamily="34" charset="0"/>
            </a:endParaRPr>
          </a:p>
        </p:txBody>
      </p:sp>
      <p:sp>
        <p:nvSpPr>
          <p:cNvPr id="6" name="TextBox 5">
            <a:extLst>
              <a:ext uri="{FF2B5EF4-FFF2-40B4-BE49-F238E27FC236}">
                <a16:creationId xmlns:a16="http://schemas.microsoft.com/office/drawing/2014/main" id="{E0D5DB28-9E8A-594D-C644-76DA4C62099A}"/>
              </a:ext>
            </a:extLst>
          </p:cNvPr>
          <p:cNvSpPr txBox="1"/>
          <p:nvPr/>
        </p:nvSpPr>
        <p:spPr>
          <a:xfrm>
            <a:off x="5333999"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03</a:t>
            </a:r>
            <a:endParaRPr lang="en-US" sz="4000" dirty="0">
              <a:solidFill>
                <a:srgbClr val="0C355D"/>
              </a:solidFill>
              <a:latin typeface="Berlin Sans FB" panose="020E0602020502020306" pitchFamily="34" charset="0"/>
            </a:endParaRPr>
          </a:p>
        </p:txBody>
      </p:sp>
      <p:sp>
        <p:nvSpPr>
          <p:cNvPr id="7" name="TextBox 6">
            <a:extLst>
              <a:ext uri="{FF2B5EF4-FFF2-40B4-BE49-F238E27FC236}">
                <a16:creationId xmlns:a16="http://schemas.microsoft.com/office/drawing/2014/main" id="{14E632A0-F909-1CFD-0877-28440FA8B748}"/>
              </a:ext>
            </a:extLst>
          </p:cNvPr>
          <p:cNvSpPr txBox="1"/>
          <p:nvPr/>
        </p:nvSpPr>
        <p:spPr>
          <a:xfrm>
            <a:off x="5297959" y="4844771"/>
            <a:ext cx="1596075" cy="1015663"/>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Monitors body temperature</a:t>
            </a:r>
          </a:p>
        </p:txBody>
      </p:sp>
      <p:sp>
        <p:nvSpPr>
          <p:cNvPr id="11" name="TextBox 10">
            <a:extLst>
              <a:ext uri="{FF2B5EF4-FFF2-40B4-BE49-F238E27FC236}">
                <a16:creationId xmlns:a16="http://schemas.microsoft.com/office/drawing/2014/main" id="{7887465A-7C91-F8FB-DED0-F8F6209E56DB}"/>
              </a:ext>
            </a:extLst>
          </p:cNvPr>
          <p:cNvSpPr txBox="1"/>
          <p:nvPr/>
        </p:nvSpPr>
        <p:spPr>
          <a:xfrm>
            <a:off x="7149460" y="3314699"/>
            <a:ext cx="2000250" cy="461665"/>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MPU6050</a:t>
            </a:r>
            <a:endParaRPr lang="en-US" sz="2400" dirty="0">
              <a:solidFill>
                <a:srgbClr val="0C355D"/>
              </a:solidFill>
              <a:latin typeface="Berlin Sans FB" panose="020E0602020502020306" pitchFamily="34" charset="0"/>
            </a:endParaRPr>
          </a:p>
        </p:txBody>
      </p:sp>
      <p:sp>
        <p:nvSpPr>
          <p:cNvPr id="14" name="TextBox 13">
            <a:extLst>
              <a:ext uri="{FF2B5EF4-FFF2-40B4-BE49-F238E27FC236}">
                <a16:creationId xmlns:a16="http://schemas.microsoft.com/office/drawing/2014/main" id="{C96ADF04-F2BF-6470-C948-3945A0A5D3B4}"/>
              </a:ext>
            </a:extLst>
          </p:cNvPr>
          <p:cNvSpPr txBox="1"/>
          <p:nvPr/>
        </p:nvSpPr>
        <p:spPr>
          <a:xfrm>
            <a:off x="7387585"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04</a:t>
            </a:r>
            <a:endParaRPr lang="en-US" sz="4000" dirty="0">
              <a:solidFill>
                <a:srgbClr val="0C355D"/>
              </a:solidFill>
              <a:latin typeface="Berlin Sans FB" panose="020E0602020502020306" pitchFamily="34" charset="0"/>
            </a:endParaRPr>
          </a:p>
        </p:txBody>
      </p:sp>
      <p:sp>
        <p:nvSpPr>
          <p:cNvPr id="16" name="TextBox 15">
            <a:extLst>
              <a:ext uri="{FF2B5EF4-FFF2-40B4-BE49-F238E27FC236}">
                <a16:creationId xmlns:a16="http://schemas.microsoft.com/office/drawing/2014/main" id="{A2FA501A-98DA-5509-EB28-A6FA04F68729}"/>
              </a:ext>
            </a:extLst>
          </p:cNvPr>
          <p:cNvSpPr txBox="1"/>
          <p:nvPr/>
        </p:nvSpPr>
        <p:spPr>
          <a:xfrm>
            <a:off x="7387585" y="4844771"/>
            <a:ext cx="1515220" cy="1938992"/>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Gyroscope &amp; </a:t>
            </a:r>
            <a:r>
              <a:rPr lang="en-US" sz="2000" dirty="0" err="1">
                <a:solidFill>
                  <a:srgbClr val="0C355D"/>
                </a:solidFill>
                <a:latin typeface="Berlin Sans FB" panose="020E0602020502020306" pitchFamily="34" charset="0"/>
                <a:ea typeface="DM Sans"/>
                <a:cs typeface="DM Sans"/>
                <a:sym typeface="DM Sans"/>
              </a:rPr>
              <a:t>Accelemeter</a:t>
            </a:r>
            <a:r>
              <a:rPr lang="en-US" sz="2000" dirty="0">
                <a:solidFill>
                  <a:srgbClr val="0C355D"/>
                </a:solidFill>
                <a:latin typeface="Berlin Sans FB" panose="020E0602020502020306" pitchFamily="34" charset="0"/>
                <a:ea typeface="DM Sans"/>
                <a:cs typeface="DM Sans"/>
                <a:sym typeface="DM Sans"/>
              </a:rPr>
              <a:t> to detect abnormal movement or falls</a:t>
            </a:r>
          </a:p>
        </p:txBody>
      </p:sp>
      <p:sp>
        <p:nvSpPr>
          <p:cNvPr id="19" name="TextBox 18">
            <a:extLst>
              <a:ext uri="{FF2B5EF4-FFF2-40B4-BE49-F238E27FC236}">
                <a16:creationId xmlns:a16="http://schemas.microsoft.com/office/drawing/2014/main" id="{6FA7B918-056E-8E91-6141-E23528F8053F}"/>
              </a:ext>
            </a:extLst>
          </p:cNvPr>
          <p:cNvSpPr txBox="1"/>
          <p:nvPr/>
        </p:nvSpPr>
        <p:spPr>
          <a:xfrm>
            <a:off x="9251629" y="3314699"/>
            <a:ext cx="2000250" cy="830997"/>
          </a:xfrm>
          <a:prstGeom prst="rect">
            <a:avLst/>
          </a:prstGeom>
          <a:noFill/>
        </p:spPr>
        <p:txBody>
          <a:bodyPr wrap="square">
            <a:spAutoFit/>
          </a:bodyPr>
          <a:lstStyle/>
          <a:p>
            <a:pPr algn="ctr"/>
            <a:r>
              <a:rPr lang="en-US" sz="2400" dirty="0">
                <a:solidFill>
                  <a:srgbClr val="0C355D"/>
                </a:solidFill>
                <a:latin typeface="Berlin Sans FB" panose="020E0602020502020306" pitchFamily="34" charset="0"/>
                <a:ea typeface="DM Sans Bold"/>
                <a:cs typeface="DM Sans Bold"/>
                <a:sym typeface="DM Sans Bold"/>
              </a:rPr>
              <a:t>NEO-6M GPS Module</a:t>
            </a:r>
            <a:endParaRPr lang="en-US" sz="24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C0E5EE65-35FE-95C9-8AB6-5966E9BFD1FE}"/>
              </a:ext>
            </a:extLst>
          </p:cNvPr>
          <p:cNvSpPr txBox="1"/>
          <p:nvPr/>
        </p:nvSpPr>
        <p:spPr>
          <a:xfrm>
            <a:off x="9456414" y="2707689"/>
            <a:ext cx="152400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ea typeface="DM Sans Bold"/>
                <a:cs typeface="DM Sans Bold"/>
                <a:sym typeface="DM Sans Bold"/>
              </a:rPr>
              <a:t>05</a:t>
            </a:r>
            <a:endParaRPr lang="en-US" sz="4000" dirty="0">
              <a:solidFill>
                <a:srgbClr val="0C355D"/>
              </a:solidFill>
              <a:latin typeface="Berlin Sans FB" panose="020E0602020502020306" pitchFamily="34" charset="0"/>
            </a:endParaRPr>
          </a:p>
        </p:txBody>
      </p:sp>
      <p:sp>
        <p:nvSpPr>
          <p:cNvPr id="21" name="TextBox 20">
            <a:extLst>
              <a:ext uri="{FF2B5EF4-FFF2-40B4-BE49-F238E27FC236}">
                <a16:creationId xmlns:a16="http://schemas.microsoft.com/office/drawing/2014/main" id="{A6091720-7BA4-7288-C3BE-B03AD3734FB2}"/>
              </a:ext>
            </a:extLst>
          </p:cNvPr>
          <p:cNvSpPr txBox="1"/>
          <p:nvPr/>
        </p:nvSpPr>
        <p:spPr>
          <a:xfrm>
            <a:off x="9489754" y="4844771"/>
            <a:ext cx="1515220" cy="1015663"/>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ea typeface="DM Sans"/>
                <a:cs typeface="DM Sans"/>
                <a:sym typeface="DM Sans"/>
              </a:rPr>
              <a:t>Provides accurate geolocation</a:t>
            </a:r>
          </a:p>
        </p:txBody>
      </p:sp>
      <p:sp>
        <p:nvSpPr>
          <p:cNvPr id="22" name="TextBox 3">
            <a:extLst>
              <a:ext uri="{FF2B5EF4-FFF2-40B4-BE49-F238E27FC236}">
                <a16:creationId xmlns:a16="http://schemas.microsoft.com/office/drawing/2014/main" id="{8998D8EF-654B-CFA1-BB8A-A5D74666794F}"/>
              </a:ext>
            </a:extLst>
          </p:cNvPr>
          <p:cNvSpPr txBox="1"/>
          <p:nvPr/>
        </p:nvSpPr>
        <p:spPr>
          <a:xfrm>
            <a:off x="-9067800" y="1289447"/>
            <a:ext cx="4735630" cy="615553"/>
          </a:xfrm>
          <a:prstGeom prst="rect">
            <a:avLst/>
          </a:prstGeom>
        </p:spPr>
        <p:txBody>
          <a:bodyPr wrap="square" lIns="0" tIns="0" rIns="0" bIns="0" rtlCol="0" anchor="t">
            <a:spAutoFit/>
          </a:bodyPr>
          <a:lstStyle/>
          <a:p>
            <a:pPr algn="ctr">
              <a:spcBef>
                <a:spcPct val="0"/>
              </a:spcBef>
            </a:pPr>
            <a:r>
              <a:rPr lang="en-US" sz="4000" dirty="0">
                <a:solidFill>
                  <a:srgbClr val="0C355D"/>
                </a:solidFill>
                <a:latin typeface="Berlin Sans FB" panose="020E0602020502020306" pitchFamily="34" charset="0"/>
                <a:ea typeface="DM Sans"/>
                <a:cs typeface="DM Sans"/>
                <a:sym typeface="DM Sans"/>
              </a:rPr>
              <a:t>System Flow Diagram</a:t>
            </a:r>
          </a:p>
        </p:txBody>
      </p:sp>
      <p:sp>
        <p:nvSpPr>
          <p:cNvPr id="23" name="TextBox 4">
            <a:extLst>
              <a:ext uri="{FF2B5EF4-FFF2-40B4-BE49-F238E27FC236}">
                <a16:creationId xmlns:a16="http://schemas.microsoft.com/office/drawing/2014/main" id="{023A82BB-B7D8-BDD4-4294-337FB03AD7DA}"/>
              </a:ext>
            </a:extLst>
          </p:cNvPr>
          <p:cNvSpPr txBox="1"/>
          <p:nvPr/>
        </p:nvSpPr>
        <p:spPr>
          <a:xfrm>
            <a:off x="-8610600" y="2121568"/>
            <a:ext cx="7310387" cy="2250040"/>
          </a:xfrm>
          <a:prstGeom prst="rect">
            <a:avLst/>
          </a:prstGeom>
        </p:spPr>
        <p:txBody>
          <a:bodyPr wrap="square" lIns="0" tIns="0" rIns="0" bIns="0" rtlCol="0" anchor="t">
            <a:spAutoFit/>
          </a:bodyPr>
          <a:lstStyle/>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01. Sensors continuously collect health and location data</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02. ESP32 processes and evaluates the data</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03. ESP32 connect to Wi-Fi</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04. Data is sent to a mobile server via MQTT</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05. Server connected to MQTT and get data in real time</a:t>
            </a:r>
          </a:p>
        </p:txBody>
      </p:sp>
      <p:sp>
        <p:nvSpPr>
          <p:cNvPr id="24" name="TextBox 23">
            <a:extLst>
              <a:ext uri="{FF2B5EF4-FFF2-40B4-BE49-F238E27FC236}">
                <a16:creationId xmlns:a16="http://schemas.microsoft.com/office/drawing/2014/main" id="{03FED30B-2B52-B26B-E0BB-94B79ED0E70B}"/>
              </a:ext>
            </a:extLst>
          </p:cNvPr>
          <p:cNvSpPr txBox="1"/>
          <p:nvPr/>
        </p:nvSpPr>
        <p:spPr>
          <a:xfrm>
            <a:off x="-1" y="1206775"/>
            <a:ext cx="2958046" cy="707886"/>
          </a:xfrm>
          <a:prstGeom prst="rect">
            <a:avLst/>
          </a:prstGeom>
          <a:noFill/>
        </p:spPr>
        <p:txBody>
          <a:bodyPr wrap="square">
            <a:spAutoFit/>
          </a:bodyPr>
          <a:lstStyle/>
          <a:p>
            <a:pPr>
              <a:spcBef>
                <a:spcPct val="0"/>
              </a:spcBef>
            </a:pPr>
            <a:r>
              <a:rPr lang="en-US" sz="4000" dirty="0">
                <a:solidFill>
                  <a:srgbClr val="0C355D"/>
                </a:solidFill>
                <a:latin typeface="Berlin Sans FB" panose="020E0602020502020306" pitchFamily="34" charset="0"/>
                <a:ea typeface="DM Sans"/>
                <a:cs typeface="DM Sans"/>
                <a:sym typeface="DM Sans"/>
              </a:rPr>
              <a:t>Components</a:t>
            </a:r>
          </a:p>
        </p:txBody>
      </p:sp>
    </p:spTree>
    <p:extLst>
      <p:ext uri="{BB962C8B-B14F-4D97-AF65-F5344CB8AC3E}">
        <p14:creationId xmlns:p14="http://schemas.microsoft.com/office/powerpoint/2010/main" val="19465071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9EEE-81CE-963F-BF7F-11857B6D2E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FFFF0E-B135-72FE-F8E8-0F5F4E021F83}"/>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4" name="Graphic 3" descr="Laptop with solid fill">
            <a:extLst>
              <a:ext uri="{FF2B5EF4-FFF2-40B4-BE49-F238E27FC236}">
                <a16:creationId xmlns:a16="http://schemas.microsoft.com/office/drawing/2014/main" id="{A4EB0C45-6C7B-81EF-0948-A9A726C3CD3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1" name="Straight Connector 10">
            <a:extLst>
              <a:ext uri="{FF2B5EF4-FFF2-40B4-BE49-F238E27FC236}">
                <a16:creationId xmlns:a16="http://schemas.microsoft.com/office/drawing/2014/main" id="{53BC16CE-92D5-FC72-D5C3-6CCC627F2FAB}"/>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5" name="TextBox 3">
            <a:extLst>
              <a:ext uri="{FF2B5EF4-FFF2-40B4-BE49-F238E27FC236}">
                <a16:creationId xmlns:a16="http://schemas.microsoft.com/office/drawing/2014/main" id="{ABDEC886-E970-E469-1794-2617A477EFDD}"/>
              </a:ext>
            </a:extLst>
          </p:cNvPr>
          <p:cNvSpPr txBox="1"/>
          <p:nvPr/>
        </p:nvSpPr>
        <p:spPr>
          <a:xfrm>
            <a:off x="0" y="1289447"/>
            <a:ext cx="4735630" cy="615553"/>
          </a:xfrm>
          <a:prstGeom prst="rect">
            <a:avLst/>
          </a:prstGeom>
        </p:spPr>
        <p:txBody>
          <a:bodyPr wrap="square" lIns="0" tIns="0" rIns="0" bIns="0" rtlCol="0" anchor="t">
            <a:spAutoFit/>
          </a:bodyPr>
          <a:lstStyle/>
          <a:p>
            <a:pPr algn="ctr">
              <a:spcBef>
                <a:spcPct val="0"/>
              </a:spcBef>
            </a:pPr>
            <a:r>
              <a:rPr lang="en-US" sz="4000" dirty="0">
                <a:solidFill>
                  <a:srgbClr val="0C355D"/>
                </a:solidFill>
                <a:latin typeface="Berlin Sans FB" panose="020E0602020502020306" pitchFamily="34" charset="0"/>
                <a:ea typeface="DM Sans"/>
                <a:cs typeface="DM Sans"/>
                <a:sym typeface="DM Sans"/>
              </a:rPr>
              <a:t>System Flow Diagram</a:t>
            </a:r>
          </a:p>
        </p:txBody>
      </p:sp>
      <p:sp>
        <p:nvSpPr>
          <p:cNvPr id="7" name="TextBox 4">
            <a:extLst>
              <a:ext uri="{FF2B5EF4-FFF2-40B4-BE49-F238E27FC236}">
                <a16:creationId xmlns:a16="http://schemas.microsoft.com/office/drawing/2014/main" id="{31C266B5-944C-FA21-7B2A-603BAE01E439}"/>
              </a:ext>
            </a:extLst>
          </p:cNvPr>
          <p:cNvSpPr txBox="1"/>
          <p:nvPr/>
        </p:nvSpPr>
        <p:spPr>
          <a:xfrm>
            <a:off x="457200" y="2121568"/>
            <a:ext cx="7310387" cy="2250040"/>
          </a:xfrm>
          <a:prstGeom prst="rect">
            <a:avLst/>
          </a:prstGeom>
        </p:spPr>
        <p:txBody>
          <a:bodyPr wrap="square" lIns="0" tIns="0" rIns="0" bIns="0" rtlCol="0" anchor="t">
            <a:spAutoFit/>
          </a:bodyPr>
          <a:lstStyle/>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01. Sensors continuously collect health and location data</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02. ESP32 processes and evaluates the data</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03. ESP32 connect to Wi-Fi</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04. Data is sent to a mobile server via MQTT</a:t>
            </a:r>
          </a:p>
          <a:p>
            <a:pPr marL="345441" lvl="1" algn="l">
              <a:lnSpc>
                <a:spcPct val="150000"/>
              </a:lnSpc>
            </a:pPr>
            <a:r>
              <a:rPr lang="en-US" sz="2000" dirty="0">
                <a:solidFill>
                  <a:srgbClr val="0C355D"/>
                </a:solidFill>
                <a:latin typeface="Berlin Sans FB" panose="020E0602020502020306" pitchFamily="34" charset="0"/>
                <a:ea typeface="DM Sans"/>
                <a:cs typeface="DM Sans"/>
                <a:sym typeface="DM Sans"/>
              </a:rPr>
              <a:t>05. Server connected to MQTT and get data in real time</a:t>
            </a:r>
          </a:p>
        </p:txBody>
      </p:sp>
      <p:grpSp>
        <p:nvGrpSpPr>
          <p:cNvPr id="18" name="Group 17">
            <a:extLst>
              <a:ext uri="{FF2B5EF4-FFF2-40B4-BE49-F238E27FC236}">
                <a16:creationId xmlns:a16="http://schemas.microsoft.com/office/drawing/2014/main" id="{795FD894-1488-0807-7DFD-68E60B1B6092}"/>
              </a:ext>
            </a:extLst>
          </p:cNvPr>
          <p:cNvGrpSpPr/>
          <p:nvPr/>
        </p:nvGrpSpPr>
        <p:grpSpPr>
          <a:xfrm>
            <a:off x="7153875" y="2869137"/>
            <a:ext cx="4580925" cy="3438077"/>
            <a:chOff x="7163670" y="1179704"/>
            <a:chExt cx="4580925" cy="3438077"/>
          </a:xfrm>
        </p:grpSpPr>
        <p:sp>
          <p:nvSpPr>
            <p:cNvPr id="15" name="Freeform 7">
              <a:extLst>
                <a:ext uri="{FF2B5EF4-FFF2-40B4-BE49-F238E27FC236}">
                  <a16:creationId xmlns:a16="http://schemas.microsoft.com/office/drawing/2014/main" id="{61ACA5AA-1850-D044-34F8-83EABCE4E282}"/>
                </a:ext>
              </a:extLst>
            </p:cNvPr>
            <p:cNvSpPr/>
            <p:nvPr/>
          </p:nvSpPr>
          <p:spPr>
            <a:xfrm>
              <a:off x="7163670" y="1179704"/>
              <a:ext cx="4571130" cy="3428282"/>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a:solidFill>
                  <a:srgbClr val="0C355D"/>
                </a:solidFill>
              </a:endParaRPr>
            </a:p>
          </p:txBody>
        </p:sp>
        <p:sp>
          <p:nvSpPr>
            <p:cNvPr id="8" name="Freeform 2">
              <a:extLst>
                <a:ext uri="{FF2B5EF4-FFF2-40B4-BE49-F238E27FC236}">
                  <a16:creationId xmlns:a16="http://schemas.microsoft.com/office/drawing/2014/main" id="{9CEC06A6-5FEF-19FC-EF1C-697B6D66861C}"/>
                </a:ext>
              </a:extLst>
            </p:cNvPr>
            <p:cNvSpPr>
              <a:spLocks/>
            </p:cNvSpPr>
            <p:nvPr/>
          </p:nvSpPr>
          <p:spPr>
            <a:xfrm>
              <a:off x="7261860" y="1289446"/>
              <a:ext cx="4366260" cy="3213973"/>
            </a:xfrm>
            <a:custGeom>
              <a:avLst/>
              <a:gdLst/>
              <a:ahLst/>
              <a:cxnLst/>
              <a:rect l="l" t="t" r="r" b="b"/>
              <a:pathLst>
                <a:path w="9057378" h="5626896">
                  <a:moveTo>
                    <a:pt x="0" y="0"/>
                  </a:moveTo>
                  <a:lnTo>
                    <a:pt x="9057378" y="0"/>
                  </a:lnTo>
                  <a:lnTo>
                    <a:pt x="9057378" y="5626896"/>
                  </a:lnTo>
                  <a:lnTo>
                    <a:pt x="0" y="5626896"/>
                  </a:lnTo>
                  <a:lnTo>
                    <a:pt x="0" y="0"/>
                  </a:lnTo>
                  <a:close/>
                </a:path>
              </a:pathLst>
            </a:custGeom>
            <a:blipFill>
              <a:blip r:embed="rId5">
                <a:alphaModFix/>
              </a:blip>
              <a:stretch>
                <a:fillRect/>
              </a:stretch>
            </a:blipFill>
          </p:spPr>
          <p:txBody>
            <a:bodyPr/>
            <a:lstStyle/>
            <a:p>
              <a:endParaRPr lang="en-US" dirty="0"/>
            </a:p>
          </p:txBody>
        </p:sp>
        <p:sp>
          <p:nvSpPr>
            <p:cNvPr id="17" name="Freeform 9">
              <a:extLst>
                <a:ext uri="{FF2B5EF4-FFF2-40B4-BE49-F238E27FC236}">
                  <a16:creationId xmlns:a16="http://schemas.microsoft.com/office/drawing/2014/main" id="{D07F600F-F8D8-67BE-FB62-FB065038EA0C}"/>
                </a:ext>
              </a:extLst>
            </p:cNvPr>
            <p:cNvSpPr/>
            <p:nvPr/>
          </p:nvSpPr>
          <p:spPr>
            <a:xfrm>
              <a:off x="7163670" y="1179704"/>
              <a:ext cx="4580925" cy="3438077"/>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a:p>
          </p:txBody>
        </p:sp>
      </p:grpSp>
    </p:spTree>
    <p:extLst>
      <p:ext uri="{BB962C8B-B14F-4D97-AF65-F5344CB8AC3E}">
        <p14:creationId xmlns:p14="http://schemas.microsoft.com/office/powerpoint/2010/main" val="422136942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239F8-C274-E870-BAC8-A666D634A6A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1457DF-338A-7E9D-06B4-D2EF4BF9AF40}"/>
              </a:ext>
            </a:extLst>
          </p:cNvPr>
          <p:cNvSpPr txBox="1"/>
          <p:nvPr/>
        </p:nvSpPr>
        <p:spPr>
          <a:xfrm>
            <a:off x="780358" y="69058"/>
            <a:ext cx="2177687"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Hardware</a:t>
            </a:r>
          </a:p>
        </p:txBody>
      </p:sp>
      <p:pic>
        <p:nvPicPr>
          <p:cNvPr id="4" name="Graphic 3" descr="Laptop with solid fill">
            <a:extLst>
              <a:ext uri="{FF2B5EF4-FFF2-40B4-BE49-F238E27FC236}">
                <a16:creationId xmlns:a16="http://schemas.microsoft.com/office/drawing/2014/main" id="{B1068BA1-96FA-7DD4-B433-803D1EC3D5F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 y="0"/>
            <a:ext cx="780359" cy="780359"/>
          </a:xfrm>
          <a:prstGeom prst="rect">
            <a:avLst/>
          </a:prstGeom>
        </p:spPr>
      </p:pic>
      <p:cxnSp>
        <p:nvCxnSpPr>
          <p:cNvPr id="11" name="Straight Connector 10">
            <a:extLst>
              <a:ext uri="{FF2B5EF4-FFF2-40B4-BE49-F238E27FC236}">
                <a16:creationId xmlns:a16="http://schemas.microsoft.com/office/drawing/2014/main" id="{1ADEFE61-F97B-2FE7-6753-41C1209260C4}"/>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5" name="TextBox 3">
            <a:extLst>
              <a:ext uri="{FF2B5EF4-FFF2-40B4-BE49-F238E27FC236}">
                <a16:creationId xmlns:a16="http://schemas.microsoft.com/office/drawing/2014/main" id="{DEAB2E1A-12D9-AFCB-3ADF-8A56A6747912}"/>
              </a:ext>
            </a:extLst>
          </p:cNvPr>
          <p:cNvSpPr txBox="1"/>
          <p:nvPr/>
        </p:nvSpPr>
        <p:spPr>
          <a:xfrm>
            <a:off x="0" y="1289447"/>
            <a:ext cx="2958045" cy="615553"/>
          </a:xfrm>
          <a:prstGeom prst="rect">
            <a:avLst/>
          </a:prstGeom>
        </p:spPr>
        <p:txBody>
          <a:bodyPr wrap="square" lIns="0" tIns="0" rIns="0" bIns="0" rtlCol="0" anchor="t">
            <a:spAutoFit/>
          </a:bodyPr>
          <a:lstStyle/>
          <a:p>
            <a:pPr algn="ctr">
              <a:spcBef>
                <a:spcPct val="0"/>
              </a:spcBef>
            </a:pPr>
            <a:r>
              <a:rPr lang="en-US" sz="4000" dirty="0">
                <a:solidFill>
                  <a:srgbClr val="0C355D"/>
                </a:solidFill>
                <a:latin typeface="Berlin Sans FB" panose="020E0602020502020306" pitchFamily="34" charset="0"/>
                <a:ea typeface="DM Sans"/>
                <a:cs typeface="DM Sans"/>
                <a:sym typeface="DM Sans"/>
              </a:rPr>
              <a:t>Circuit Design</a:t>
            </a:r>
          </a:p>
        </p:txBody>
      </p:sp>
      <p:grpSp>
        <p:nvGrpSpPr>
          <p:cNvPr id="9" name="Group 8">
            <a:extLst>
              <a:ext uri="{FF2B5EF4-FFF2-40B4-BE49-F238E27FC236}">
                <a16:creationId xmlns:a16="http://schemas.microsoft.com/office/drawing/2014/main" id="{62AC5A44-FB1C-3C96-E6E1-5446A60DA99E}"/>
              </a:ext>
            </a:extLst>
          </p:cNvPr>
          <p:cNvGrpSpPr>
            <a:grpSpLocks noChangeAspect="1"/>
          </p:cNvGrpSpPr>
          <p:nvPr/>
        </p:nvGrpSpPr>
        <p:grpSpPr>
          <a:xfrm>
            <a:off x="3389693" y="1473398"/>
            <a:ext cx="6297646" cy="4726511"/>
            <a:chOff x="5515989" y="2835389"/>
            <a:chExt cx="4580925" cy="3438077"/>
          </a:xfrm>
        </p:grpSpPr>
        <p:sp>
          <p:nvSpPr>
            <p:cNvPr id="15" name="Freeform 7">
              <a:extLst>
                <a:ext uri="{FF2B5EF4-FFF2-40B4-BE49-F238E27FC236}">
                  <a16:creationId xmlns:a16="http://schemas.microsoft.com/office/drawing/2014/main" id="{A8F044EC-EA40-F52D-1051-7683B8F0B76B}"/>
                </a:ext>
              </a:extLst>
            </p:cNvPr>
            <p:cNvSpPr/>
            <p:nvPr/>
          </p:nvSpPr>
          <p:spPr>
            <a:xfrm>
              <a:off x="5515989" y="2835389"/>
              <a:ext cx="4571130" cy="3428282"/>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dirty="0">
                <a:solidFill>
                  <a:srgbClr val="0C355D"/>
                </a:solidFill>
              </a:endParaRPr>
            </a:p>
          </p:txBody>
        </p:sp>
        <p:sp>
          <p:nvSpPr>
            <p:cNvPr id="6" name="Freeform 2">
              <a:extLst>
                <a:ext uri="{FF2B5EF4-FFF2-40B4-BE49-F238E27FC236}">
                  <a16:creationId xmlns:a16="http://schemas.microsoft.com/office/drawing/2014/main" id="{B1564707-F0A2-60E4-BD7C-49481B4AA913}"/>
                </a:ext>
              </a:extLst>
            </p:cNvPr>
            <p:cNvSpPr/>
            <p:nvPr/>
          </p:nvSpPr>
          <p:spPr>
            <a:xfrm>
              <a:off x="5583012" y="2895600"/>
              <a:ext cx="4430938" cy="3302000"/>
            </a:xfrm>
            <a:custGeom>
              <a:avLst/>
              <a:gdLst/>
              <a:ahLst/>
              <a:cxnLst/>
              <a:rect l="l" t="t" r="r" b="b"/>
              <a:pathLst>
                <a:path w="10571499" h="9144347">
                  <a:moveTo>
                    <a:pt x="0" y="0"/>
                  </a:moveTo>
                  <a:lnTo>
                    <a:pt x="10571499" y="0"/>
                  </a:lnTo>
                  <a:lnTo>
                    <a:pt x="10571499" y="9144346"/>
                  </a:lnTo>
                  <a:lnTo>
                    <a:pt x="0" y="9144346"/>
                  </a:lnTo>
                  <a:lnTo>
                    <a:pt x="0" y="0"/>
                  </a:lnTo>
                  <a:close/>
                </a:path>
              </a:pathLst>
            </a:custGeom>
            <a:blipFill>
              <a:blip r:embed="rId5"/>
              <a:stretch>
                <a:fillRect/>
              </a:stretch>
            </a:blipFill>
          </p:spPr>
          <p:txBody>
            <a:bodyPr/>
            <a:lstStyle/>
            <a:p>
              <a:endParaRPr lang="en-US"/>
            </a:p>
          </p:txBody>
        </p:sp>
        <p:sp>
          <p:nvSpPr>
            <p:cNvPr id="17" name="Freeform 9">
              <a:extLst>
                <a:ext uri="{FF2B5EF4-FFF2-40B4-BE49-F238E27FC236}">
                  <a16:creationId xmlns:a16="http://schemas.microsoft.com/office/drawing/2014/main" id="{D0057492-9988-EF17-BE82-D92EF9F861D7}"/>
                </a:ext>
              </a:extLst>
            </p:cNvPr>
            <p:cNvSpPr/>
            <p:nvPr/>
          </p:nvSpPr>
          <p:spPr>
            <a:xfrm>
              <a:off x="5515989" y="2835389"/>
              <a:ext cx="4580925" cy="3438077"/>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a:p>
          </p:txBody>
        </p:sp>
      </p:grpSp>
    </p:spTree>
    <p:extLst>
      <p:ext uri="{BB962C8B-B14F-4D97-AF65-F5344CB8AC3E}">
        <p14:creationId xmlns:p14="http://schemas.microsoft.com/office/powerpoint/2010/main" val="362501753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872D6-B6B9-E74B-4288-2D144702D8CB}"/>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7E2CCE51-9FD2-E564-59AE-DB23C1A3E69B}"/>
              </a:ext>
            </a:extLst>
          </p:cNvPr>
          <p:cNvSpPr txBox="1"/>
          <p:nvPr/>
        </p:nvSpPr>
        <p:spPr>
          <a:xfrm>
            <a:off x="1928206" y="2228671"/>
            <a:ext cx="8335588"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Hardware</a:t>
            </a:r>
          </a:p>
        </p:txBody>
      </p:sp>
    </p:spTree>
    <p:extLst>
      <p:ext uri="{BB962C8B-B14F-4D97-AF65-F5344CB8AC3E}">
        <p14:creationId xmlns:p14="http://schemas.microsoft.com/office/powerpoint/2010/main" val="2979875808"/>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05A94-4980-EBC7-7BDA-051F71C476AF}"/>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C6207C4C-77AB-E890-31BB-19AFFE5CAA9C}"/>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B29E94C9-D621-AF8C-0162-5959DE3F80D4}"/>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2F1232F2-F2D8-5789-E937-3FE44A6BD938}"/>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55761A1A-6D33-476C-E423-0AB80BECF75E}"/>
              </a:ext>
            </a:extLst>
          </p:cNvPr>
          <p:cNvSpPr txBox="1"/>
          <p:nvPr/>
        </p:nvSpPr>
        <p:spPr>
          <a:xfrm>
            <a:off x="7601725" y="894010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1774A3B3-6662-947F-6303-806887F8CB57}"/>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C1D0C86E-B0C3-EC79-4AB3-33B4A6F5C85E}"/>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20EBF029-EFE1-2C1F-7514-72CD5B389042}"/>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4DE90BC6-491A-DF04-6F98-80CBD00F1073}"/>
              </a:ext>
            </a:extLst>
          </p:cNvPr>
          <p:cNvGrpSpPr/>
          <p:nvPr/>
        </p:nvGrpSpPr>
        <p:grpSpPr>
          <a:xfrm rot="108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31AEC49C-AA61-BC76-D6A0-7112A0080568}"/>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C5E94273-A355-61AE-8AE0-2E38D03D50FC}"/>
                </a:ext>
              </a:extLst>
            </p:cNvPr>
            <p:cNvSpPr>
              <a:spLocks noChangeAspect="1"/>
            </p:cNvSpPr>
            <p:nvPr/>
          </p:nvSpPr>
          <p:spPr>
            <a:xfrm rot="10800000">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04D0F475-75F0-EE5D-FE75-DD0FF90169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0A24B2F3-F70E-E79F-B8F9-BD852CC9CC1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10800000">
              <a:off x="-13106400" y="-12306300"/>
              <a:ext cx="914400" cy="914400"/>
            </a:xfrm>
            <a:prstGeom prst="rect">
              <a:avLst/>
            </a:prstGeom>
          </p:spPr>
        </p:pic>
        <p:sp>
          <p:nvSpPr>
            <p:cNvPr id="110" name="Oval 109">
              <a:extLst>
                <a:ext uri="{FF2B5EF4-FFF2-40B4-BE49-F238E27FC236}">
                  <a16:creationId xmlns:a16="http://schemas.microsoft.com/office/drawing/2014/main" id="{A5EF05A1-C8F4-EC7B-E395-C4B193B1DC0C}"/>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7D5B46D1-08DC-A976-F5A2-197B31F0F05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0800000">
              <a:off x="-6477000" y="-18935700"/>
              <a:ext cx="914400" cy="914400"/>
            </a:xfrm>
            <a:prstGeom prst="rect">
              <a:avLst/>
            </a:prstGeom>
          </p:spPr>
        </p:pic>
        <p:sp>
          <p:nvSpPr>
            <p:cNvPr id="112" name="Oval 111">
              <a:extLst>
                <a:ext uri="{FF2B5EF4-FFF2-40B4-BE49-F238E27FC236}">
                  <a16:creationId xmlns:a16="http://schemas.microsoft.com/office/drawing/2014/main" id="{1240F825-74FE-B780-C5B2-4E7200FC50B2}"/>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77B9B55B-266C-793D-E3E0-805A3153A24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10800000">
              <a:off x="-6477000" y="-5676900"/>
              <a:ext cx="914400" cy="914400"/>
            </a:xfrm>
            <a:prstGeom prst="rect">
              <a:avLst/>
            </a:prstGeom>
          </p:spPr>
        </p:pic>
      </p:grpSp>
      <p:pic>
        <p:nvPicPr>
          <p:cNvPr id="2" name="Picture 1" descr="A blue and white logo&#10;&#10;AI-generated content may be incorrect.">
            <a:extLst>
              <a:ext uri="{FF2B5EF4-FFF2-40B4-BE49-F238E27FC236}">
                <a16:creationId xmlns:a16="http://schemas.microsoft.com/office/drawing/2014/main" id="{985B5998-7909-9D9C-975A-A6881EF633B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76FF3584-417F-19A2-6BEC-3FFA40C5E15A}"/>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3048136633"/>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93487-BF71-57BC-4F5E-2D43A4FF7D42}"/>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580045BA-30B8-2FEC-2834-C030A7213B45}"/>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A29B75F8-BF9C-0A45-21F5-BECA015028F1}"/>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5" name="TextBox 264">
            <a:extLst>
              <a:ext uri="{FF2B5EF4-FFF2-40B4-BE49-F238E27FC236}">
                <a16:creationId xmlns:a16="http://schemas.microsoft.com/office/drawing/2014/main" id="{DC74D750-3AB6-7E1F-C5DC-7A0C42F76669}"/>
              </a:ext>
            </a:extLst>
          </p:cNvPr>
          <p:cNvSpPr txBox="1"/>
          <p:nvPr/>
        </p:nvSpPr>
        <p:spPr>
          <a:xfrm>
            <a:off x="7601722" y="-1045160"/>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Hardware</a:t>
            </a:r>
          </a:p>
        </p:txBody>
      </p:sp>
      <p:sp>
        <p:nvSpPr>
          <p:cNvPr id="266" name="TextBox 265">
            <a:extLst>
              <a:ext uri="{FF2B5EF4-FFF2-40B4-BE49-F238E27FC236}">
                <a16:creationId xmlns:a16="http://schemas.microsoft.com/office/drawing/2014/main" id="{039708E6-9D0B-0AE3-C71E-A3960DFEBBA4}"/>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0DFE75C0-6093-EDD7-78C1-535DC3A17CB8}"/>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2EF4B2E5-99C2-804F-8D3B-317ACA3784AF}"/>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BA8BE652-478F-D504-F46F-45FCC30783AB}"/>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09D2DCD3-8B5F-29FA-3D60-D9363981AF38}"/>
              </a:ext>
            </a:extLst>
          </p:cNvPr>
          <p:cNvGrpSpPr/>
          <p:nvPr/>
        </p:nvGrpSpPr>
        <p:grpSpPr>
          <a:xfrm rot="54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57C1F04F-9FF3-E31C-4D00-987C6E664468}"/>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AE52DEF-4B20-91BA-A415-6D2624F2959A}"/>
                </a:ext>
              </a:extLst>
            </p:cNvPr>
            <p:cNvSpPr>
              <a:spLocks noChangeAspect="1"/>
            </p:cNvSpPr>
            <p:nvPr/>
          </p:nvSpPr>
          <p:spPr>
            <a:xfrm rot="10800000">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8DCF0D00-A9F4-0F39-F6DE-0FA19EBF5A6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7247850A-187A-C6CF-301E-D9896D4DB127}"/>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16200000">
              <a:off x="-13106400" y="-12306300"/>
              <a:ext cx="914400" cy="914400"/>
            </a:xfrm>
            <a:prstGeom prst="rect">
              <a:avLst/>
            </a:prstGeom>
          </p:spPr>
        </p:pic>
        <p:sp>
          <p:nvSpPr>
            <p:cNvPr id="110" name="Oval 109">
              <a:extLst>
                <a:ext uri="{FF2B5EF4-FFF2-40B4-BE49-F238E27FC236}">
                  <a16:creationId xmlns:a16="http://schemas.microsoft.com/office/drawing/2014/main" id="{14FBCC2D-EA70-AE45-D977-977410774DFE}"/>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DFFDC042-F95C-C15B-A023-465AD8C510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6200000">
              <a:off x="-6477000" y="-18935700"/>
              <a:ext cx="914400" cy="914400"/>
            </a:xfrm>
            <a:prstGeom prst="rect">
              <a:avLst/>
            </a:prstGeom>
          </p:spPr>
        </p:pic>
        <p:sp>
          <p:nvSpPr>
            <p:cNvPr id="112" name="Oval 111">
              <a:extLst>
                <a:ext uri="{FF2B5EF4-FFF2-40B4-BE49-F238E27FC236}">
                  <a16:creationId xmlns:a16="http://schemas.microsoft.com/office/drawing/2014/main" id="{FAC03B13-A51C-5722-3CDB-FE7280A285AF}"/>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398ECFC6-67F4-1762-F585-5C41D4CC1631}"/>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16200000">
              <a:off x="-6477000" y="-5676900"/>
              <a:ext cx="914400" cy="914400"/>
            </a:xfrm>
            <a:prstGeom prst="rect">
              <a:avLst/>
            </a:prstGeom>
          </p:spPr>
        </p:pic>
      </p:grpSp>
      <p:pic>
        <p:nvPicPr>
          <p:cNvPr id="2" name="Picture 1" descr="A blue and white logo&#10;&#10;AI-generated content may be incorrect.">
            <a:extLst>
              <a:ext uri="{FF2B5EF4-FFF2-40B4-BE49-F238E27FC236}">
                <a16:creationId xmlns:a16="http://schemas.microsoft.com/office/drawing/2014/main" id="{CDCA6D2A-AC66-50D5-16D3-5441957301F0}"/>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BBCDBBD1-3203-C4A2-586F-963437AE0F5F}"/>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3384010421"/>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C4661-E888-1AA6-D50C-098AFDFDA513}"/>
            </a:ext>
          </a:extLst>
        </p:cNvPr>
        <p:cNvGrpSpPr/>
        <p:nvPr/>
      </p:nvGrpSpPr>
      <p:grpSpPr>
        <a:xfrm>
          <a:off x="0" y="0"/>
          <a:ext cx="0" cy="0"/>
          <a:chOff x="0" y="0"/>
          <a:chExt cx="0" cy="0"/>
        </a:xfrm>
      </p:grpSpPr>
      <p:sp>
        <p:nvSpPr>
          <p:cNvPr id="2" name="Freeform: Shape 1">
            <a:extLst>
              <a:ext uri="{FF2B5EF4-FFF2-40B4-BE49-F238E27FC236}">
                <a16:creationId xmlns:a16="http://schemas.microsoft.com/office/drawing/2014/main" id="{A14ABAAE-7A48-6BED-E09F-219A5D7143C6}"/>
              </a:ext>
            </a:extLst>
          </p:cNvPr>
          <p:cNvSpPr/>
          <p:nvPr/>
        </p:nvSpPr>
        <p:spPr>
          <a:xfrm>
            <a:off x="0"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0" name="TextBox 69">
            <a:extLst>
              <a:ext uri="{FF2B5EF4-FFF2-40B4-BE49-F238E27FC236}">
                <a16:creationId xmlns:a16="http://schemas.microsoft.com/office/drawing/2014/main" id="{A736ABE5-9399-9AD0-4AD6-FAB96CE8D029}"/>
              </a:ext>
            </a:extLst>
          </p:cNvPr>
          <p:cNvSpPr txBox="1"/>
          <p:nvPr/>
        </p:nvSpPr>
        <p:spPr>
          <a:xfrm>
            <a:off x="1763614" y="2228671"/>
            <a:ext cx="8664772"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Front-end</a:t>
            </a:r>
          </a:p>
        </p:txBody>
      </p:sp>
      <p:sp>
        <p:nvSpPr>
          <p:cNvPr id="5" name="Freeform: Shape 4">
            <a:extLst>
              <a:ext uri="{FF2B5EF4-FFF2-40B4-BE49-F238E27FC236}">
                <a16:creationId xmlns:a16="http://schemas.microsoft.com/office/drawing/2014/main" id="{77D2190C-F2AD-9580-1718-D56F95C2565C}"/>
              </a:ext>
            </a:extLst>
          </p:cNvPr>
          <p:cNvSpPr/>
          <p:nvPr/>
        </p:nvSpPr>
        <p:spPr>
          <a:xfrm flipH="1">
            <a:off x="12192000" y="-2451462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7745001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D962C-D71F-10E2-A0CA-29A001405EAD}"/>
            </a:ext>
          </a:extLst>
        </p:cNvPr>
        <p:cNvGrpSpPr/>
        <p:nvPr/>
      </p:nvGrpSpPr>
      <p:grpSpPr>
        <a:xfrm>
          <a:off x="0" y="0"/>
          <a:ext cx="0" cy="0"/>
          <a:chOff x="0" y="0"/>
          <a:chExt cx="0" cy="0"/>
        </a:xfrm>
      </p:grpSpPr>
      <p:sp>
        <p:nvSpPr>
          <p:cNvPr id="68" name="Freeform: Shape 67">
            <a:extLst>
              <a:ext uri="{FF2B5EF4-FFF2-40B4-BE49-F238E27FC236}">
                <a16:creationId xmlns:a16="http://schemas.microsoft.com/office/drawing/2014/main" id="{40EBA191-C40C-2394-35D4-D4B089B53D17}"/>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solidFill>
                <a:srgbClr val="0C355D"/>
              </a:solidFill>
              <a:latin typeface="Berlin Sans FB" panose="020E0602020502020306" pitchFamily="34" charset="0"/>
            </a:endParaRPr>
          </a:p>
        </p:txBody>
      </p:sp>
      <p:grpSp>
        <p:nvGrpSpPr>
          <p:cNvPr id="10" name="Group 9">
            <a:extLst>
              <a:ext uri="{FF2B5EF4-FFF2-40B4-BE49-F238E27FC236}">
                <a16:creationId xmlns:a16="http://schemas.microsoft.com/office/drawing/2014/main" id="{ABF130FA-8931-E631-D4BC-E20358419E68}"/>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0B6A0E11-DC0D-97AE-48FC-AD7ADC009B4E}"/>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7C294E7-AABD-5CFA-70DC-71DB45CC2A0D}"/>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6F07CD4F-49D7-A1C2-8C01-EE2E63CA29BB}"/>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77BBF0BA-C601-3229-9529-4AA169F4AE51}"/>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44B49FF-A331-DFC1-E5C8-75262C90B208}"/>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4FFCA83B-1080-3621-4B0F-B4C4CA631E4F}"/>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F3ED9822-E7B3-B438-A6BF-F5F7A419DF74}"/>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6146E95-16BB-462C-79DA-B4A569D6B1DE}"/>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D835E67E-1036-2DBF-4109-50F708B515FD}"/>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316F5113-EDEF-F458-5969-7A5D6C86E500}"/>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C75CD2F-A459-B34B-6D3D-FE3C5ADE7FC8}"/>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2" name="TextBox 1">
            <a:extLst>
              <a:ext uri="{FF2B5EF4-FFF2-40B4-BE49-F238E27FC236}">
                <a16:creationId xmlns:a16="http://schemas.microsoft.com/office/drawing/2014/main" id="{B3816DC7-4BFD-11B6-033F-671D9DB3ADA3}"/>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3" name="Graphic 2" descr="Ui Ux with solid fill">
            <a:extLst>
              <a:ext uri="{FF2B5EF4-FFF2-40B4-BE49-F238E27FC236}">
                <a16:creationId xmlns:a16="http://schemas.microsoft.com/office/drawing/2014/main" id="{6F3EAF43-568A-3E44-4BE9-5529E1B608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sp>
        <p:nvSpPr>
          <p:cNvPr id="15" name="Freeform: Shape 14">
            <a:extLst>
              <a:ext uri="{FF2B5EF4-FFF2-40B4-BE49-F238E27FC236}">
                <a16:creationId xmlns:a16="http://schemas.microsoft.com/office/drawing/2014/main" id="{1C483102-43C9-F6CC-0726-DD8B03ED13C5}"/>
              </a:ext>
            </a:extLst>
          </p:cNvPr>
          <p:cNvSpPr/>
          <p:nvPr/>
        </p:nvSpPr>
        <p:spPr>
          <a:xfrm flipH="1">
            <a:off x="10363200" y="-2451462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7" name="Straight Connector 16">
            <a:extLst>
              <a:ext uri="{FF2B5EF4-FFF2-40B4-BE49-F238E27FC236}">
                <a16:creationId xmlns:a16="http://schemas.microsoft.com/office/drawing/2014/main" id="{2CDA36F8-0B72-3ED3-1740-5E21175C313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69" name="TextBox 68">
            <a:extLst>
              <a:ext uri="{FF2B5EF4-FFF2-40B4-BE49-F238E27FC236}">
                <a16:creationId xmlns:a16="http://schemas.microsoft.com/office/drawing/2014/main" id="{B62AAA51-4E78-C5E8-D63C-6BC7BAC37887}"/>
              </a:ext>
            </a:extLst>
          </p:cNvPr>
          <p:cNvSpPr txBox="1"/>
          <p:nvPr/>
        </p:nvSpPr>
        <p:spPr>
          <a:xfrm>
            <a:off x="0" y="1192697"/>
            <a:ext cx="2974312"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rPr>
              <a:t>Why Flutter?</a:t>
            </a:r>
          </a:p>
        </p:txBody>
      </p:sp>
      <p:sp>
        <p:nvSpPr>
          <p:cNvPr id="71" name="TextBox 70">
            <a:extLst>
              <a:ext uri="{FF2B5EF4-FFF2-40B4-BE49-F238E27FC236}">
                <a16:creationId xmlns:a16="http://schemas.microsoft.com/office/drawing/2014/main" id="{39604773-854B-691E-1856-E23A2DFBBCDF}"/>
              </a:ext>
            </a:extLst>
          </p:cNvPr>
          <p:cNvSpPr txBox="1"/>
          <p:nvPr/>
        </p:nvSpPr>
        <p:spPr>
          <a:xfrm>
            <a:off x="457200" y="3333930"/>
            <a:ext cx="3151833"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04. Support Open Source</a:t>
            </a:r>
          </a:p>
        </p:txBody>
      </p:sp>
      <p:sp>
        <p:nvSpPr>
          <p:cNvPr id="73" name="TextBox 72">
            <a:extLst>
              <a:ext uri="{FF2B5EF4-FFF2-40B4-BE49-F238E27FC236}">
                <a16:creationId xmlns:a16="http://schemas.microsoft.com/office/drawing/2014/main" id="{92D73B97-9582-38F5-5E25-042FC0058279}"/>
              </a:ext>
            </a:extLst>
          </p:cNvPr>
          <p:cNvSpPr txBox="1"/>
          <p:nvPr/>
        </p:nvSpPr>
        <p:spPr>
          <a:xfrm>
            <a:off x="457200" y="2133600"/>
            <a:ext cx="3426489"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01. Cross Platform Rich Widget </a:t>
            </a:r>
          </a:p>
        </p:txBody>
      </p:sp>
      <p:sp>
        <p:nvSpPr>
          <p:cNvPr id="75" name="TextBox 74">
            <a:extLst>
              <a:ext uri="{FF2B5EF4-FFF2-40B4-BE49-F238E27FC236}">
                <a16:creationId xmlns:a16="http://schemas.microsoft.com/office/drawing/2014/main" id="{F8837F62-619E-2F3C-5CB5-06C81196888D}"/>
              </a:ext>
            </a:extLst>
          </p:cNvPr>
          <p:cNvSpPr txBox="1"/>
          <p:nvPr/>
        </p:nvSpPr>
        <p:spPr>
          <a:xfrm>
            <a:off x="457200" y="2533710"/>
            <a:ext cx="3593876"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02. Library Hot Reload Strong </a:t>
            </a:r>
          </a:p>
        </p:txBody>
      </p:sp>
      <p:sp>
        <p:nvSpPr>
          <p:cNvPr id="77" name="TextBox 76">
            <a:extLst>
              <a:ext uri="{FF2B5EF4-FFF2-40B4-BE49-F238E27FC236}">
                <a16:creationId xmlns:a16="http://schemas.microsoft.com/office/drawing/2014/main" id="{275095BD-506F-2871-A49A-F1C575A55976}"/>
              </a:ext>
            </a:extLst>
          </p:cNvPr>
          <p:cNvSpPr txBox="1"/>
          <p:nvPr/>
        </p:nvSpPr>
        <p:spPr>
          <a:xfrm>
            <a:off x="457200" y="2933820"/>
            <a:ext cx="3255665"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03. Community &amp; Google </a:t>
            </a:r>
          </a:p>
        </p:txBody>
      </p:sp>
      <p:pic>
        <p:nvPicPr>
          <p:cNvPr id="78" name="Picture 77" descr="A black rectangular cellphone with a black background&#10;&#10;AI-generated content may be incorrect.">
            <a:extLst>
              <a:ext uri="{FF2B5EF4-FFF2-40B4-BE49-F238E27FC236}">
                <a16:creationId xmlns:a16="http://schemas.microsoft.com/office/drawing/2014/main" id="{E74B17EF-F06F-0739-CC56-ADDEC4D15E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pic>
        <p:nvPicPr>
          <p:cNvPr id="80" name="Picture 79" descr="A blue logo with black background&#10;&#10;AI-generated content may be incorrect.">
            <a:extLst>
              <a:ext uri="{FF2B5EF4-FFF2-40B4-BE49-F238E27FC236}">
                <a16:creationId xmlns:a16="http://schemas.microsoft.com/office/drawing/2014/main" id="{B2A6F313-E456-055C-A9A0-2710C477EBC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47448" y="2189005"/>
            <a:ext cx="2689959" cy="2689959"/>
          </a:xfrm>
          <a:prstGeom prst="rect">
            <a:avLst/>
          </a:prstGeom>
        </p:spPr>
      </p:pic>
    </p:spTree>
    <p:extLst>
      <p:ext uri="{BB962C8B-B14F-4D97-AF65-F5344CB8AC3E}">
        <p14:creationId xmlns:p14="http://schemas.microsoft.com/office/powerpoint/2010/main" val="252192271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D7728-0EC3-CA99-C0C2-6C2D650987CE}"/>
            </a:ext>
          </a:extLst>
        </p:cNvPr>
        <p:cNvGrpSpPr/>
        <p:nvPr/>
      </p:nvGrpSpPr>
      <p:grpSpPr>
        <a:xfrm>
          <a:off x="0" y="0"/>
          <a:ext cx="0" cy="0"/>
          <a:chOff x="0" y="0"/>
          <a:chExt cx="0" cy="0"/>
        </a:xfrm>
      </p:grpSpPr>
      <p:pic>
        <p:nvPicPr>
          <p:cNvPr id="67" name="Picture 66" descr="A screenshot of a phone&#10;&#10;AI-generated content may be incorrect.">
            <a:extLst>
              <a:ext uri="{FF2B5EF4-FFF2-40B4-BE49-F238E27FC236}">
                <a16:creationId xmlns:a16="http://schemas.microsoft.com/office/drawing/2014/main" id="{D3B8177C-5E15-2828-C710-C74737885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062" y="466725"/>
            <a:ext cx="2682876" cy="5924550"/>
          </a:xfrm>
          <a:prstGeom prst="rect">
            <a:avLst/>
          </a:prstGeom>
        </p:spPr>
      </p:pic>
      <p:sp>
        <p:nvSpPr>
          <p:cNvPr id="4" name="Freeform: Shape 3">
            <a:extLst>
              <a:ext uri="{FF2B5EF4-FFF2-40B4-BE49-F238E27FC236}">
                <a16:creationId xmlns:a16="http://schemas.microsoft.com/office/drawing/2014/main" id="{A8719107-34AF-EC15-893E-BDCA6C3C1BF2}"/>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40B2DDD8-2494-F2FB-FCC1-9D302D4E7C99}"/>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0A832712-24AA-AA3C-C0E6-4EC8ABF3CE1A}"/>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6826538-35E7-0618-D3DE-AE31DB429697}"/>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92B839C3-7D87-4170-6F69-D10D2CD5BDD3}"/>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199E8E18-D3DF-9229-C2AF-EC9F97461F1B}"/>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9C086F2-CC8A-C7CB-823F-B749028214D2}"/>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5AF6E510-AEF5-AD47-4764-6DF4A72DE759}"/>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362687A9-2203-AE25-CF7A-112EBFCE4704}"/>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817063C-087F-C0B3-CBCB-F7D91B9C9845}"/>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BBBBEF62-C24A-3D51-5AE4-1B3B4D486735}"/>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8707E4C8-C8B6-D1CE-AA81-D0C0FBEB9E44}"/>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5D9FEAD-E4F5-5665-2C3F-A8D37E81759A}"/>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2" name="TextBox 1">
            <a:extLst>
              <a:ext uri="{FF2B5EF4-FFF2-40B4-BE49-F238E27FC236}">
                <a16:creationId xmlns:a16="http://schemas.microsoft.com/office/drawing/2014/main" id="{7384CE6E-D123-684E-205D-FB2B06913022}"/>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3" name="Graphic 2" descr="Ui Ux with solid fill">
            <a:extLst>
              <a:ext uri="{FF2B5EF4-FFF2-40B4-BE49-F238E27FC236}">
                <a16:creationId xmlns:a16="http://schemas.microsoft.com/office/drawing/2014/main" id="{2F273E7E-63A8-1A91-DB16-E8EDB26829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77240" cy="777240"/>
          </a:xfrm>
          <a:prstGeom prst="rect">
            <a:avLst/>
          </a:prstGeom>
        </p:spPr>
      </p:pic>
      <p:sp>
        <p:nvSpPr>
          <p:cNvPr id="15" name="Freeform: Shape 14">
            <a:extLst>
              <a:ext uri="{FF2B5EF4-FFF2-40B4-BE49-F238E27FC236}">
                <a16:creationId xmlns:a16="http://schemas.microsoft.com/office/drawing/2014/main" id="{D7DF8D91-9C30-6DF1-D77B-E94E05CEDD41}"/>
              </a:ext>
            </a:extLst>
          </p:cNvPr>
          <p:cNvSpPr/>
          <p:nvPr/>
        </p:nvSpPr>
        <p:spPr>
          <a:xfrm flipH="1">
            <a:off x="10363200" y="-2451462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17" name="Straight Connector 16">
            <a:extLst>
              <a:ext uri="{FF2B5EF4-FFF2-40B4-BE49-F238E27FC236}">
                <a16:creationId xmlns:a16="http://schemas.microsoft.com/office/drawing/2014/main" id="{F46197A2-428B-F8F5-AD3C-3486E4EED98D}"/>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5" name="Picture 4" descr="A black rectangular cellphone with a black background&#10;&#10;AI-generated content may be incorrect.">
            <a:extLst>
              <a:ext uri="{FF2B5EF4-FFF2-40B4-BE49-F238E27FC236}">
                <a16:creationId xmlns:a16="http://schemas.microsoft.com/office/drawing/2014/main" id="{F141E840-5E1E-5AC2-E2B2-6604E5781DD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83956415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BB1EF-220D-248F-C121-7AE624A33CC2}"/>
            </a:ext>
          </a:extLst>
        </p:cNvPr>
        <p:cNvGrpSpPr/>
        <p:nvPr/>
      </p:nvGrpSpPr>
      <p:grpSpPr>
        <a:xfrm>
          <a:off x="0" y="0"/>
          <a:ext cx="0" cy="0"/>
          <a:chOff x="0" y="0"/>
          <a:chExt cx="0" cy="0"/>
        </a:xfrm>
      </p:grpSpPr>
      <p:pic>
        <p:nvPicPr>
          <p:cNvPr id="52" name="Picture 51" descr="A screenshot of a phone&#10;&#10;AI-generated content may be incorrect.">
            <a:extLst>
              <a:ext uri="{FF2B5EF4-FFF2-40B4-BE49-F238E27FC236}">
                <a16:creationId xmlns:a16="http://schemas.microsoft.com/office/drawing/2014/main" id="{47AB727A-2777-A5FE-9FCE-D00DEAE39F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8134" y="466725"/>
            <a:ext cx="2682876" cy="5924550"/>
          </a:xfrm>
          <a:prstGeom prst="rect">
            <a:avLst/>
          </a:prstGeom>
        </p:spPr>
      </p:pic>
      <p:pic>
        <p:nvPicPr>
          <p:cNvPr id="53" name="Picture 52" descr="A screenshot of a phone&#10;&#10;AI-generated content may be incorrect.">
            <a:extLst>
              <a:ext uri="{FF2B5EF4-FFF2-40B4-BE49-F238E27FC236}">
                <a16:creationId xmlns:a16="http://schemas.microsoft.com/office/drawing/2014/main" id="{90836C9F-79F9-3C95-7D74-C2283A07BB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1010" y="466725"/>
            <a:ext cx="2682876" cy="5924550"/>
          </a:xfrm>
          <a:prstGeom prst="rect">
            <a:avLst/>
          </a:prstGeom>
        </p:spPr>
      </p:pic>
      <p:sp>
        <p:nvSpPr>
          <p:cNvPr id="48" name="Freeform: Shape 47">
            <a:extLst>
              <a:ext uri="{FF2B5EF4-FFF2-40B4-BE49-F238E27FC236}">
                <a16:creationId xmlns:a16="http://schemas.microsoft.com/office/drawing/2014/main" id="{A8719107-34AF-EC15-893E-BDCA6C3C1BF2}"/>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D24C3AF1-8A76-035F-6499-C9CBA6C0CFE4}"/>
              </a:ext>
            </a:extLst>
          </p:cNvPr>
          <p:cNvGrpSpPr/>
          <p:nvPr/>
        </p:nvGrpSpPr>
        <p:grpSpPr>
          <a:xfrm>
            <a:off x="10472039" y="1739348"/>
            <a:ext cx="691261" cy="715320"/>
            <a:chOff x="11435906" y="1739348"/>
            <a:chExt cx="691261" cy="715320"/>
          </a:xfrm>
        </p:grpSpPr>
        <p:sp>
          <p:nvSpPr>
            <p:cNvPr id="22" name="Oval 21">
              <a:extLst>
                <a:ext uri="{FF2B5EF4-FFF2-40B4-BE49-F238E27FC236}">
                  <a16:creationId xmlns:a16="http://schemas.microsoft.com/office/drawing/2014/main" id="{75B266FB-3762-B01B-9C26-44313D8DD43A}"/>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45E6F22-3E4A-EBAA-A2A0-5A7488BD1B48}"/>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8797A2CD-4980-BE42-BEE5-53B353ACA549}"/>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91A739EE-331F-6595-19A1-7F758836433C}"/>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1161AC8-B7C3-E8FC-8ADE-623298BA4FE7}"/>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453F0C08-5787-C941-A08A-48C890B56948}"/>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047A1FD9-06CA-A200-51DE-D10E8438E809}"/>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2318410-A63A-1262-5E14-106C7ED91B98}"/>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F803806A-9786-D50B-CC2D-547AC9601969}"/>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B7188BFE-58D4-EC52-5DDD-663950253F48}"/>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CF1C7AE-BA9D-8238-3C7B-DE79FCA0B45D}"/>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86659E51-CF6A-0E39-FD13-DD5029001F32}"/>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2564BFFC-F56A-DA99-F3D0-F490C833FAB9}"/>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EA948B14-1C28-8F25-6984-D534549A0EC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4" name="Straight Connector 13">
            <a:extLst>
              <a:ext uri="{FF2B5EF4-FFF2-40B4-BE49-F238E27FC236}">
                <a16:creationId xmlns:a16="http://schemas.microsoft.com/office/drawing/2014/main" id="{23D379F7-D19B-C1CE-FD44-218313FC118E}"/>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60" name="Picture 59" descr="A black rectangular cellphone with a black background&#10;&#10;AI-generated content may be incorrect.">
            <a:extLst>
              <a:ext uri="{FF2B5EF4-FFF2-40B4-BE49-F238E27FC236}">
                <a16:creationId xmlns:a16="http://schemas.microsoft.com/office/drawing/2014/main" id="{79E3FA1F-FADC-B98A-223C-C824B47706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07295429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51E8C-6D77-96EB-237D-BF1D95883633}"/>
            </a:ext>
          </a:extLst>
        </p:cNvPr>
        <p:cNvGrpSpPr/>
        <p:nvPr/>
      </p:nvGrpSpPr>
      <p:grpSpPr>
        <a:xfrm>
          <a:off x="0" y="0"/>
          <a:ext cx="0" cy="0"/>
          <a:chOff x="0" y="0"/>
          <a:chExt cx="0" cy="0"/>
        </a:xfrm>
      </p:grpSpPr>
      <p:pic>
        <p:nvPicPr>
          <p:cNvPr id="30" name="Picture 29" descr="A screenshot of a phone&#10;&#10;AI-generated content may be incorrect.">
            <a:extLst>
              <a:ext uri="{FF2B5EF4-FFF2-40B4-BE49-F238E27FC236}">
                <a16:creationId xmlns:a16="http://schemas.microsoft.com/office/drawing/2014/main" id="{47CF6578-7BA1-EA3D-1C5F-DEF5F368A2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9362" y="466725"/>
            <a:ext cx="2682876" cy="5924550"/>
          </a:xfrm>
          <a:prstGeom prst="rect">
            <a:avLst/>
          </a:prstGeom>
        </p:spPr>
      </p:pic>
      <p:pic>
        <p:nvPicPr>
          <p:cNvPr id="34" name="Picture 33" descr="Screens screenshot of a medical chat&#10;&#10;AI-generated content may be incorrect.">
            <a:extLst>
              <a:ext uri="{FF2B5EF4-FFF2-40B4-BE49-F238E27FC236}">
                <a16:creationId xmlns:a16="http://schemas.microsoft.com/office/drawing/2014/main" id="{2C82735D-8F14-E319-8526-1167E1B6DC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2261" y="475294"/>
            <a:ext cx="2682876" cy="5924550"/>
          </a:xfrm>
          <a:prstGeom prst="rect">
            <a:avLst/>
          </a:prstGeom>
        </p:spPr>
      </p:pic>
      <p:sp>
        <p:nvSpPr>
          <p:cNvPr id="20" name="Freeform: Shape 19">
            <a:extLst>
              <a:ext uri="{FF2B5EF4-FFF2-40B4-BE49-F238E27FC236}">
                <a16:creationId xmlns:a16="http://schemas.microsoft.com/office/drawing/2014/main" id="{EA0ECA1D-E499-9BED-6EC3-FA2D3300418E}"/>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07F93E5C-77A1-9C17-9B32-716A51719ACD}"/>
              </a:ext>
            </a:extLst>
          </p:cNvPr>
          <p:cNvGrpSpPr/>
          <p:nvPr/>
        </p:nvGrpSpPr>
        <p:grpSpPr>
          <a:xfrm>
            <a:off x="10472039" y="1739348"/>
            <a:ext cx="691261" cy="715320"/>
            <a:chOff x="11435906" y="1739348"/>
            <a:chExt cx="691261" cy="715320"/>
          </a:xfrm>
        </p:grpSpPr>
        <p:sp>
          <p:nvSpPr>
            <p:cNvPr id="22" name="Oval 21">
              <a:extLst>
                <a:ext uri="{FF2B5EF4-FFF2-40B4-BE49-F238E27FC236}">
                  <a16:creationId xmlns:a16="http://schemas.microsoft.com/office/drawing/2014/main" id="{327467F3-AE74-A39F-800D-DB6246D6661E}"/>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88925FB-A3A4-0C09-D157-08F8CDF157C5}"/>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8E6402D6-1AAC-FD76-217A-E27539DF9791}"/>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1D118067-19A6-18DF-180F-8642C0E16071}"/>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5DF1C47A-66BD-D38D-DD39-F787A6F88173}"/>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ABFBBC59-4ED3-EE70-43D7-EBB9FE79743F}"/>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F3BDE843-5F6C-8C8B-0EF2-1BD6A3A37C56}"/>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3F22BCB-73C9-A6DD-A813-69810C0A79F8}"/>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883D702B-D582-A09F-7E0D-7B66B2F7FDA8}"/>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BC10C077-80D3-BBD3-0B56-46BA6C06607C}"/>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E25B619-534D-C4BB-9AB2-7454B346F492}"/>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232365BE-89B1-2703-6071-F1524ECC893D}"/>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F0FEB6AC-3A40-9921-9855-77BAB3023F83}"/>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88BBEC98-D5D3-ACCC-5C14-15DCC62A6B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4" name="Straight Connector 13">
            <a:extLst>
              <a:ext uri="{FF2B5EF4-FFF2-40B4-BE49-F238E27FC236}">
                <a16:creationId xmlns:a16="http://schemas.microsoft.com/office/drawing/2014/main" id="{F145B61F-A274-09F9-E567-8D1F1E04C56A}"/>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35" name="Picture 34" descr="A black rectangular cellphone with a black background&#10;&#10;AI-generated content may be incorrect.">
            <a:extLst>
              <a:ext uri="{FF2B5EF4-FFF2-40B4-BE49-F238E27FC236}">
                <a16:creationId xmlns:a16="http://schemas.microsoft.com/office/drawing/2014/main" id="{76F889B9-A56D-74A8-6A3E-CAABB83D7C5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11330076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991BC-8E0F-11BF-B4B8-EFBAD9CBBDFE}"/>
            </a:ext>
          </a:extLst>
        </p:cNvPr>
        <p:cNvGrpSpPr/>
        <p:nvPr/>
      </p:nvGrpSpPr>
      <p:grpSpPr>
        <a:xfrm>
          <a:off x="0" y="0"/>
          <a:ext cx="0" cy="0"/>
          <a:chOff x="0" y="0"/>
          <a:chExt cx="0" cy="0"/>
        </a:xfrm>
      </p:grpSpPr>
      <p:pic>
        <p:nvPicPr>
          <p:cNvPr id="45" name="Picture 44" descr="Screens screenshot of a medical chat&#10;&#10;AI-generated content may be incorrect.">
            <a:extLst>
              <a:ext uri="{FF2B5EF4-FFF2-40B4-BE49-F238E27FC236}">
                <a16:creationId xmlns:a16="http://schemas.microsoft.com/office/drawing/2014/main" id="{1E20BF7A-78AE-8107-D1DC-32E1B69F48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66725"/>
            <a:ext cx="2682876" cy="5924550"/>
          </a:xfrm>
          <a:prstGeom prst="rect">
            <a:avLst/>
          </a:prstGeom>
        </p:spPr>
      </p:pic>
      <p:pic>
        <p:nvPicPr>
          <p:cNvPr id="50" name="Picture 49" descr="A screenshot of a phone&#10;&#10;AI-generated content may be incorrect.">
            <a:extLst>
              <a:ext uri="{FF2B5EF4-FFF2-40B4-BE49-F238E27FC236}">
                <a16:creationId xmlns:a16="http://schemas.microsoft.com/office/drawing/2014/main" id="{00B1D0A4-0013-0CFE-5CF3-FC0359E21E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3867" y="466725"/>
            <a:ext cx="2682876" cy="5924550"/>
          </a:xfrm>
          <a:prstGeom prst="rect">
            <a:avLst/>
          </a:prstGeom>
        </p:spPr>
      </p:pic>
      <p:sp>
        <p:nvSpPr>
          <p:cNvPr id="41" name="Freeform: Shape 40">
            <a:extLst>
              <a:ext uri="{FF2B5EF4-FFF2-40B4-BE49-F238E27FC236}">
                <a16:creationId xmlns:a16="http://schemas.microsoft.com/office/drawing/2014/main" id="{A3673029-F0B4-35F4-D9BC-BE3EECB9C685}"/>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33F4B3F2-3334-90B8-FC00-B78203DB7477}"/>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B4B1447D-3510-06FC-2240-08E5B741A6A3}"/>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C62AF5B-5864-382D-65EC-376145E461C5}"/>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CCBB2C99-F11D-298E-BD26-FC64FAD404F8}"/>
              </a:ext>
            </a:extLst>
          </p:cNvPr>
          <p:cNvGrpSpPr/>
          <p:nvPr/>
        </p:nvGrpSpPr>
        <p:grpSpPr>
          <a:xfrm>
            <a:off x="10472039" y="3071340"/>
            <a:ext cx="691261" cy="715320"/>
            <a:chOff x="11435906" y="3071340"/>
            <a:chExt cx="691261" cy="715320"/>
          </a:xfrm>
        </p:grpSpPr>
        <p:sp>
          <p:nvSpPr>
            <p:cNvPr id="24" name="Oval 23">
              <a:extLst>
                <a:ext uri="{FF2B5EF4-FFF2-40B4-BE49-F238E27FC236}">
                  <a16:creationId xmlns:a16="http://schemas.microsoft.com/office/drawing/2014/main" id="{B749C8D9-32F3-4FC4-F5F9-809925A70F46}"/>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4B3D9D4-EDE8-13F5-022E-42C1B6174EF1}"/>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4C3548DF-4BFD-7790-0016-5C00476736A6}"/>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95EE4B4E-B481-F15F-D01F-536E2410AE09}"/>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4E8D0D4-1D95-38FB-6B57-35B641FE8043}"/>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0F153F31-68AF-5F58-6C78-3C0B0328AE84}"/>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669A9469-8DC5-B19D-6335-BA99061F6205}"/>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9F89B71-DFDE-E629-C427-0F32CB2D6E69}"/>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C83C4AE5-7AF7-C2CC-897E-62C028BCDCAE}"/>
              </a:ext>
            </a:extLst>
          </p:cNvPr>
          <p:cNvSpPr/>
          <p:nvPr/>
        </p:nvSpPr>
        <p:spPr>
          <a:xfrm flipH="1">
            <a:off x="10363200" y="-2003447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CD5901D5-6E6B-13B8-AB0A-050E50ADB2C4}"/>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01CC3A31-AECD-C546-0EAE-D00683DECD4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C14A5454-A8B0-4480-6533-76C0A34244D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54" name="Picture 53" descr="A black rectangular cellphone with a black background&#10;&#10;AI-generated content may be incorrect.">
            <a:extLst>
              <a:ext uri="{FF2B5EF4-FFF2-40B4-BE49-F238E27FC236}">
                <a16:creationId xmlns:a16="http://schemas.microsoft.com/office/drawing/2014/main" id="{EBEA471A-FB9D-9B6D-5FB8-E36CBB0B226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24423810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74FA4-7022-7D8C-9F76-734EF960BEAB}"/>
            </a:ext>
          </a:extLst>
        </p:cNvPr>
        <p:cNvGrpSpPr/>
        <p:nvPr/>
      </p:nvGrpSpPr>
      <p:grpSpPr>
        <a:xfrm>
          <a:off x="0" y="0"/>
          <a:ext cx="0" cy="0"/>
          <a:chOff x="0" y="0"/>
          <a:chExt cx="0" cy="0"/>
        </a:xfrm>
      </p:grpSpPr>
      <p:pic>
        <p:nvPicPr>
          <p:cNvPr id="18" name="Picture 17" descr="A screenshot of a phone&#10;&#10;AI-generated content may be incorrect.">
            <a:extLst>
              <a:ext uri="{FF2B5EF4-FFF2-40B4-BE49-F238E27FC236}">
                <a16:creationId xmlns:a16="http://schemas.microsoft.com/office/drawing/2014/main" id="{8B64F2E4-9B7B-FF2C-E96B-C18888DE55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8134" y="466725"/>
            <a:ext cx="2682876" cy="5924550"/>
          </a:xfrm>
          <a:prstGeom prst="rect">
            <a:avLst/>
          </a:prstGeom>
        </p:spPr>
      </p:pic>
      <p:pic>
        <p:nvPicPr>
          <p:cNvPr id="30" name="Picture 29" descr="A screenshot of a cell phone&#10;&#10;AI-generated content may be incorrect.">
            <a:extLst>
              <a:ext uri="{FF2B5EF4-FFF2-40B4-BE49-F238E27FC236}">
                <a16:creationId xmlns:a16="http://schemas.microsoft.com/office/drawing/2014/main" id="{ABB60131-041D-D8C3-B798-A2F217A34E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1010" y="466725"/>
            <a:ext cx="2682876" cy="5924550"/>
          </a:xfrm>
          <a:prstGeom prst="rect">
            <a:avLst/>
          </a:prstGeom>
        </p:spPr>
      </p:pic>
      <p:sp>
        <p:nvSpPr>
          <p:cNvPr id="41" name="Freeform: Shape 40">
            <a:extLst>
              <a:ext uri="{FF2B5EF4-FFF2-40B4-BE49-F238E27FC236}">
                <a16:creationId xmlns:a16="http://schemas.microsoft.com/office/drawing/2014/main" id="{1CCA53A8-C990-BA37-5727-DB6402919348}"/>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313D5030-AE08-9122-F2C4-E9B049BE0B8F}"/>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7E977876-BBF1-95E4-FD40-42BD0A2EFEAA}"/>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A76D28D-E3B9-789D-1DDB-9B866079FACF}"/>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1399DB5C-2171-224D-268F-82C3D7736534}"/>
              </a:ext>
            </a:extLst>
          </p:cNvPr>
          <p:cNvGrpSpPr/>
          <p:nvPr/>
        </p:nvGrpSpPr>
        <p:grpSpPr>
          <a:xfrm>
            <a:off x="10472039" y="3071340"/>
            <a:ext cx="691261" cy="715320"/>
            <a:chOff x="11435906" y="3071340"/>
            <a:chExt cx="691261" cy="715320"/>
          </a:xfrm>
        </p:grpSpPr>
        <p:sp>
          <p:nvSpPr>
            <p:cNvPr id="24" name="Oval 23">
              <a:extLst>
                <a:ext uri="{FF2B5EF4-FFF2-40B4-BE49-F238E27FC236}">
                  <a16:creationId xmlns:a16="http://schemas.microsoft.com/office/drawing/2014/main" id="{5150DED5-A710-8C40-ECA2-820A874069A6}"/>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E6AA8A2-6F3B-76AB-4E4E-3EB7614ACD59}"/>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3A2F3622-EEBC-DB83-4275-898FB21ACB6B}"/>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AF88AA15-BA2F-966B-D9C1-094C3819CCAA}"/>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9F50DCE-F22A-C4DD-BC72-FCDB254444C8}"/>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C3F9E0BF-05FE-BD70-4EC0-5634E71B859D}"/>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DBC9E814-B364-469C-A012-0D4D60924D7E}"/>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02E4CE5-F153-1F15-A212-BECCC3046FC4}"/>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8DC4EC58-ABC3-D1B4-4F2E-A480F10DEE6B}"/>
              </a:ext>
            </a:extLst>
          </p:cNvPr>
          <p:cNvSpPr/>
          <p:nvPr/>
        </p:nvSpPr>
        <p:spPr>
          <a:xfrm flipH="1">
            <a:off x="10363200" y="-2003447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1BBC8B71-6A62-86DB-4393-56FF228334F4}"/>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C2535F4D-B9FD-8A7B-BD04-8B1DA2D8A6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593C5F76-B7B0-FFA5-423D-3AE757B49609}"/>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2" name="Picture 1" descr="A black rectangular cellphone with a black background&#10;&#10;AI-generated content may be incorrect.">
            <a:extLst>
              <a:ext uri="{FF2B5EF4-FFF2-40B4-BE49-F238E27FC236}">
                <a16:creationId xmlns:a16="http://schemas.microsoft.com/office/drawing/2014/main" id="{32490043-4198-244F-BEA6-CD7DCEE32E8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5776752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D9BA-497D-BB94-0B2E-29FC53FBA9F1}"/>
            </a:ext>
          </a:extLst>
        </p:cNvPr>
        <p:cNvGrpSpPr/>
        <p:nvPr/>
      </p:nvGrpSpPr>
      <p:grpSpPr>
        <a:xfrm>
          <a:off x="0" y="0"/>
          <a:ext cx="0" cy="0"/>
          <a:chOff x="0" y="0"/>
          <a:chExt cx="0" cy="0"/>
        </a:xfrm>
      </p:grpSpPr>
      <p:pic>
        <p:nvPicPr>
          <p:cNvPr id="21" name="Picture 20" descr="A screenshot of a cell phone&#10;&#10;AI-generated content may be incorrect.">
            <a:extLst>
              <a:ext uri="{FF2B5EF4-FFF2-40B4-BE49-F238E27FC236}">
                <a16:creationId xmlns:a16="http://schemas.microsoft.com/office/drawing/2014/main" id="{2A751446-74E9-6CB0-2246-3F3EED9CFF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5746" y="466725"/>
            <a:ext cx="2682876" cy="5924550"/>
          </a:xfrm>
          <a:prstGeom prst="rect">
            <a:avLst/>
          </a:prstGeom>
        </p:spPr>
      </p:pic>
      <p:pic>
        <p:nvPicPr>
          <p:cNvPr id="3" name="Picture 2" descr="A graph of height and weight&#10;&#10;AI-generated content may be incorrect.">
            <a:extLst>
              <a:ext uri="{FF2B5EF4-FFF2-40B4-BE49-F238E27FC236}">
                <a16:creationId xmlns:a16="http://schemas.microsoft.com/office/drawing/2014/main" id="{2E8346C1-A859-D9D5-70B0-F9D00D6C1C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8622" y="466725"/>
            <a:ext cx="2682876" cy="5924550"/>
          </a:xfrm>
          <a:prstGeom prst="rect">
            <a:avLst/>
          </a:prstGeom>
        </p:spPr>
      </p:pic>
      <p:sp>
        <p:nvSpPr>
          <p:cNvPr id="17" name="Freeform: Shape 16">
            <a:extLst>
              <a:ext uri="{FF2B5EF4-FFF2-40B4-BE49-F238E27FC236}">
                <a16:creationId xmlns:a16="http://schemas.microsoft.com/office/drawing/2014/main" id="{37F622C7-51C8-713C-F63E-C846CEB5FA6A}"/>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E62317B4-F68C-A3E2-CAB3-084BE02B9F74}"/>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AF693B29-A072-ADAA-626A-1E629E1DC2F7}"/>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571D6D8-6DE1-1A19-80E3-7606923C23AC}"/>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93C48783-431D-94D0-0C4E-5AD8FE85B781}"/>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E901E480-E418-3FF7-3B39-3C449597CEE0}"/>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C20DCA8-8CEA-C2E8-2CBF-AF5991D998D8}"/>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8AD5AC9E-32CA-5CF0-DD7C-A0DAE80F58FC}"/>
              </a:ext>
            </a:extLst>
          </p:cNvPr>
          <p:cNvGrpSpPr/>
          <p:nvPr/>
        </p:nvGrpSpPr>
        <p:grpSpPr>
          <a:xfrm>
            <a:off x="10477500" y="4377932"/>
            <a:ext cx="691261" cy="715320"/>
            <a:chOff x="11437637" y="4377932"/>
            <a:chExt cx="691261" cy="715320"/>
          </a:xfrm>
        </p:grpSpPr>
        <p:sp>
          <p:nvSpPr>
            <p:cNvPr id="26" name="Oval 25">
              <a:extLst>
                <a:ext uri="{FF2B5EF4-FFF2-40B4-BE49-F238E27FC236}">
                  <a16:creationId xmlns:a16="http://schemas.microsoft.com/office/drawing/2014/main" id="{1A09EA61-0546-D6C1-6692-0FAFC5B64770}"/>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0C1F3FE-4125-C692-A745-DB1A94C90EC2}"/>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CAFB69EA-5535-E5EE-CB85-4DE13A2F9807}"/>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909F844C-1FDF-3E0F-6F34-D9F35CD7BB06}"/>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3E904D8-3412-F822-CE23-EE550B0B2EF1}"/>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76521408-2C22-2868-4A58-896DFE3FE31B}"/>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B4291369-5E52-0946-D4B0-3D59ACAF12D7}"/>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5A08BC55-5953-8456-BFB5-D4B07E395C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A3F7C89F-84E0-8B1D-1D7B-F66E1C119B8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7" name="Picture 6" descr="A black rectangular cellphone with a black background&#10;&#10;AI-generated content may be incorrect.">
            <a:extLst>
              <a:ext uri="{FF2B5EF4-FFF2-40B4-BE49-F238E27FC236}">
                <a16:creationId xmlns:a16="http://schemas.microsoft.com/office/drawing/2014/main" id="{3A37314B-DDE6-15D4-0854-F5819AF87E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41001911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68055-1D17-11E9-1461-E758C36D489D}"/>
            </a:ext>
          </a:extLst>
        </p:cNvPr>
        <p:cNvGrpSpPr/>
        <p:nvPr/>
      </p:nvGrpSpPr>
      <p:grpSpPr>
        <a:xfrm>
          <a:off x="0" y="0"/>
          <a:ext cx="0" cy="0"/>
          <a:chOff x="0" y="0"/>
          <a:chExt cx="0" cy="0"/>
        </a:xfrm>
      </p:grpSpPr>
      <p:pic>
        <p:nvPicPr>
          <p:cNvPr id="3" name="Picture 2" descr="A graph of height and weight&#10;&#10;AI-generated content may be incorrect.">
            <a:extLst>
              <a:ext uri="{FF2B5EF4-FFF2-40B4-BE49-F238E27FC236}">
                <a16:creationId xmlns:a16="http://schemas.microsoft.com/office/drawing/2014/main" id="{856ABCDA-C531-73BE-78DF-8CB5425673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66725"/>
            <a:ext cx="2682876" cy="5924550"/>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8591BFB6-E896-7A7F-B0F2-515AE78065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57" y="461251"/>
            <a:ext cx="2682876" cy="5924550"/>
          </a:xfrm>
          <a:prstGeom prst="rect">
            <a:avLst/>
          </a:prstGeom>
        </p:spPr>
      </p:pic>
      <p:sp>
        <p:nvSpPr>
          <p:cNvPr id="17" name="Freeform: Shape 16">
            <a:extLst>
              <a:ext uri="{FF2B5EF4-FFF2-40B4-BE49-F238E27FC236}">
                <a16:creationId xmlns:a16="http://schemas.microsoft.com/office/drawing/2014/main" id="{26923DA3-E8C2-5086-1558-9B2D2E53FBCF}"/>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6D1AA96D-0632-366C-0E43-28B5AEB7ACCF}"/>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8406EBE5-5426-B7D8-5A01-3F66CB03803C}"/>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3951B89-4A5B-37D1-EFF1-DE8F2AA54214}"/>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E59E4DC8-09BF-6CC8-10ED-F46B5D8F1817}"/>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42B38111-DFFF-57C5-1C75-FCBCE9F76A88}"/>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3FC652D-2948-1E82-BEC2-B1CD421F883F}"/>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4822E24E-E632-032F-2AE6-5DC72C9B9881}"/>
              </a:ext>
            </a:extLst>
          </p:cNvPr>
          <p:cNvGrpSpPr/>
          <p:nvPr/>
        </p:nvGrpSpPr>
        <p:grpSpPr>
          <a:xfrm>
            <a:off x="10477500" y="4377932"/>
            <a:ext cx="691261" cy="715320"/>
            <a:chOff x="11437637" y="4377932"/>
            <a:chExt cx="691261" cy="715320"/>
          </a:xfrm>
        </p:grpSpPr>
        <p:sp>
          <p:nvSpPr>
            <p:cNvPr id="26" name="Oval 25">
              <a:extLst>
                <a:ext uri="{FF2B5EF4-FFF2-40B4-BE49-F238E27FC236}">
                  <a16:creationId xmlns:a16="http://schemas.microsoft.com/office/drawing/2014/main" id="{9820A33B-171F-792F-CDFE-EF178BDDC656}"/>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AC3B42F-F51F-D440-A516-ACB4D9F3D208}"/>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8F176C63-FBA2-568C-843C-CE223A2C3675}"/>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99C9240F-9508-30C9-6AAC-4133FE6A7E24}"/>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EEB9773D-D48B-0A82-5EB0-43BF4E155EE3}"/>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DE604F7B-341D-E166-BEFE-26E838CBFB35}"/>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78CAABEE-5339-DEFA-7547-3EA58B01EE12}"/>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D793F6B6-C0A0-AD9F-CCF2-3ECDD5B7AC9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8EDF9D53-A630-0CB5-7CBA-52E1046F505F}"/>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9" name="Picture 8" descr="A black rectangular cellphone with a black background&#10;&#10;AI-generated content may be incorrect.">
            <a:extLst>
              <a:ext uri="{FF2B5EF4-FFF2-40B4-BE49-F238E27FC236}">
                <a16:creationId xmlns:a16="http://schemas.microsoft.com/office/drawing/2014/main" id="{8C890A00-0D39-9BC8-13E7-D0BCDAF6ED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20399321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54277-7CB4-60AC-4AD4-0C753914C955}"/>
            </a:ext>
          </a:extLst>
        </p:cNvPr>
        <p:cNvGrpSpPr/>
        <p:nvPr/>
      </p:nvGrpSpPr>
      <p:grpSpPr>
        <a:xfrm>
          <a:off x="0" y="0"/>
          <a:ext cx="0" cy="0"/>
          <a:chOff x="0" y="0"/>
          <a:chExt cx="0" cy="0"/>
        </a:xfrm>
      </p:grpSpPr>
      <p:pic>
        <p:nvPicPr>
          <p:cNvPr id="7" name="Picture 6" descr="A screenshot of a phone&#10;&#10;AI-generated content may be incorrect.">
            <a:extLst>
              <a:ext uri="{FF2B5EF4-FFF2-40B4-BE49-F238E27FC236}">
                <a16:creationId xmlns:a16="http://schemas.microsoft.com/office/drawing/2014/main" id="{A84704B9-4F98-C525-0468-80404CA6C1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848" y="461251"/>
            <a:ext cx="2682876" cy="5924550"/>
          </a:xfrm>
          <a:prstGeom prst="rect">
            <a:avLst/>
          </a:prstGeom>
        </p:spPr>
      </p:pic>
      <p:pic>
        <p:nvPicPr>
          <p:cNvPr id="8" name="Picture 7" descr="A screenshot of a phone&#10;&#10;AI-generated content may be incorrect.">
            <a:extLst>
              <a:ext uri="{FF2B5EF4-FFF2-40B4-BE49-F238E27FC236}">
                <a16:creationId xmlns:a16="http://schemas.microsoft.com/office/drawing/2014/main" id="{607B97C4-5F69-8537-86B5-151D9FDD0B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0771" y="461251"/>
            <a:ext cx="2682876" cy="5924550"/>
          </a:xfrm>
          <a:prstGeom prst="rect">
            <a:avLst/>
          </a:prstGeom>
        </p:spPr>
      </p:pic>
      <p:sp>
        <p:nvSpPr>
          <p:cNvPr id="17" name="Freeform: Shape 16">
            <a:extLst>
              <a:ext uri="{FF2B5EF4-FFF2-40B4-BE49-F238E27FC236}">
                <a16:creationId xmlns:a16="http://schemas.microsoft.com/office/drawing/2014/main" id="{E1348428-C41A-8B84-7EEC-1AE20D5BAD34}"/>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FE3EFB6B-B955-C322-2959-EB813EF85E3D}"/>
              </a:ext>
            </a:extLst>
          </p:cNvPr>
          <p:cNvGrpSpPr/>
          <p:nvPr/>
        </p:nvGrpSpPr>
        <p:grpSpPr>
          <a:xfrm>
            <a:off x="11435906" y="1739348"/>
            <a:ext cx="691261" cy="715320"/>
            <a:chOff x="11435906" y="1739348"/>
            <a:chExt cx="691261" cy="715320"/>
          </a:xfrm>
        </p:grpSpPr>
        <p:sp>
          <p:nvSpPr>
            <p:cNvPr id="22" name="Oval 21">
              <a:extLst>
                <a:ext uri="{FF2B5EF4-FFF2-40B4-BE49-F238E27FC236}">
                  <a16:creationId xmlns:a16="http://schemas.microsoft.com/office/drawing/2014/main" id="{AF6827B8-6AF6-6C30-4580-E8D665C3CF9F}"/>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7CD2214-513E-1488-D683-687AC82F9F6E}"/>
                </a:ext>
              </a:extLst>
            </p:cNvPr>
            <p:cNvSpPr txBox="1"/>
            <p:nvPr/>
          </p:nvSpPr>
          <p:spPr>
            <a:xfrm>
              <a:off x="11486423" y="1773843"/>
              <a:ext cx="590226"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01</a:t>
              </a:r>
            </a:p>
          </p:txBody>
        </p:sp>
      </p:grpSp>
      <p:grpSp>
        <p:nvGrpSpPr>
          <p:cNvPr id="12" name="Group 11">
            <a:extLst>
              <a:ext uri="{FF2B5EF4-FFF2-40B4-BE49-F238E27FC236}">
                <a16:creationId xmlns:a16="http://schemas.microsoft.com/office/drawing/2014/main" id="{863E325F-F6CC-4C5D-2121-905972BBBE81}"/>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5935241D-C724-AF38-F49E-A9934EDA03EA}"/>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DF9FA4A-73D7-E91A-6569-E82BDC151467}"/>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02F3C4E6-C11F-2342-42C0-AE91EC06D661}"/>
              </a:ext>
            </a:extLst>
          </p:cNvPr>
          <p:cNvGrpSpPr/>
          <p:nvPr/>
        </p:nvGrpSpPr>
        <p:grpSpPr>
          <a:xfrm>
            <a:off x="10477500" y="4377932"/>
            <a:ext cx="691261" cy="715320"/>
            <a:chOff x="11437637" y="4377932"/>
            <a:chExt cx="691261" cy="715320"/>
          </a:xfrm>
        </p:grpSpPr>
        <p:sp>
          <p:nvSpPr>
            <p:cNvPr id="26" name="Oval 25">
              <a:extLst>
                <a:ext uri="{FF2B5EF4-FFF2-40B4-BE49-F238E27FC236}">
                  <a16:creationId xmlns:a16="http://schemas.microsoft.com/office/drawing/2014/main" id="{ECCD7D1F-61DF-E997-A59E-90498A7AAF00}"/>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D1A9CD1D-959E-0BFE-8745-839D50B56641}"/>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E9C4849D-865F-3CDB-1409-AD3F86398328}"/>
              </a:ext>
            </a:extLst>
          </p:cNvPr>
          <p:cNvGrpSpPr/>
          <p:nvPr/>
        </p:nvGrpSpPr>
        <p:grpSpPr>
          <a:xfrm>
            <a:off x="11440824" y="5684524"/>
            <a:ext cx="691261" cy="715320"/>
            <a:chOff x="11440824" y="5684524"/>
            <a:chExt cx="691261" cy="715320"/>
          </a:xfrm>
        </p:grpSpPr>
        <p:sp>
          <p:nvSpPr>
            <p:cNvPr id="28" name="Oval 27">
              <a:extLst>
                <a:ext uri="{FF2B5EF4-FFF2-40B4-BE49-F238E27FC236}">
                  <a16:creationId xmlns:a16="http://schemas.microsoft.com/office/drawing/2014/main" id="{9CBD5CF0-DF3B-BCC7-F5CA-BD73EEB2077E}"/>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56CF0F-72AB-0E53-9ED2-4F39B066276A}"/>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sp>
        <p:nvSpPr>
          <p:cNvPr id="4" name="Freeform: Shape 3">
            <a:extLst>
              <a:ext uri="{FF2B5EF4-FFF2-40B4-BE49-F238E27FC236}">
                <a16:creationId xmlns:a16="http://schemas.microsoft.com/office/drawing/2014/main" id="{9DA283C6-FCA8-57C7-ED15-6096534C4B6A}"/>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TextBox 4">
            <a:extLst>
              <a:ext uri="{FF2B5EF4-FFF2-40B4-BE49-F238E27FC236}">
                <a16:creationId xmlns:a16="http://schemas.microsoft.com/office/drawing/2014/main" id="{D957356F-01C6-38D0-1E62-F101105D0D9F}"/>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6" name="Graphic 5" descr="Ui Ux with solid fill">
            <a:extLst>
              <a:ext uri="{FF2B5EF4-FFF2-40B4-BE49-F238E27FC236}">
                <a16:creationId xmlns:a16="http://schemas.microsoft.com/office/drawing/2014/main" id="{F4FDD6BB-705D-203A-2671-F08739FF48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F8AB455A-9624-41C5-EDD8-A06A77CE8E7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9" name="Picture 8" descr="A black rectangular cellphone with a black background&#10;&#10;AI-generated content may be incorrect.">
            <a:extLst>
              <a:ext uri="{FF2B5EF4-FFF2-40B4-BE49-F238E27FC236}">
                <a16:creationId xmlns:a16="http://schemas.microsoft.com/office/drawing/2014/main" id="{4EB87692-7766-9AF6-AC28-404BEA274A5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16721889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11981-77AE-F779-3EE9-072503B37AC1}"/>
            </a:ext>
          </a:extLst>
        </p:cNvPr>
        <p:cNvGrpSpPr/>
        <p:nvPr/>
      </p:nvGrpSpPr>
      <p:grpSpPr>
        <a:xfrm>
          <a:off x="0" y="0"/>
          <a:ext cx="0" cy="0"/>
          <a:chOff x="0" y="0"/>
          <a:chExt cx="0" cy="0"/>
        </a:xfrm>
      </p:grpSpPr>
      <p:pic>
        <p:nvPicPr>
          <p:cNvPr id="23" name="Picture 22" descr="A screenshot of a phone&#10;&#10;AI-generated content may be incorrect.">
            <a:extLst>
              <a:ext uri="{FF2B5EF4-FFF2-40B4-BE49-F238E27FC236}">
                <a16:creationId xmlns:a16="http://schemas.microsoft.com/office/drawing/2014/main" id="{87F598CD-904F-F599-D3A8-7E2296B66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5057" y="472884"/>
            <a:ext cx="2682876" cy="5924550"/>
          </a:xfrm>
          <a:prstGeom prst="rect">
            <a:avLst/>
          </a:prstGeom>
        </p:spPr>
      </p:pic>
      <p:pic>
        <p:nvPicPr>
          <p:cNvPr id="31" name="Picture 30" descr="A screenshot of a phone&#10;&#10;AI-generated content may be incorrect.">
            <a:extLst>
              <a:ext uri="{FF2B5EF4-FFF2-40B4-BE49-F238E27FC236}">
                <a16:creationId xmlns:a16="http://schemas.microsoft.com/office/drawing/2014/main" id="{403B8906-855F-4186-4B9B-4547C12757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0991" y="472199"/>
            <a:ext cx="2682876" cy="5924550"/>
          </a:xfrm>
          <a:prstGeom prst="rect">
            <a:avLst/>
          </a:prstGeom>
        </p:spPr>
      </p:pic>
      <p:sp>
        <p:nvSpPr>
          <p:cNvPr id="18" name="Freeform: Shape 17">
            <a:extLst>
              <a:ext uri="{FF2B5EF4-FFF2-40B4-BE49-F238E27FC236}">
                <a16:creationId xmlns:a16="http://schemas.microsoft.com/office/drawing/2014/main" id="{5C768CD2-7839-1718-7482-D1DD621C7F16}"/>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4913C739-23B3-CCC0-189E-D54F7CBDE7D2}"/>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DFD9D19A-431A-62BF-74F6-4E1621106270}"/>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8B49880-6DC8-E9CE-C9B0-88E10AD7A7DB}"/>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9226764A-2B4A-5ABD-11B9-ABCE239BA0D7}"/>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9AC40714-B17E-0C7E-0141-8398164FFC97}"/>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248604F-6E1B-726E-CDB6-5A9FBE995077}"/>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EF96AE86-0761-AA52-7A3D-2B8093011FDF}"/>
              </a:ext>
            </a:extLst>
          </p:cNvPr>
          <p:cNvGrpSpPr/>
          <p:nvPr/>
        </p:nvGrpSpPr>
        <p:grpSpPr>
          <a:xfrm>
            <a:off x="10477500" y="5684524"/>
            <a:ext cx="691261" cy="715320"/>
            <a:chOff x="11440824" y="5684524"/>
            <a:chExt cx="691261" cy="715320"/>
          </a:xfrm>
        </p:grpSpPr>
        <p:sp>
          <p:nvSpPr>
            <p:cNvPr id="28" name="Oval 27">
              <a:extLst>
                <a:ext uri="{FF2B5EF4-FFF2-40B4-BE49-F238E27FC236}">
                  <a16:creationId xmlns:a16="http://schemas.microsoft.com/office/drawing/2014/main" id="{2CD8035F-2F8D-D43F-2756-F1F731BFEAE4}"/>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F7A45409-52F9-880F-E160-EA849169A1D5}"/>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grpSp>
        <p:nvGrpSpPr>
          <p:cNvPr id="5" name="Group 4">
            <a:extLst>
              <a:ext uri="{FF2B5EF4-FFF2-40B4-BE49-F238E27FC236}">
                <a16:creationId xmlns:a16="http://schemas.microsoft.com/office/drawing/2014/main" id="{82F34E4B-5CDC-C6C8-9BCE-5057D675F791}"/>
              </a:ext>
            </a:extLst>
          </p:cNvPr>
          <p:cNvGrpSpPr/>
          <p:nvPr/>
        </p:nvGrpSpPr>
        <p:grpSpPr>
          <a:xfrm>
            <a:off x="11435906" y="1739348"/>
            <a:ext cx="691261" cy="715320"/>
            <a:chOff x="11435906" y="1739348"/>
            <a:chExt cx="691261" cy="715320"/>
          </a:xfrm>
        </p:grpSpPr>
        <p:sp>
          <p:nvSpPr>
            <p:cNvPr id="6" name="Oval 5">
              <a:extLst>
                <a:ext uri="{FF2B5EF4-FFF2-40B4-BE49-F238E27FC236}">
                  <a16:creationId xmlns:a16="http://schemas.microsoft.com/office/drawing/2014/main" id="{1D89DD0D-9C02-D52F-D69E-4B9A9B1025C4}"/>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6CEB512-9137-8165-F375-2588F4689EA1}"/>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9" name="Freeform: Shape 8">
            <a:extLst>
              <a:ext uri="{FF2B5EF4-FFF2-40B4-BE49-F238E27FC236}">
                <a16:creationId xmlns:a16="http://schemas.microsoft.com/office/drawing/2014/main" id="{0FDCF984-5DA2-B2C5-4101-6FB84D4FE385}"/>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29BCAC66-D2BC-BA16-B002-C822A7F9B584}"/>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0" name="Graphic 9" descr="Ui Ux with solid fill">
            <a:extLst>
              <a:ext uri="{FF2B5EF4-FFF2-40B4-BE49-F238E27FC236}">
                <a16:creationId xmlns:a16="http://schemas.microsoft.com/office/drawing/2014/main" id="{FC990CBA-B73F-30BC-040C-4A673DF23A2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CC7D94DB-B217-6C9E-DFE4-8F5DDABE6BF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32" name="Picture 31" descr="A black rectangular cellphone with a black background&#10;&#10;AI-generated content may be incorrect.">
            <a:extLst>
              <a:ext uri="{FF2B5EF4-FFF2-40B4-BE49-F238E27FC236}">
                <a16:creationId xmlns:a16="http://schemas.microsoft.com/office/drawing/2014/main" id="{FC72DCD0-AE37-652B-F4D1-2C37F49DC93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37821216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9B04-D178-37C9-E57C-F90A85360B5A}"/>
            </a:ext>
          </a:extLst>
        </p:cNvPr>
        <p:cNvGrpSpPr/>
        <p:nvPr/>
      </p:nvGrpSpPr>
      <p:grpSpPr>
        <a:xfrm>
          <a:off x="0" y="0"/>
          <a:ext cx="0" cy="0"/>
          <a:chOff x="0" y="0"/>
          <a:chExt cx="0" cy="0"/>
        </a:xfrm>
      </p:grpSpPr>
      <p:pic>
        <p:nvPicPr>
          <p:cNvPr id="23" name="Picture 22" descr="A screenshot of a phone&#10;&#10;AI-generated content may be incorrect.">
            <a:extLst>
              <a:ext uri="{FF2B5EF4-FFF2-40B4-BE49-F238E27FC236}">
                <a16:creationId xmlns:a16="http://schemas.microsoft.com/office/drawing/2014/main" id="{D40B08E9-A869-321C-AAF0-5E8ECCA7EF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66725"/>
            <a:ext cx="2682876" cy="5924550"/>
          </a:xfrm>
          <a:prstGeom prst="rect">
            <a:avLst/>
          </a:prstGeom>
        </p:spPr>
      </p:pic>
      <p:pic>
        <p:nvPicPr>
          <p:cNvPr id="3" name="Picture 2" descr="A screenshot of a cell phone&#10;&#10;AI-generated content may be incorrect.">
            <a:extLst>
              <a:ext uri="{FF2B5EF4-FFF2-40B4-BE49-F238E27FC236}">
                <a16:creationId xmlns:a16="http://schemas.microsoft.com/office/drawing/2014/main" id="{5857EF09-24F5-9084-AA49-E28A5515DC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3867" y="466725"/>
            <a:ext cx="2682876" cy="5924550"/>
          </a:xfrm>
          <a:prstGeom prst="rect">
            <a:avLst/>
          </a:prstGeom>
        </p:spPr>
      </p:pic>
      <p:sp>
        <p:nvSpPr>
          <p:cNvPr id="18" name="Freeform: Shape 17">
            <a:extLst>
              <a:ext uri="{FF2B5EF4-FFF2-40B4-BE49-F238E27FC236}">
                <a16:creationId xmlns:a16="http://schemas.microsoft.com/office/drawing/2014/main" id="{CB3D30B7-6FC1-9B00-501C-38417818A44A}"/>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D1D44075-BBCC-AA1C-C314-1D0AC4DA2693}"/>
              </a:ext>
            </a:extLst>
          </p:cNvPr>
          <p:cNvGrpSpPr/>
          <p:nvPr/>
        </p:nvGrpSpPr>
        <p:grpSpPr>
          <a:xfrm>
            <a:off x="11435906" y="3071340"/>
            <a:ext cx="691261" cy="715320"/>
            <a:chOff x="11435906" y="3071340"/>
            <a:chExt cx="691261" cy="715320"/>
          </a:xfrm>
        </p:grpSpPr>
        <p:sp>
          <p:nvSpPr>
            <p:cNvPr id="24" name="Oval 23">
              <a:extLst>
                <a:ext uri="{FF2B5EF4-FFF2-40B4-BE49-F238E27FC236}">
                  <a16:creationId xmlns:a16="http://schemas.microsoft.com/office/drawing/2014/main" id="{CC8D0256-FAD7-B292-8895-2DC9A801B09C}"/>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FB3E82A-4B60-B037-64D8-33CE8C62FA0C}"/>
                </a:ext>
              </a:extLst>
            </p:cNvPr>
            <p:cNvSpPr txBox="1"/>
            <p:nvPr/>
          </p:nvSpPr>
          <p:spPr>
            <a:xfrm>
              <a:off x="11439134" y="3105835"/>
              <a:ext cx="68480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02</a:t>
              </a:r>
            </a:p>
          </p:txBody>
        </p:sp>
      </p:grpSp>
      <p:grpSp>
        <p:nvGrpSpPr>
          <p:cNvPr id="11" name="Group 10">
            <a:extLst>
              <a:ext uri="{FF2B5EF4-FFF2-40B4-BE49-F238E27FC236}">
                <a16:creationId xmlns:a16="http://schemas.microsoft.com/office/drawing/2014/main" id="{5379BD57-2192-94A7-BBF8-7D9E0A8A3BDB}"/>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54E31DE7-6FBD-CA86-1B84-B0A434A8C45C}"/>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369F57EE-C2B1-6E36-7B12-8FD3C2BD6FD7}"/>
                </a:ext>
              </a:extLst>
            </p:cNvPr>
            <p:cNvSpPr txBox="1"/>
            <p:nvPr/>
          </p:nvSpPr>
          <p:spPr>
            <a:xfrm>
              <a:off x="11444071" y="4412427"/>
              <a:ext cx="678392"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03</a:t>
              </a:r>
            </a:p>
          </p:txBody>
        </p:sp>
      </p:grpSp>
      <p:grpSp>
        <p:nvGrpSpPr>
          <p:cNvPr id="13" name="Group 12">
            <a:extLst>
              <a:ext uri="{FF2B5EF4-FFF2-40B4-BE49-F238E27FC236}">
                <a16:creationId xmlns:a16="http://schemas.microsoft.com/office/drawing/2014/main" id="{85215247-BDD6-39BB-46D0-D30AF702EC8C}"/>
              </a:ext>
            </a:extLst>
          </p:cNvPr>
          <p:cNvGrpSpPr/>
          <p:nvPr/>
        </p:nvGrpSpPr>
        <p:grpSpPr>
          <a:xfrm>
            <a:off x="10477500" y="5684524"/>
            <a:ext cx="691261" cy="715320"/>
            <a:chOff x="11440824" y="5684524"/>
            <a:chExt cx="691261" cy="715320"/>
          </a:xfrm>
        </p:grpSpPr>
        <p:sp>
          <p:nvSpPr>
            <p:cNvPr id="28" name="Oval 27">
              <a:extLst>
                <a:ext uri="{FF2B5EF4-FFF2-40B4-BE49-F238E27FC236}">
                  <a16:creationId xmlns:a16="http://schemas.microsoft.com/office/drawing/2014/main" id="{9E020914-9EA4-E0B7-9410-CD2A931E53F8}"/>
                </a:ext>
              </a:extLst>
            </p:cNvPr>
            <p:cNvSpPr/>
            <p:nvPr/>
          </p:nvSpPr>
          <p:spPr>
            <a:xfrm>
              <a:off x="11440824"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42C408D-290D-8AFF-CF38-7FF663D1E254}"/>
                </a:ext>
              </a:extLst>
            </p:cNvPr>
            <p:cNvSpPr txBox="1"/>
            <p:nvPr/>
          </p:nvSpPr>
          <p:spPr>
            <a:xfrm>
              <a:off x="11440846" y="5719019"/>
              <a:ext cx="691216"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04</a:t>
              </a:r>
            </a:p>
          </p:txBody>
        </p:sp>
      </p:grpSp>
      <p:grpSp>
        <p:nvGrpSpPr>
          <p:cNvPr id="5" name="Group 4">
            <a:extLst>
              <a:ext uri="{FF2B5EF4-FFF2-40B4-BE49-F238E27FC236}">
                <a16:creationId xmlns:a16="http://schemas.microsoft.com/office/drawing/2014/main" id="{21A8739F-6DDC-C859-B59D-25D3B4A0559A}"/>
              </a:ext>
            </a:extLst>
          </p:cNvPr>
          <p:cNvGrpSpPr/>
          <p:nvPr/>
        </p:nvGrpSpPr>
        <p:grpSpPr>
          <a:xfrm>
            <a:off x="11435906" y="1739348"/>
            <a:ext cx="691261" cy="715320"/>
            <a:chOff x="11435906" y="1739348"/>
            <a:chExt cx="691261" cy="715320"/>
          </a:xfrm>
        </p:grpSpPr>
        <p:sp>
          <p:nvSpPr>
            <p:cNvPr id="6" name="Oval 5">
              <a:extLst>
                <a:ext uri="{FF2B5EF4-FFF2-40B4-BE49-F238E27FC236}">
                  <a16:creationId xmlns:a16="http://schemas.microsoft.com/office/drawing/2014/main" id="{A5E2ED52-1C0A-9E2D-D67C-FE6A8B314761}"/>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1D8A4BE-2490-7797-A937-5CC05D1B9662}"/>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9" name="Freeform: Shape 8">
            <a:extLst>
              <a:ext uri="{FF2B5EF4-FFF2-40B4-BE49-F238E27FC236}">
                <a16:creationId xmlns:a16="http://schemas.microsoft.com/office/drawing/2014/main" id="{81F12B9E-390B-25E4-FC57-0D95BD87946D}"/>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42BE3329-775B-F74D-CA35-5822016D8C3C}"/>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0" name="Graphic 9" descr="Ui Ux with solid fill">
            <a:extLst>
              <a:ext uri="{FF2B5EF4-FFF2-40B4-BE49-F238E27FC236}">
                <a16:creationId xmlns:a16="http://schemas.microsoft.com/office/drawing/2014/main" id="{46943DC4-5615-262B-4539-67946B0BBE3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03F4E1FC-641D-E91E-C1CF-1F03429CB223}"/>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7" name="Picture 6" descr="A black rectangular cellphone with a black background&#10;&#10;AI-generated content may be incorrect.">
            <a:extLst>
              <a:ext uri="{FF2B5EF4-FFF2-40B4-BE49-F238E27FC236}">
                <a16:creationId xmlns:a16="http://schemas.microsoft.com/office/drawing/2014/main" id="{8CB4FD87-F7A4-AE54-4F8D-B56FDA20D3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48983636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52BC2-0BB2-CFD0-F1AE-8CA44647D27E}"/>
            </a:ext>
          </a:extLst>
        </p:cNvPr>
        <p:cNvGrpSpPr/>
        <p:nvPr/>
      </p:nvGrpSpPr>
      <p:grpSpPr>
        <a:xfrm>
          <a:off x="0" y="0"/>
          <a:ext cx="0" cy="0"/>
          <a:chOff x="0" y="0"/>
          <a:chExt cx="0" cy="0"/>
        </a:xfrm>
      </p:grpSpPr>
      <p:pic>
        <p:nvPicPr>
          <p:cNvPr id="2" name="Picture 1" descr="A screenshot of a chat&#10;&#10;AI-generated content may be incorrect.">
            <a:extLst>
              <a:ext uri="{FF2B5EF4-FFF2-40B4-BE49-F238E27FC236}">
                <a16:creationId xmlns:a16="http://schemas.microsoft.com/office/drawing/2014/main" id="{73C83E81-8068-2FB9-D233-079A9DCB6D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3867" y="470006"/>
            <a:ext cx="2682876" cy="5924550"/>
          </a:xfrm>
          <a:prstGeom prst="rect">
            <a:avLst/>
          </a:prstGeom>
        </p:spPr>
      </p:pic>
      <p:pic>
        <p:nvPicPr>
          <p:cNvPr id="3" name="Picture 2" descr="A screenshot of a cell phone&#10;&#10;AI-generated content may be incorrect.">
            <a:extLst>
              <a:ext uri="{FF2B5EF4-FFF2-40B4-BE49-F238E27FC236}">
                <a16:creationId xmlns:a16="http://schemas.microsoft.com/office/drawing/2014/main" id="{E6F6F16D-D08C-8DB7-F099-EDF7DB43A3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0991" y="466725"/>
            <a:ext cx="2682876" cy="5924550"/>
          </a:xfrm>
          <a:prstGeom prst="rect">
            <a:avLst/>
          </a:prstGeom>
        </p:spPr>
      </p:pic>
      <p:sp>
        <p:nvSpPr>
          <p:cNvPr id="7" name="Freeform: Shape 6">
            <a:extLst>
              <a:ext uri="{FF2B5EF4-FFF2-40B4-BE49-F238E27FC236}">
                <a16:creationId xmlns:a16="http://schemas.microsoft.com/office/drawing/2014/main" id="{B8CBFE73-1646-0259-CBCB-F34F682F0589}"/>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 name="Group 3">
            <a:extLst>
              <a:ext uri="{FF2B5EF4-FFF2-40B4-BE49-F238E27FC236}">
                <a16:creationId xmlns:a16="http://schemas.microsoft.com/office/drawing/2014/main" id="{131F5B45-4EF8-E7C6-8D4E-AAABB2DCA399}"/>
              </a:ext>
            </a:extLst>
          </p:cNvPr>
          <p:cNvGrpSpPr/>
          <p:nvPr/>
        </p:nvGrpSpPr>
        <p:grpSpPr>
          <a:xfrm>
            <a:off x="10472039" y="1739348"/>
            <a:ext cx="691261" cy="715320"/>
            <a:chOff x="11435906" y="1739348"/>
            <a:chExt cx="691261" cy="715320"/>
          </a:xfrm>
        </p:grpSpPr>
        <p:sp>
          <p:nvSpPr>
            <p:cNvPr id="5" name="Oval 4">
              <a:extLst>
                <a:ext uri="{FF2B5EF4-FFF2-40B4-BE49-F238E27FC236}">
                  <a16:creationId xmlns:a16="http://schemas.microsoft.com/office/drawing/2014/main" id="{37849494-68ED-E505-4519-814E9ECDAC10}"/>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70464CC-0AEB-092B-11DA-96D39535358F}"/>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grpSp>
        <p:nvGrpSpPr>
          <p:cNvPr id="8" name="Group 7">
            <a:extLst>
              <a:ext uri="{FF2B5EF4-FFF2-40B4-BE49-F238E27FC236}">
                <a16:creationId xmlns:a16="http://schemas.microsoft.com/office/drawing/2014/main" id="{EF45A180-FE2B-AB05-5644-3F9C3D2054EE}"/>
              </a:ext>
            </a:extLst>
          </p:cNvPr>
          <p:cNvGrpSpPr/>
          <p:nvPr/>
        </p:nvGrpSpPr>
        <p:grpSpPr>
          <a:xfrm>
            <a:off x="11432722" y="3071340"/>
            <a:ext cx="697628" cy="715320"/>
            <a:chOff x="11432722" y="3071340"/>
            <a:chExt cx="697628" cy="715320"/>
          </a:xfrm>
        </p:grpSpPr>
        <p:sp>
          <p:nvSpPr>
            <p:cNvPr id="9" name="Oval 8">
              <a:extLst>
                <a:ext uri="{FF2B5EF4-FFF2-40B4-BE49-F238E27FC236}">
                  <a16:creationId xmlns:a16="http://schemas.microsoft.com/office/drawing/2014/main" id="{3D94744F-037C-AB3D-2C77-84B8EB3206C6}"/>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F3E1004-1B7E-F7D1-3628-12B057201B38}"/>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21" name="Group 20">
            <a:extLst>
              <a:ext uri="{FF2B5EF4-FFF2-40B4-BE49-F238E27FC236}">
                <a16:creationId xmlns:a16="http://schemas.microsoft.com/office/drawing/2014/main" id="{361D9970-C875-7937-BE2A-0FB9C26E9EF3}"/>
              </a:ext>
            </a:extLst>
          </p:cNvPr>
          <p:cNvGrpSpPr/>
          <p:nvPr/>
        </p:nvGrpSpPr>
        <p:grpSpPr>
          <a:xfrm>
            <a:off x="11437637" y="4377932"/>
            <a:ext cx="691261" cy="715320"/>
            <a:chOff x="11437637" y="4377932"/>
            <a:chExt cx="691261" cy="715320"/>
          </a:xfrm>
        </p:grpSpPr>
        <p:sp>
          <p:nvSpPr>
            <p:cNvPr id="22" name="Oval 21">
              <a:extLst>
                <a:ext uri="{FF2B5EF4-FFF2-40B4-BE49-F238E27FC236}">
                  <a16:creationId xmlns:a16="http://schemas.microsoft.com/office/drawing/2014/main" id="{15DB6220-B5F3-D3E3-08E7-6A066267C561}"/>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2C6161D-CD77-1D47-E7A1-C0F6E988A894}"/>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30" name="Group 29">
            <a:extLst>
              <a:ext uri="{FF2B5EF4-FFF2-40B4-BE49-F238E27FC236}">
                <a16:creationId xmlns:a16="http://schemas.microsoft.com/office/drawing/2014/main" id="{F082D7A3-2D08-3CD7-9D3E-9C57DB8CB183}"/>
              </a:ext>
            </a:extLst>
          </p:cNvPr>
          <p:cNvGrpSpPr/>
          <p:nvPr/>
        </p:nvGrpSpPr>
        <p:grpSpPr>
          <a:xfrm>
            <a:off x="11430272" y="5684524"/>
            <a:ext cx="691261" cy="715320"/>
            <a:chOff x="11430272" y="5684524"/>
            <a:chExt cx="691261" cy="715320"/>
          </a:xfrm>
        </p:grpSpPr>
        <p:sp>
          <p:nvSpPr>
            <p:cNvPr id="31" name="Oval 30">
              <a:extLst>
                <a:ext uri="{FF2B5EF4-FFF2-40B4-BE49-F238E27FC236}">
                  <a16:creationId xmlns:a16="http://schemas.microsoft.com/office/drawing/2014/main" id="{B2CE38C7-ABC3-AF9D-0168-1311F555A75B}"/>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111674ED-C453-65FB-7C5A-E55714A6BED8}"/>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sp>
        <p:nvSpPr>
          <p:cNvPr id="33" name="Freeform: Shape 32">
            <a:extLst>
              <a:ext uri="{FF2B5EF4-FFF2-40B4-BE49-F238E27FC236}">
                <a16:creationId xmlns:a16="http://schemas.microsoft.com/office/drawing/2014/main" id="{2AA3A727-D556-F23C-594A-DACE82A810D6}"/>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13E514E5-B093-1C40-CB9E-ACE40B27262C}"/>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C158C729-35CB-DD82-D94C-D39322F964E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1CFB0B3C-8CEB-2F75-9E49-C30849C2939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3" name="Picture 12" descr="A black rectangular cellphone with a black background&#10;&#10;AI-generated content may be incorrect.">
            <a:extLst>
              <a:ext uri="{FF2B5EF4-FFF2-40B4-BE49-F238E27FC236}">
                <a16:creationId xmlns:a16="http://schemas.microsoft.com/office/drawing/2014/main" id="{33F0296D-0D3E-4E71-F087-FE0695FC905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371058846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3B854-D57E-00E8-8373-D07F570B317F}"/>
            </a:ext>
          </a:extLst>
        </p:cNvPr>
        <p:cNvGrpSpPr/>
        <p:nvPr/>
      </p:nvGrpSpPr>
      <p:grpSpPr>
        <a:xfrm>
          <a:off x="0" y="0"/>
          <a:ext cx="0" cy="0"/>
          <a:chOff x="0" y="0"/>
          <a:chExt cx="0" cy="0"/>
        </a:xfrm>
      </p:grpSpPr>
      <p:pic>
        <p:nvPicPr>
          <p:cNvPr id="19" name="Picture 18" descr="A screenshot of a chat&#10;&#10;AI-generated content may be incorrect.">
            <a:extLst>
              <a:ext uri="{FF2B5EF4-FFF2-40B4-BE49-F238E27FC236}">
                <a16:creationId xmlns:a16="http://schemas.microsoft.com/office/drawing/2014/main" id="{3E45A5C7-F14F-A8DD-8D6A-409852156A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70006"/>
            <a:ext cx="2682876" cy="5924550"/>
          </a:xfrm>
          <a:prstGeom prst="rect">
            <a:avLst/>
          </a:prstGeom>
        </p:spPr>
      </p:pic>
      <p:pic>
        <p:nvPicPr>
          <p:cNvPr id="27" name="Picture 26" descr="A screenshot of a phone&#10;&#10;AI-generated content may be incorrect.">
            <a:extLst>
              <a:ext uri="{FF2B5EF4-FFF2-40B4-BE49-F238E27FC236}">
                <a16:creationId xmlns:a16="http://schemas.microsoft.com/office/drawing/2014/main" id="{AFB6FB10-CBDA-C59D-6096-BF5B93FCCD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3867" y="470006"/>
            <a:ext cx="2682876" cy="5924546"/>
          </a:xfrm>
          <a:prstGeom prst="rect">
            <a:avLst/>
          </a:prstGeom>
        </p:spPr>
      </p:pic>
      <p:sp>
        <p:nvSpPr>
          <p:cNvPr id="17" name="Freeform: Shape 16">
            <a:extLst>
              <a:ext uri="{FF2B5EF4-FFF2-40B4-BE49-F238E27FC236}">
                <a16:creationId xmlns:a16="http://schemas.microsoft.com/office/drawing/2014/main" id="{76A4947E-A8D6-32EC-F192-0F8BED721554}"/>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 name="Group 3">
            <a:extLst>
              <a:ext uri="{FF2B5EF4-FFF2-40B4-BE49-F238E27FC236}">
                <a16:creationId xmlns:a16="http://schemas.microsoft.com/office/drawing/2014/main" id="{2AA81F5E-F6CD-A6CD-F4D2-93A9A693F3D7}"/>
              </a:ext>
            </a:extLst>
          </p:cNvPr>
          <p:cNvGrpSpPr/>
          <p:nvPr/>
        </p:nvGrpSpPr>
        <p:grpSpPr>
          <a:xfrm>
            <a:off x="10472039" y="1739348"/>
            <a:ext cx="691261" cy="715320"/>
            <a:chOff x="11435906" y="1739348"/>
            <a:chExt cx="691261" cy="715320"/>
          </a:xfrm>
        </p:grpSpPr>
        <p:sp>
          <p:nvSpPr>
            <p:cNvPr id="5" name="Oval 4">
              <a:extLst>
                <a:ext uri="{FF2B5EF4-FFF2-40B4-BE49-F238E27FC236}">
                  <a16:creationId xmlns:a16="http://schemas.microsoft.com/office/drawing/2014/main" id="{36E10C21-BB32-16AA-94EF-B153F4C5C78F}"/>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8181C1E-8170-FF55-5D52-24FEACFCD826}"/>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grpSp>
        <p:nvGrpSpPr>
          <p:cNvPr id="8" name="Group 7">
            <a:extLst>
              <a:ext uri="{FF2B5EF4-FFF2-40B4-BE49-F238E27FC236}">
                <a16:creationId xmlns:a16="http://schemas.microsoft.com/office/drawing/2014/main" id="{8193E640-6C72-F99D-D1F4-A6253925B7C7}"/>
              </a:ext>
            </a:extLst>
          </p:cNvPr>
          <p:cNvGrpSpPr/>
          <p:nvPr/>
        </p:nvGrpSpPr>
        <p:grpSpPr>
          <a:xfrm>
            <a:off x="11432722" y="3071340"/>
            <a:ext cx="697628" cy="715320"/>
            <a:chOff x="11432722" y="3071340"/>
            <a:chExt cx="697628" cy="715320"/>
          </a:xfrm>
        </p:grpSpPr>
        <p:sp>
          <p:nvSpPr>
            <p:cNvPr id="9" name="Oval 8">
              <a:extLst>
                <a:ext uri="{FF2B5EF4-FFF2-40B4-BE49-F238E27FC236}">
                  <a16:creationId xmlns:a16="http://schemas.microsoft.com/office/drawing/2014/main" id="{1B1F33F9-159D-E87C-CB3B-85A96AAB7225}"/>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059713D-BAE0-761C-5D6D-9CA9170037C1}"/>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21" name="Group 20">
            <a:extLst>
              <a:ext uri="{FF2B5EF4-FFF2-40B4-BE49-F238E27FC236}">
                <a16:creationId xmlns:a16="http://schemas.microsoft.com/office/drawing/2014/main" id="{A87409FC-5406-7957-DA7F-2979BDA09BFC}"/>
              </a:ext>
            </a:extLst>
          </p:cNvPr>
          <p:cNvGrpSpPr/>
          <p:nvPr/>
        </p:nvGrpSpPr>
        <p:grpSpPr>
          <a:xfrm>
            <a:off x="11437637" y="4377932"/>
            <a:ext cx="691261" cy="715320"/>
            <a:chOff x="11437637" y="4377932"/>
            <a:chExt cx="691261" cy="715320"/>
          </a:xfrm>
        </p:grpSpPr>
        <p:sp>
          <p:nvSpPr>
            <p:cNvPr id="22" name="Oval 21">
              <a:extLst>
                <a:ext uri="{FF2B5EF4-FFF2-40B4-BE49-F238E27FC236}">
                  <a16:creationId xmlns:a16="http://schemas.microsoft.com/office/drawing/2014/main" id="{08CDB4F3-CCD3-5059-A7DF-FA81410AC58D}"/>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2F2F5D0-D6D1-DCF9-E315-53BE64F653CE}"/>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30" name="Group 29">
            <a:extLst>
              <a:ext uri="{FF2B5EF4-FFF2-40B4-BE49-F238E27FC236}">
                <a16:creationId xmlns:a16="http://schemas.microsoft.com/office/drawing/2014/main" id="{1CCADF0F-193B-9F8B-FC29-2105AB18A6C1}"/>
              </a:ext>
            </a:extLst>
          </p:cNvPr>
          <p:cNvGrpSpPr/>
          <p:nvPr/>
        </p:nvGrpSpPr>
        <p:grpSpPr>
          <a:xfrm>
            <a:off x="11430272" y="5684524"/>
            <a:ext cx="691261" cy="715320"/>
            <a:chOff x="11430272" y="5684524"/>
            <a:chExt cx="691261" cy="715320"/>
          </a:xfrm>
        </p:grpSpPr>
        <p:sp>
          <p:nvSpPr>
            <p:cNvPr id="31" name="Oval 30">
              <a:extLst>
                <a:ext uri="{FF2B5EF4-FFF2-40B4-BE49-F238E27FC236}">
                  <a16:creationId xmlns:a16="http://schemas.microsoft.com/office/drawing/2014/main" id="{8E509C73-D2A4-CB8D-5579-0DBACA512504}"/>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1619FE4-CFAC-F648-392C-B754886F0564}"/>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sp>
        <p:nvSpPr>
          <p:cNvPr id="33" name="Freeform: Shape 32">
            <a:extLst>
              <a:ext uri="{FF2B5EF4-FFF2-40B4-BE49-F238E27FC236}">
                <a16:creationId xmlns:a16="http://schemas.microsoft.com/office/drawing/2014/main" id="{0FA7DA60-78FC-5024-D2B7-ABD18A29F824}"/>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9D037A76-CB9C-BE75-6263-F68EE43AFB56}"/>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29E14F4C-D422-18C2-C0FD-9E1BE05169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1B19AF01-3EE4-B90F-93D5-3E250B890865}"/>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28" name="Picture 27" descr="A black rectangular cellphone with a black background&#10;&#10;AI-generated content may be incorrect.">
            <a:extLst>
              <a:ext uri="{FF2B5EF4-FFF2-40B4-BE49-F238E27FC236}">
                <a16:creationId xmlns:a16="http://schemas.microsoft.com/office/drawing/2014/main" id="{8AD07926-FFE5-B6CC-3B45-3F02A00DAB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46651542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3B71B-2604-E7D1-070B-CAFAE7B26FA0}"/>
            </a:ext>
          </a:extLst>
        </p:cNvPr>
        <p:cNvGrpSpPr/>
        <p:nvPr/>
      </p:nvGrpSpPr>
      <p:grpSpPr>
        <a:xfrm>
          <a:off x="0" y="0"/>
          <a:ext cx="0" cy="0"/>
          <a:chOff x="0" y="0"/>
          <a:chExt cx="0" cy="0"/>
        </a:xfrm>
      </p:grpSpPr>
      <p:pic>
        <p:nvPicPr>
          <p:cNvPr id="3" name="Picture 2" descr="A screenshot of a phone&#10;&#10;AI-generated content may be incorrect.">
            <a:extLst>
              <a:ext uri="{FF2B5EF4-FFF2-40B4-BE49-F238E27FC236}">
                <a16:creationId xmlns:a16="http://schemas.microsoft.com/office/drawing/2014/main" id="{25C26B6C-FAF2-FD27-FD4D-61AB50E41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70006"/>
            <a:ext cx="2682876" cy="5924546"/>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CAF57903-5748-E872-9A2C-A223DE1354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5057" y="470006"/>
            <a:ext cx="2682876" cy="5924550"/>
          </a:xfrm>
          <a:prstGeom prst="rect">
            <a:avLst/>
          </a:prstGeom>
        </p:spPr>
      </p:pic>
      <p:sp>
        <p:nvSpPr>
          <p:cNvPr id="17" name="Freeform: Shape 16">
            <a:extLst>
              <a:ext uri="{FF2B5EF4-FFF2-40B4-BE49-F238E27FC236}">
                <a16:creationId xmlns:a16="http://schemas.microsoft.com/office/drawing/2014/main" id="{A79C4B7F-4174-5585-F704-2AEB2BA1296B}"/>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 name="Group 3">
            <a:extLst>
              <a:ext uri="{FF2B5EF4-FFF2-40B4-BE49-F238E27FC236}">
                <a16:creationId xmlns:a16="http://schemas.microsoft.com/office/drawing/2014/main" id="{CB44EEFF-AF6F-7F56-37B2-CE8FCFA918D6}"/>
              </a:ext>
            </a:extLst>
          </p:cNvPr>
          <p:cNvGrpSpPr/>
          <p:nvPr/>
        </p:nvGrpSpPr>
        <p:grpSpPr>
          <a:xfrm>
            <a:off x="10472039" y="1739348"/>
            <a:ext cx="691261" cy="715320"/>
            <a:chOff x="11435906" y="1739348"/>
            <a:chExt cx="691261" cy="715320"/>
          </a:xfrm>
        </p:grpSpPr>
        <p:sp>
          <p:nvSpPr>
            <p:cNvPr id="5" name="Oval 4">
              <a:extLst>
                <a:ext uri="{FF2B5EF4-FFF2-40B4-BE49-F238E27FC236}">
                  <a16:creationId xmlns:a16="http://schemas.microsoft.com/office/drawing/2014/main" id="{567DCCD7-A5C5-FED2-0E85-2EA822B61F59}"/>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5D531EC-92E0-2DBE-E183-94251129C00F}"/>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grpSp>
        <p:nvGrpSpPr>
          <p:cNvPr id="8" name="Group 7">
            <a:extLst>
              <a:ext uri="{FF2B5EF4-FFF2-40B4-BE49-F238E27FC236}">
                <a16:creationId xmlns:a16="http://schemas.microsoft.com/office/drawing/2014/main" id="{D75662CC-9E98-A0BA-D143-357672BE1C59}"/>
              </a:ext>
            </a:extLst>
          </p:cNvPr>
          <p:cNvGrpSpPr/>
          <p:nvPr/>
        </p:nvGrpSpPr>
        <p:grpSpPr>
          <a:xfrm>
            <a:off x="11432722" y="3071340"/>
            <a:ext cx="697628" cy="715320"/>
            <a:chOff x="11432722" y="3071340"/>
            <a:chExt cx="697628" cy="715320"/>
          </a:xfrm>
        </p:grpSpPr>
        <p:sp>
          <p:nvSpPr>
            <p:cNvPr id="9" name="Oval 8">
              <a:extLst>
                <a:ext uri="{FF2B5EF4-FFF2-40B4-BE49-F238E27FC236}">
                  <a16:creationId xmlns:a16="http://schemas.microsoft.com/office/drawing/2014/main" id="{ED5EA012-BCF2-A559-6550-F776F22DB4E3}"/>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7BAB4DF-9411-DC8F-387F-65F7A75716FB}"/>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21" name="Group 20">
            <a:extLst>
              <a:ext uri="{FF2B5EF4-FFF2-40B4-BE49-F238E27FC236}">
                <a16:creationId xmlns:a16="http://schemas.microsoft.com/office/drawing/2014/main" id="{0A5AA83C-DDD5-BE56-F890-BCE798320581}"/>
              </a:ext>
            </a:extLst>
          </p:cNvPr>
          <p:cNvGrpSpPr/>
          <p:nvPr/>
        </p:nvGrpSpPr>
        <p:grpSpPr>
          <a:xfrm>
            <a:off x="11437637" y="4377932"/>
            <a:ext cx="691261" cy="715320"/>
            <a:chOff x="11437637" y="4377932"/>
            <a:chExt cx="691261" cy="715320"/>
          </a:xfrm>
        </p:grpSpPr>
        <p:sp>
          <p:nvSpPr>
            <p:cNvPr id="22" name="Oval 21">
              <a:extLst>
                <a:ext uri="{FF2B5EF4-FFF2-40B4-BE49-F238E27FC236}">
                  <a16:creationId xmlns:a16="http://schemas.microsoft.com/office/drawing/2014/main" id="{2169A3A9-DAF9-3F17-0BE8-CC09C315A502}"/>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6FC4DDD-66E7-D6BB-51C4-6487FFCAD14A}"/>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30" name="Group 29">
            <a:extLst>
              <a:ext uri="{FF2B5EF4-FFF2-40B4-BE49-F238E27FC236}">
                <a16:creationId xmlns:a16="http://schemas.microsoft.com/office/drawing/2014/main" id="{957804F0-FDCF-FB90-F4AE-113B0CD6ADFB}"/>
              </a:ext>
            </a:extLst>
          </p:cNvPr>
          <p:cNvGrpSpPr/>
          <p:nvPr/>
        </p:nvGrpSpPr>
        <p:grpSpPr>
          <a:xfrm>
            <a:off x="11430272" y="5684524"/>
            <a:ext cx="691261" cy="715320"/>
            <a:chOff x="11430272" y="5684524"/>
            <a:chExt cx="691261" cy="715320"/>
          </a:xfrm>
        </p:grpSpPr>
        <p:sp>
          <p:nvSpPr>
            <p:cNvPr id="31" name="Oval 30">
              <a:extLst>
                <a:ext uri="{FF2B5EF4-FFF2-40B4-BE49-F238E27FC236}">
                  <a16:creationId xmlns:a16="http://schemas.microsoft.com/office/drawing/2014/main" id="{03E4F843-78AA-AEC5-0C74-DED7F07DE4C2}"/>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204AE94-99F9-6396-BC46-F64248E3E48F}"/>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sp>
        <p:nvSpPr>
          <p:cNvPr id="33" name="Freeform: Shape 32">
            <a:extLst>
              <a:ext uri="{FF2B5EF4-FFF2-40B4-BE49-F238E27FC236}">
                <a16:creationId xmlns:a16="http://schemas.microsoft.com/office/drawing/2014/main" id="{FA4F8219-3749-50C6-0F29-48F858DB10B1}"/>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TextBox 10">
            <a:extLst>
              <a:ext uri="{FF2B5EF4-FFF2-40B4-BE49-F238E27FC236}">
                <a16:creationId xmlns:a16="http://schemas.microsoft.com/office/drawing/2014/main" id="{20B2432E-B2EC-8261-7BC2-245A73EA326B}"/>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D83BDD1B-A9A8-4648-922A-EF79E5D106E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88EFBF6A-7D18-9907-7FBD-C9A18D4CA4C5}"/>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3" name="Picture 12" descr="A black rectangular cellphone with a black background&#10;&#10;AI-generated content may be incorrect.">
            <a:extLst>
              <a:ext uri="{FF2B5EF4-FFF2-40B4-BE49-F238E27FC236}">
                <a16:creationId xmlns:a16="http://schemas.microsoft.com/office/drawing/2014/main" id="{DBC0B92F-D5C3-D51E-9DF0-4C47ED0DF0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8650493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69EED-7CCA-A6CC-48DC-F6EB5550F569}"/>
            </a:ext>
          </a:extLst>
        </p:cNvPr>
        <p:cNvGrpSpPr/>
        <p:nvPr/>
      </p:nvGrpSpPr>
      <p:grpSpPr>
        <a:xfrm>
          <a:off x="0" y="0"/>
          <a:ext cx="0" cy="0"/>
          <a:chOff x="0" y="0"/>
          <a:chExt cx="0" cy="0"/>
        </a:xfrm>
      </p:grpSpPr>
      <p:pic>
        <p:nvPicPr>
          <p:cNvPr id="30" name="Picture 29" descr="A screenshot of a phone&#10;&#10;AI-generated content may be incorrect.">
            <a:extLst>
              <a:ext uri="{FF2B5EF4-FFF2-40B4-BE49-F238E27FC236}">
                <a16:creationId xmlns:a16="http://schemas.microsoft.com/office/drawing/2014/main" id="{3F27A9D6-9E8E-1EA7-9CCC-7E514C4C16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70006"/>
            <a:ext cx="2682876" cy="5924550"/>
          </a:xfrm>
          <a:prstGeom prst="rect">
            <a:avLst/>
          </a:prstGeom>
        </p:spPr>
      </p:pic>
      <p:pic>
        <p:nvPicPr>
          <p:cNvPr id="31" name="Picture 30" descr="A screenshot of a cell phone&#10;&#10;AI-generated content may be incorrect.">
            <a:extLst>
              <a:ext uri="{FF2B5EF4-FFF2-40B4-BE49-F238E27FC236}">
                <a16:creationId xmlns:a16="http://schemas.microsoft.com/office/drawing/2014/main" id="{6EEB71FC-EEEA-DFB0-F4C2-C2E5A6F057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3867" y="470006"/>
            <a:ext cx="2682876" cy="5924550"/>
          </a:xfrm>
          <a:prstGeom prst="rect">
            <a:avLst/>
          </a:prstGeom>
        </p:spPr>
      </p:pic>
      <p:sp>
        <p:nvSpPr>
          <p:cNvPr id="21" name="Freeform: Shape 20">
            <a:extLst>
              <a:ext uri="{FF2B5EF4-FFF2-40B4-BE49-F238E27FC236}">
                <a16:creationId xmlns:a16="http://schemas.microsoft.com/office/drawing/2014/main" id="{034A49DE-5EBF-DB33-71B0-6A6512BC8460}"/>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AC553DC-0C15-E011-A668-42BFCC104304}"/>
              </a:ext>
            </a:extLst>
          </p:cNvPr>
          <p:cNvGrpSpPr/>
          <p:nvPr/>
        </p:nvGrpSpPr>
        <p:grpSpPr>
          <a:xfrm>
            <a:off x="10477500" y="3071340"/>
            <a:ext cx="697628" cy="715320"/>
            <a:chOff x="11432722" y="3071340"/>
            <a:chExt cx="697628" cy="715320"/>
          </a:xfrm>
        </p:grpSpPr>
        <p:sp>
          <p:nvSpPr>
            <p:cNvPr id="24" name="Oval 23">
              <a:extLst>
                <a:ext uri="{FF2B5EF4-FFF2-40B4-BE49-F238E27FC236}">
                  <a16:creationId xmlns:a16="http://schemas.microsoft.com/office/drawing/2014/main" id="{D4C31CD6-CC73-F4D0-A57A-FFEBB09FA664}"/>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33B1871-DE57-88D4-21A8-FDF7AF01F3E7}"/>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5BEEB4E8-C5FD-B2ED-B1E8-97E141952F3A}"/>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673D8093-D84C-3577-D5E4-68F14DB6FE3A}"/>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5135ED5-D7FB-122B-EB95-20475F0E84B6}"/>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7720AD36-3378-F9F5-8FEB-01BACD61BA19}"/>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17338A1D-C485-AA1D-AE29-E89340E6281E}"/>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85163A83-CF8C-BF7A-861C-2347A8C89265}"/>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424CF4F3-EB1D-90A4-6402-81DF6A93C603}"/>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82F6BF30-0565-367B-DA0F-FD1C1327103E}"/>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B862EC-CACE-6C25-3070-1F4805251A69}"/>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8" name="Freeform: Shape 17">
            <a:extLst>
              <a:ext uri="{FF2B5EF4-FFF2-40B4-BE49-F238E27FC236}">
                <a16:creationId xmlns:a16="http://schemas.microsoft.com/office/drawing/2014/main" id="{E3EADE90-B4CB-E8D0-927F-0D26FC6ADFF0}"/>
              </a:ext>
            </a:extLst>
          </p:cNvPr>
          <p:cNvSpPr/>
          <p:nvPr/>
        </p:nvSpPr>
        <p:spPr>
          <a:xfrm flipH="1">
            <a:off x="10363200" y="-2003447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extBox 12">
            <a:extLst>
              <a:ext uri="{FF2B5EF4-FFF2-40B4-BE49-F238E27FC236}">
                <a16:creationId xmlns:a16="http://schemas.microsoft.com/office/drawing/2014/main" id="{0406EF66-7CFA-E266-FFDB-0A179ABC48BB}"/>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5" name="Graphic 14" descr="Ui Ux with solid fill">
            <a:extLst>
              <a:ext uri="{FF2B5EF4-FFF2-40B4-BE49-F238E27FC236}">
                <a16:creationId xmlns:a16="http://schemas.microsoft.com/office/drawing/2014/main" id="{EB9F9E93-D7C5-E491-3B63-ECE72A1214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9" name="Straight Connector 18">
            <a:extLst>
              <a:ext uri="{FF2B5EF4-FFF2-40B4-BE49-F238E27FC236}">
                <a16:creationId xmlns:a16="http://schemas.microsoft.com/office/drawing/2014/main" id="{93C08794-FF4F-B23C-B82F-F6FAABDBE949}"/>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33" name="Picture 32" descr="A black rectangular cellphone with a black background&#10;&#10;AI-generated content may be incorrect.">
            <a:extLst>
              <a:ext uri="{FF2B5EF4-FFF2-40B4-BE49-F238E27FC236}">
                <a16:creationId xmlns:a16="http://schemas.microsoft.com/office/drawing/2014/main" id="{A2E76442-FEFD-D2D4-2B77-A18E2B780C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08615297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C77A1-304D-8E91-F984-324E56D4A362}"/>
            </a:ext>
          </a:extLst>
        </p:cNvPr>
        <p:cNvGrpSpPr/>
        <p:nvPr/>
      </p:nvGrpSpPr>
      <p:grpSpPr>
        <a:xfrm>
          <a:off x="0" y="0"/>
          <a:ext cx="0" cy="0"/>
          <a:chOff x="0" y="0"/>
          <a:chExt cx="0" cy="0"/>
        </a:xfrm>
      </p:grpSpPr>
      <p:pic>
        <p:nvPicPr>
          <p:cNvPr id="31" name="Picture 30" descr="A screenshot of a cell phone&#10;&#10;AI-generated content may be incorrect.">
            <a:extLst>
              <a:ext uri="{FF2B5EF4-FFF2-40B4-BE49-F238E27FC236}">
                <a16:creationId xmlns:a16="http://schemas.microsoft.com/office/drawing/2014/main" id="{76C0BA6F-6C1C-0425-E084-99B467CDF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70006"/>
            <a:ext cx="2682876" cy="5924550"/>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37F28B8B-86F5-7B28-FB57-399114F275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3867" y="470006"/>
            <a:ext cx="2682876" cy="5924550"/>
          </a:xfrm>
          <a:prstGeom prst="rect">
            <a:avLst/>
          </a:prstGeom>
        </p:spPr>
      </p:pic>
      <p:sp>
        <p:nvSpPr>
          <p:cNvPr id="21" name="Freeform: Shape 20">
            <a:extLst>
              <a:ext uri="{FF2B5EF4-FFF2-40B4-BE49-F238E27FC236}">
                <a16:creationId xmlns:a16="http://schemas.microsoft.com/office/drawing/2014/main" id="{F3A3D5A9-40F1-66AE-1A1E-9653DDE08BB4}"/>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A6115FAF-364C-1680-96A1-68977B2965D0}"/>
              </a:ext>
            </a:extLst>
          </p:cNvPr>
          <p:cNvGrpSpPr/>
          <p:nvPr/>
        </p:nvGrpSpPr>
        <p:grpSpPr>
          <a:xfrm>
            <a:off x="10477500" y="3071340"/>
            <a:ext cx="697628" cy="715320"/>
            <a:chOff x="11432722" y="3071340"/>
            <a:chExt cx="697628" cy="715320"/>
          </a:xfrm>
        </p:grpSpPr>
        <p:sp>
          <p:nvSpPr>
            <p:cNvPr id="24" name="Oval 23">
              <a:extLst>
                <a:ext uri="{FF2B5EF4-FFF2-40B4-BE49-F238E27FC236}">
                  <a16:creationId xmlns:a16="http://schemas.microsoft.com/office/drawing/2014/main" id="{674522CF-9FAD-282B-210A-212842DC1BDC}"/>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99C8A32-8827-C568-3B7C-3F20DF421DD3}"/>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903D771C-C244-60A7-672D-F6DB8ABAD7B0}"/>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9A4C491A-1674-BC5C-2ACC-D0F8A000ACB5}"/>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0AE72969-D2A3-3F79-6F6A-C09A2F11D1BC}"/>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41D856B9-AF97-28EE-61A3-D962930C7152}"/>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59C85D21-2AD7-104B-3590-A287D6C5C9F9}"/>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CC66E31-925C-F9FB-9B91-1D9586323BD6}"/>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2574B127-ED29-2DD8-8D6A-AEE4D38A86DF}"/>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4E923CE0-CB02-EB66-A45C-9CFA90FDB10F}"/>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C0750F5-A600-39A2-4646-95910FE50588}"/>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8" name="Freeform: Shape 17">
            <a:extLst>
              <a:ext uri="{FF2B5EF4-FFF2-40B4-BE49-F238E27FC236}">
                <a16:creationId xmlns:a16="http://schemas.microsoft.com/office/drawing/2014/main" id="{AC45B81B-5AA7-A383-6C25-4F4F4D6FD588}"/>
              </a:ext>
            </a:extLst>
          </p:cNvPr>
          <p:cNvSpPr/>
          <p:nvPr/>
        </p:nvSpPr>
        <p:spPr>
          <a:xfrm flipH="1">
            <a:off x="10363200" y="-2003447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extBox 12">
            <a:extLst>
              <a:ext uri="{FF2B5EF4-FFF2-40B4-BE49-F238E27FC236}">
                <a16:creationId xmlns:a16="http://schemas.microsoft.com/office/drawing/2014/main" id="{6FC20555-C76A-342D-1389-884C1ADCE11F}"/>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5" name="Graphic 14" descr="Ui Ux with solid fill">
            <a:extLst>
              <a:ext uri="{FF2B5EF4-FFF2-40B4-BE49-F238E27FC236}">
                <a16:creationId xmlns:a16="http://schemas.microsoft.com/office/drawing/2014/main" id="{E4DA2A70-70C5-067E-8376-06AD2933BD9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9" name="Straight Connector 18">
            <a:extLst>
              <a:ext uri="{FF2B5EF4-FFF2-40B4-BE49-F238E27FC236}">
                <a16:creationId xmlns:a16="http://schemas.microsoft.com/office/drawing/2014/main" id="{413C48EC-8BDB-AD92-8D7E-FEFF309932E2}"/>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4" name="Picture 3" descr="A black rectangular cellphone with a black background&#10;&#10;AI-generated content may be incorrect.">
            <a:extLst>
              <a:ext uri="{FF2B5EF4-FFF2-40B4-BE49-F238E27FC236}">
                <a16:creationId xmlns:a16="http://schemas.microsoft.com/office/drawing/2014/main" id="{F279129D-F84E-5411-DA0B-E5B3776E5A5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323911562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38BE27-E6A7-5A97-356C-410685CFA2BE}"/>
            </a:ext>
          </a:extLst>
        </p:cNvPr>
        <p:cNvGrpSpPr/>
        <p:nvPr/>
      </p:nvGrpSpPr>
      <p:grpSpPr>
        <a:xfrm>
          <a:off x="0" y="0"/>
          <a:ext cx="0" cy="0"/>
          <a:chOff x="0" y="0"/>
          <a:chExt cx="0" cy="0"/>
        </a:xfrm>
      </p:grpSpPr>
      <p:pic>
        <p:nvPicPr>
          <p:cNvPr id="2" name="Picture 1" descr="A screenshot of a phone&#10;&#10;AI-generated content may be incorrect.">
            <a:extLst>
              <a:ext uri="{FF2B5EF4-FFF2-40B4-BE49-F238E27FC236}">
                <a16:creationId xmlns:a16="http://schemas.microsoft.com/office/drawing/2014/main" id="{03163141-D6BB-F73E-6B94-D4D80F12BB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8134" y="470006"/>
            <a:ext cx="2682876" cy="5924550"/>
          </a:xfrm>
          <a:prstGeom prst="rect">
            <a:avLst/>
          </a:prstGeom>
        </p:spPr>
      </p:pic>
      <p:pic>
        <p:nvPicPr>
          <p:cNvPr id="17" name="Picture 16" descr="A screenshot of a phone&#10;&#10;AI-generated content may be incorrect.">
            <a:extLst>
              <a:ext uri="{FF2B5EF4-FFF2-40B4-BE49-F238E27FC236}">
                <a16:creationId xmlns:a16="http://schemas.microsoft.com/office/drawing/2014/main" id="{D3270687-157F-35D4-1F5C-F11160C4A5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1010" y="466725"/>
            <a:ext cx="2682876" cy="5924550"/>
          </a:xfrm>
          <a:prstGeom prst="rect">
            <a:avLst/>
          </a:prstGeom>
        </p:spPr>
      </p:pic>
      <p:sp>
        <p:nvSpPr>
          <p:cNvPr id="20" name="Freeform: Shape 19">
            <a:extLst>
              <a:ext uri="{FF2B5EF4-FFF2-40B4-BE49-F238E27FC236}">
                <a16:creationId xmlns:a16="http://schemas.microsoft.com/office/drawing/2014/main" id="{B4654431-5D1C-7ACD-0646-8FDF2FBDE18E}"/>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CC0A594D-C70B-CF43-B55B-5F9ACD5FFF19}"/>
              </a:ext>
            </a:extLst>
          </p:cNvPr>
          <p:cNvGrpSpPr/>
          <p:nvPr/>
        </p:nvGrpSpPr>
        <p:grpSpPr>
          <a:xfrm>
            <a:off x="10477500" y="3071340"/>
            <a:ext cx="697628" cy="715320"/>
            <a:chOff x="11432722" y="3071340"/>
            <a:chExt cx="697628" cy="715320"/>
          </a:xfrm>
        </p:grpSpPr>
        <p:sp>
          <p:nvSpPr>
            <p:cNvPr id="24" name="Oval 23">
              <a:extLst>
                <a:ext uri="{FF2B5EF4-FFF2-40B4-BE49-F238E27FC236}">
                  <a16:creationId xmlns:a16="http://schemas.microsoft.com/office/drawing/2014/main" id="{7CAE5F12-22E7-24CE-D2FF-B28ECEBA67EB}"/>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7A587264-323C-F9CB-1509-FD39B25D9778}"/>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76B2FC46-CD41-B6DE-3CF4-F0DE691144B1}"/>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253B82F7-0849-1B7B-C47C-B6605FE16F9F}"/>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9C7B694A-5291-8AC1-6846-5D15AFDFD697}"/>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971BAE01-901B-B0A5-C72D-E5928E687054}"/>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91123B52-0B32-4633-2185-2533B562CE92}"/>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21404FF-5CD1-8E43-48E7-FB4B377471D1}"/>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534C654A-35A2-15A0-E70E-27D475329F3E}"/>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60A31A7D-D79D-9165-F59D-AFEC93689C99}"/>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37E7523-6F70-6CF7-5006-88123864FE55}"/>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8" name="Freeform: Shape 17">
            <a:extLst>
              <a:ext uri="{FF2B5EF4-FFF2-40B4-BE49-F238E27FC236}">
                <a16:creationId xmlns:a16="http://schemas.microsoft.com/office/drawing/2014/main" id="{6F6BA676-F212-99C8-9038-4E091B603C56}"/>
              </a:ext>
            </a:extLst>
          </p:cNvPr>
          <p:cNvSpPr/>
          <p:nvPr/>
        </p:nvSpPr>
        <p:spPr>
          <a:xfrm flipH="1">
            <a:off x="10363200" y="-2003447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extBox 12">
            <a:extLst>
              <a:ext uri="{FF2B5EF4-FFF2-40B4-BE49-F238E27FC236}">
                <a16:creationId xmlns:a16="http://schemas.microsoft.com/office/drawing/2014/main" id="{CFA2D66E-3807-2C06-3B0D-1234E3BA33D5}"/>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5" name="Graphic 14" descr="Ui Ux with solid fill">
            <a:extLst>
              <a:ext uri="{FF2B5EF4-FFF2-40B4-BE49-F238E27FC236}">
                <a16:creationId xmlns:a16="http://schemas.microsoft.com/office/drawing/2014/main" id="{9401DBA5-F940-47AA-E462-44F736F34F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9" name="Straight Connector 18">
            <a:extLst>
              <a:ext uri="{FF2B5EF4-FFF2-40B4-BE49-F238E27FC236}">
                <a16:creationId xmlns:a16="http://schemas.microsoft.com/office/drawing/2014/main" id="{413A7A6F-6791-437C-65B3-2B80E8A56C82}"/>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22" name="Picture 21" descr="A black rectangular cellphone with a black background&#10;&#10;AI-generated content may be incorrect.">
            <a:extLst>
              <a:ext uri="{FF2B5EF4-FFF2-40B4-BE49-F238E27FC236}">
                <a16:creationId xmlns:a16="http://schemas.microsoft.com/office/drawing/2014/main" id="{011651D8-0C14-6F9D-642D-25D20D0C5C9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6867634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4B6DD-F7A6-6D56-60B9-55185CC9C9E8}"/>
            </a:ext>
          </a:extLst>
        </p:cNvPr>
        <p:cNvGrpSpPr/>
        <p:nvPr/>
      </p:nvGrpSpPr>
      <p:grpSpPr>
        <a:xfrm>
          <a:off x="0" y="0"/>
          <a:ext cx="0" cy="0"/>
          <a:chOff x="0" y="0"/>
          <a:chExt cx="0" cy="0"/>
        </a:xfrm>
      </p:grpSpPr>
      <p:pic>
        <p:nvPicPr>
          <p:cNvPr id="19" name="Picture 18" descr="A screenshot of a phone&#10;&#10;AI-generated content may be incorrect.">
            <a:extLst>
              <a:ext uri="{FF2B5EF4-FFF2-40B4-BE49-F238E27FC236}">
                <a16:creationId xmlns:a16="http://schemas.microsoft.com/office/drawing/2014/main" id="{79F81405-B90B-F0EA-9D2E-0D36292ED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4562" y="466725"/>
            <a:ext cx="2682876" cy="5924550"/>
          </a:xfrm>
          <a:prstGeom prst="rect">
            <a:avLst/>
          </a:prstGeom>
        </p:spPr>
      </p:pic>
      <p:pic>
        <p:nvPicPr>
          <p:cNvPr id="2" name="Picture 1" descr="A screenshot of a phone&#10;&#10;AI-generated content may be incorrect.">
            <a:extLst>
              <a:ext uri="{FF2B5EF4-FFF2-40B4-BE49-F238E27FC236}">
                <a16:creationId xmlns:a16="http://schemas.microsoft.com/office/drawing/2014/main" id="{1FABABC1-254C-A8E2-9B55-0BEB925597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7438" y="466725"/>
            <a:ext cx="2682876" cy="5924550"/>
          </a:xfrm>
          <a:prstGeom prst="rect">
            <a:avLst/>
          </a:prstGeom>
        </p:spPr>
      </p:pic>
      <p:sp>
        <p:nvSpPr>
          <p:cNvPr id="17" name="Freeform: Shape 16">
            <a:extLst>
              <a:ext uri="{FF2B5EF4-FFF2-40B4-BE49-F238E27FC236}">
                <a16:creationId xmlns:a16="http://schemas.microsoft.com/office/drawing/2014/main" id="{635F554A-1F87-B652-802E-5674E5326123}"/>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E714DF89-A5E1-A58D-4B3B-01091568BE2F}"/>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59BA2946-6502-8F6B-7792-5F5A4C4A22B2}"/>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D522559-E0BE-029E-C319-3E24FA003A68}"/>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4530D296-5DE5-808F-AFB3-C695A79402B2}"/>
              </a:ext>
            </a:extLst>
          </p:cNvPr>
          <p:cNvGrpSpPr/>
          <p:nvPr/>
        </p:nvGrpSpPr>
        <p:grpSpPr>
          <a:xfrm>
            <a:off x="10472039" y="4377932"/>
            <a:ext cx="691261" cy="715320"/>
            <a:chOff x="11437637" y="4377932"/>
            <a:chExt cx="691261" cy="715320"/>
          </a:xfrm>
        </p:grpSpPr>
        <p:sp>
          <p:nvSpPr>
            <p:cNvPr id="26" name="Oval 25">
              <a:extLst>
                <a:ext uri="{FF2B5EF4-FFF2-40B4-BE49-F238E27FC236}">
                  <a16:creationId xmlns:a16="http://schemas.microsoft.com/office/drawing/2014/main" id="{A4B2AAD4-C09D-7185-004E-62581E460F2D}"/>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F2B05E9-6011-384B-E046-C7E9E8CCD9B7}"/>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84DF42EB-E852-70AD-96D5-B0C1BEB33FD5}"/>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DB949B50-170C-44B1-4E17-688C29268FF8}"/>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C9A950BD-A6ED-360D-07F7-BFF236144B4F}"/>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35EE6D1E-33A7-E71E-D1CF-0CDA6AA53EAF}"/>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59BE1E6B-8E06-4075-9458-A569BCD0D055}"/>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D420036-7328-38CB-F210-EDE01173D8CA}"/>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1" name="Freeform: Shape 10">
            <a:extLst>
              <a:ext uri="{FF2B5EF4-FFF2-40B4-BE49-F238E27FC236}">
                <a16:creationId xmlns:a16="http://schemas.microsoft.com/office/drawing/2014/main" id="{59FB82BB-AB26-AA76-E233-BE555C2647FB}"/>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DFFFF3F2-3188-FBA4-3A7F-BCF5D5E8C51B}"/>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FB14A8BB-E31F-AFB5-967E-E2FBE539FAD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76CC15CF-F7B7-8F55-4579-6DD88E89E24F}"/>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21" name="Picture 20" descr="A black rectangular cellphone with a black background&#10;&#10;AI-generated content may be incorrect.">
            <a:extLst>
              <a:ext uri="{FF2B5EF4-FFF2-40B4-BE49-F238E27FC236}">
                <a16:creationId xmlns:a16="http://schemas.microsoft.com/office/drawing/2014/main" id="{0F704F59-559D-D383-C33C-1FF558F091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0037965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FCD50-3724-DE01-0B0C-E56AA083A104}"/>
            </a:ext>
          </a:extLst>
        </p:cNvPr>
        <p:cNvGrpSpPr/>
        <p:nvPr/>
      </p:nvGrpSpPr>
      <p:grpSpPr>
        <a:xfrm>
          <a:off x="0" y="0"/>
          <a:ext cx="0" cy="0"/>
          <a:chOff x="0" y="0"/>
          <a:chExt cx="0" cy="0"/>
        </a:xfrm>
      </p:grpSpPr>
      <p:pic>
        <p:nvPicPr>
          <p:cNvPr id="2" name="Picture 1" descr="A screenshot of a phone&#10;&#10;AI-generated content may be incorrect.">
            <a:extLst>
              <a:ext uri="{FF2B5EF4-FFF2-40B4-BE49-F238E27FC236}">
                <a16:creationId xmlns:a16="http://schemas.microsoft.com/office/drawing/2014/main" id="{731B1B26-3A3E-3710-0E4A-457EEE7141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4562" y="466725"/>
            <a:ext cx="2682876" cy="5924550"/>
          </a:xfrm>
          <a:prstGeom prst="rect">
            <a:avLst/>
          </a:prstGeom>
        </p:spPr>
      </p:pic>
      <p:pic>
        <p:nvPicPr>
          <p:cNvPr id="7" name="Picture 6" descr="A screenshot of a phone&#10;&#10;AI-generated content may be incorrect.">
            <a:extLst>
              <a:ext uri="{FF2B5EF4-FFF2-40B4-BE49-F238E27FC236}">
                <a16:creationId xmlns:a16="http://schemas.microsoft.com/office/drawing/2014/main" id="{CAABE70F-B749-4CDE-EF29-622D3AAAE4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7438" y="466725"/>
            <a:ext cx="2682876" cy="5924550"/>
          </a:xfrm>
          <a:prstGeom prst="rect">
            <a:avLst/>
          </a:prstGeom>
        </p:spPr>
      </p:pic>
      <p:sp>
        <p:nvSpPr>
          <p:cNvPr id="13" name="Freeform: Shape 12">
            <a:extLst>
              <a:ext uri="{FF2B5EF4-FFF2-40B4-BE49-F238E27FC236}">
                <a16:creationId xmlns:a16="http://schemas.microsoft.com/office/drawing/2014/main" id="{52C2424C-1FCD-2A19-60F3-2B4B3979C15A}"/>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C6AAF7CB-5A1B-94A3-5C6E-CECCD7F28833}"/>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5780E68B-0D00-1967-751E-DD9E5E49F561}"/>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ACDF6AB-E3AF-0824-B117-5C19A6A1DD6C}"/>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6939EB8D-1589-1DEF-629C-41857F0B6690}"/>
              </a:ext>
            </a:extLst>
          </p:cNvPr>
          <p:cNvGrpSpPr/>
          <p:nvPr/>
        </p:nvGrpSpPr>
        <p:grpSpPr>
          <a:xfrm>
            <a:off x="10472039" y="4377932"/>
            <a:ext cx="691261" cy="715320"/>
            <a:chOff x="11437637" y="4377932"/>
            <a:chExt cx="691261" cy="715320"/>
          </a:xfrm>
        </p:grpSpPr>
        <p:sp>
          <p:nvSpPr>
            <p:cNvPr id="26" name="Oval 25">
              <a:extLst>
                <a:ext uri="{FF2B5EF4-FFF2-40B4-BE49-F238E27FC236}">
                  <a16:creationId xmlns:a16="http://schemas.microsoft.com/office/drawing/2014/main" id="{C33D41C1-9EB2-ABAB-006D-462D34696AD9}"/>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5DBC9078-69FA-EB46-DB37-7C3C443F60C6}"/>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11EE7DE0-F99B-35A6-19FB-A191BA48B610}"/>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EF14EEC2-E9E1-198A-F8BD-028AD8E638AE}"/>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FAE3CA7-21A3-C20F-F56C-90D1FA420680}"/>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8C37BE1C-14CB-E898-D9B4-6E23F9DA6A5E}"/>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7F3F9DF1-46DF-D215-1B71-BE243004F29A}"/>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D53BCF1-B0D7-FF21-6EA1-D22EF57F6949}"/>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1" name="Freeform: Shape 10">
            <a:extLst>
              <a:ext uri="{FF2B5EF4-FFF2-40B4-BE49-F238E27FC236}">
                <a16:creationId xmlns:a16="http://schemas.microsoft.com/office/drawing/2014/main" id="{45BEB70C-F4A4-8679-2E3C-D6016132B41C}"/>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9D072EC3-D82A-B0BB-3471-E00930C3A612}"/>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91806E5D-0692-28D9-B6A6-619C7580192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B9A78F73-7F7A-02EB-DFB5-A651B483674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5" name="Picture 14" descr="A black rectangular cellphone with a black background&#10;&#10;AI-generated content may be incorrect.">
            <a:extLst>
              <a:ext uri="{FF2B5EF4-FFF2-40B4-BE49-F238E27FC236}">
                <a16:creationId xmlns:a16="http://schemas.microsoft.com/office/drawing/2014/main" id="{2D396807-30BD-7885-1F72-37ED1D28FC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3070422485"/>
      </p:ext>
    </p:extLst>
  </p:cSld>
  <p:clrMapOvr>
    <a:masterClrMapping/>
  </p:clrMapOvr>
  <mc:AlternateContent xmlns:mc="http://schemas.openxmlformats.org/markup-compatibility/2006">
    <mc:Choice xmlns:p159="http://schemas.microsoft.com/office/powerpoint/2015/09/main" Requires="p159">
      <p:transition spd="med">
        <p159:morph option="byObject"/>
      </p:transition>
    </mc:Choice>
    <mc:Fallback>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FDEEE-D4EF-0D40-B11D-4A5AEC4E4E8F}"/>
            </a:ext>
          </a:extLst>
        </p:cNvPr>
        <p:cNvGrpSpPr/>
        <p:nvPr/>
      </p:nvGrpSpPr>
      <p:grpSpPr>
        <a:xfrm>
          <a:off x="0" y="0"/>
          <a:ext cx="0" cy="0"/>
          <a:chOff x="0" y="0"/>
          <a:chExt cx="0" cy="0"/>
        </a:xfrm>
      </p:grpSpPr>
      <p:pic>
        <p:nvPicPr>
          <p:cNvPr id="7" name="Picture 6" descr="Screens screenshot of a phone&#10;&#10;AI-generated content may be incorrect.">
            <a:extLst>
              <a:ext uri="{FF2B5EF4-FFF2-40B4-BE49-F238E27FC236}">
                <a16:creationId xmlns:a16="http://schemas.microsoft.com/office/drawing/2014/main" id="{FBE3F6B9-1D73-0A5D-F89E-E2990A0929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41010" y="466725"/>
            <a:ext cx="2682876" cy="5924550"/>
          </a:xfrm>
          <a:prstGeom prst="rect">
            <a:avLst/>
          </a:prstGeom>
        </p:spPr>
      </p:pic>
      <p:pic>
        <p:nvPicPr>
          <p:cNvPr id="3" name="Picture 2" descr="A screenshot of a phone&#10;&#10;AI-generated content may be incorrect.">
            <a:extLst>
              <a:ext uri="{FF2B5EF4-FFF2-40B4-BE49-F238E27FC236}">
                <a16:creationId xmlns:a16="http://schemas.microsoft.com/office/drawing/2014/main" id="{EC5DC857-75DB-2BB6-01EA-8528B35931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2500" y="466725"/>
            <a:ext cx="2682876" cy="5924550"/>
          </a:xfrm>
          <a:prstGeom prst="rect">
            <a:avLst/>
          </a:prstGeom>
        </p:spPr>
      </p:pic>
      <p:sp>
        <p:nvSpPr>
          <p:cNvPr id="13" name="Freeform: Shape 12">
            <a:extLst>
              <a:ext uri="{FF2B5EF4-FFF2-40B4-BE49-F238E27FC236}">
                <a16:creationId xmlns:a16="http://schemas.microsoft.com/office/drawing/2014/main" id="{A23C5B53-EEDA-DF59-3BF8-AFD36AC0E65F}"/>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315F86F1-F62D-3014-A3CB-40C84A7F311F}"/>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07B82BB9-A2B2-1375-5E4A-CBA61E7AB612}"/>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8FC4336-8A2E-7E6E-65F6-2DBA9FE88787}"/>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03C20D38-A6B3-1136-39B1-21A6C249B049}"/>
              </a:ext>
            </a:extLst>
          </p:cNvPr>
          <p:cNvGrpSpPr/>
          <p:nvPr/>
        </p:nvGrpSpPr>
        <p:grpSpPr>
          <a:xfrm>
            <a:off x="10472039" y="4377932"/>
            <a:ext cx="691261" cy="715320"/>
            <a:chOff x="11437637" y="4377932"/>
            <a:chExt cx="691261" cy="715320"/>
          </a:xfrm>
        </p:grpSpPr>
        <p:sp>
          <p:nvSpPr>
            <p:cNvPr id="26" name="Oval 25">
              <a:extLst>
                <a:ext uri="{FF2B5EF4-FFF2-40B4-BE49-F238E27FC236}">
                  <a16:creationId xmlns:a16="http://schemas.microsoft.com/office/drawing/2014/main" id="{C83F2425-59DE-2943-6CFA-59FABB3C1CAD}"/>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5132CCB-C7DA-D6F9-628A-FE30A7170438}"/>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2B30CD80-4DAE-D77E-A0DE-ADEF760EA302}"/>
              </a:ext>
            </a:extLst>
          </p:cNvPr>
          <p:cNvGrpSpPr/>
          <p:nvPr/>
        </p:nvGrpSpPr>
        <p:grpSpPr>
          <a:xfrm>
            <a:off x="11430272" y="5684524"/>
            <a:ext cx="691261" cy="715320"/>
            <a:chOff x="11430272" y="5684524"/>
            <a:chExt cx="691261" cy="715320"/>
          </a:xfrm>
        </p:grpSpPr>
        <p:sp>
          <p:nvSpPr>
            <p:cNvPr id="28" name="Oval 27">
              <a:extLst>
                <a:ext uri="{FF2B5EF4-FFF2-40B4-BE49-F238E27FC236}">
                  <a16:creationId xmlns:a16="http://schemas.microsoft.com/office/drawing/2014/main" id="{DBD280F3-762C-6A21-DE39-7CFFBD2A6F4D}"/>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6091CF2-8E38-E7A5-41E9-3081D3AF45F8}"/>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77DC4D3F-1D59-E024-BB70-7AE14FC7CA8E}"/>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6D795871-651B-C1E6-9E41-4A1CC3F017E0}"/>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8933163-C727-5003-AC83-5B72CC8913D2}"/>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sp>
        <p:nvSpPr>
          <p:cNvPr id="11" name="Freeform: Shape 10">
            <a:extLst>
              <a:ext uri="{FF2B5EF4-FFF2-40B4-BE49-F238E27FC236}">
                <a16:creationId xmlns:a16="http://schemas.microsoft.com/office/drawing/2014/main" id="{26ECD837-A398-3657-69E4-B58F3B0ABF5A}"/>
              </a:ext>
            </a:extLst>
          </p:cNvPr>
          <p:cNvSpPr/>
          <p:nvPr/>
        </p:nvSpPr>
        <p:spPr>
          <a:xfrm flipH="1">
            <a:off x="10363200" y="-18715254"/>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51DA8B1A-6A02-E302-2940-5E96080CA9F2}"/>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2" name="Graphic 11" descr="Ui Ux with solid fill">
            <a:extLst>
              <a:ext uri="{FF2B5EF4-FFF2-40B4-BE49-F238E27FC236}">
                <a16:creationId xmlns:a16="http://schemas.microsoft.com/office/drawing/2014/main" id="{778BD619-FCC5-CD9D-454E-BA8BCE9591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255DF318-4AD2-7139-9A42-CC3C9584B8E9}"/>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7" name="Picture 16" descr="A black rectangular cellphone with a black background&#10;&#10;AI-generated content may be incorrect.">
            <a:extLst>
              <a:ext uri="{FF2B5EF4-FFF2-40B4-BE49-F238E27FC236}">
                <a16:creationId xmlns:a16="http://schemas.microsoft.com/office/drawing/2014/main" id="{FCE2EE23-72D8-E54B-9660-40ED2F86D6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8102344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68899-5CCC-F424-386C-FAD1C1BAF58F}"/>
            </a:ext>
          </a:extLst>
        </p:cNvPr>
        <p:cNvGrpSpPr/>
        <p:nvPr/>
      </p:nvGrpSpPr>
      <p:grpSpPr>
        <a:xfrm>
          <a:off x="0" y="0"/>
          <a:ext cx="0" cy="0"/>
          <a:chOff x="0" y="0"/>
          <a:chExt cx="0" cy="0"/>
        </a:xfrm>
      </p:grpSpPr>
      <p:pic>
        <p:nvPicPr>
          <p:cNvPr id="21" name="Picture 20" descr="Screens screenshot of a phone&#10;&#10;AI-generated content may be incorrect.">
            <a:extLst>
              <a:ext uri="{FF2B5EF4-FFF2-40B4-BE49-F238E27FC236}">
                <a16:creationId xmlns:a16="http://schemas.microsoft.com/office/drawing/2014/main" id="{3193EBBA-618E-5EF0-F54A-37442C50B6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8134" y="466725"/>
            <a:ext cx="2682876" cy="5924550"/>
          </a:xfrm>
          <a:prstGeom prst="rect">
            <a:avLst/>
          </a:prstGeom>
        </p:spPr>
      </p:pic>
      <p:pic>
        <p:nvPicPr>
          <p:cNvPr id="22" name="Picture 21" descr="Screens screenshot of a phone&#10;&#10;AI-generated content may be incorrect.">
            <a:extLst>
              <a:ext uri="{FF2B5EF4-FFF2-40B4-BE49-F238E27FC236}">
                <a16:creationId xmlns:a16="http://schemas.microsoft.com/office/drawing/2014/main" id="{2D89B51E-9745-F7C5-71A2-EB7CB0362F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1010" y="466725"/>
            <a:ext cx="2682876" cy="5924550"/>
          </a:xfrm>
          <a:prstGeom prst="rect">
            <a:avLst/>
          </a:prstGeom>
        </p:spPr>
      </p:pic>
      <p:sp>
        <p:nvSpPr>
          <p:cNvPr id="20" name="Freeform: Shape 19">
            <a:extLst>
              <a:ext uri="{FF2B5EF4-FFF2-40B4-BE49-F238E27FC236}">
                <a16:creationId xmlns:a16="http://schemas.microsoft.com/office/drawing/2014/main" id="{8302906A-98D8-5C2E-DD80-062A71766EF2}"/>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39CB601C-484D-3714-2125-7D4596F51A0D}"/>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E4652B4D-3429-A072-5C82-FB9CA1155061}"/>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4C0F295-A4A1-3442-064F-5494E7614088}"/>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4EC4B834-0BF6-0C54-8584-5E443C84A454}"/>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4E7430A1-238B-1252-209C-897529F6D8C8}"/>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46A66422-1E5E-BF21-DB36-5CA4347F81A7}"/>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3A01B274-E17F-37B8-75C8-563B5CF4060B}"/>
              </a:ext>
            </a:extLst>
          </p:cNvPr>
          <p:cNvGrpSpPr/>
          <p:nvPr/>
        </p:nvGrpSpPr>
        <p:grpSpPr>
          <a:xfrm>
            <a:off x="10477500" y="5684524"/>
            <a:ext cx="691261" cy="715320"/>
            <a:chOff x="11430272" y="5684524"/>
            <a:chExt cx="691261" cy="715320"/>
          </a:xfrm>
        </p:grpSpPr>
        <p:sp>
          <p:nvSpPr>
            <p:cNvPr id="28" name="Oval 27">
              <a:extLst>
                <a:ext uri="{FF2B5EF4-FFF2-40B4-BE49-F238E27FC236}">
                  <a16:creationId xmlns:a16="http://schemas.microsoft.com/office/drawing/2014/main" id="{4EEC954A-D40D-75DE-99BE-360F8A6AD264}"/>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D7CCB66-4A8E-466C-84C4-F5DF3DBEA7E5}"/>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D6747BE9-FEEC-BF37-BD96-AE3AF89DB800}"/>
              </a:ext>
            </a:extLst>
          </p:cNvPr>
          <p:cNvGrpSpPr/>
          <p:nvPr/>
        </p:nvGrpSpPr>
        <p:grpSpPr>
          <a:xfrm>
            <a:off x="11432722" y="1739348"/>
            <a:ext cx="697628" cy="715320"/>
            <a:chOff x="11432722" y="1739348"/>
            <a:chExt cx="697628" cy="715320"/>
          </a:xfrm>
        </p:grpSpPr>
        <p:sp>
          <p:nvSpPr>
            <p:cNvPr id="5" name="Oval 4">
              <a:extLst>
                <a:ext uri="{FF2B5EF4-FFF2-40B4-BE49-F238E27FC236}">
                  <a16:creationId xmlns:a16="http://schemas.microsoft.com/office/drawing/2014/main" id="{4B758BD8-D77F-C37E-C36C-21DB9EF84622}"/>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60CE1E9-9691-9923-12FB-3FA734B993DA}"/>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ADA5317F-07BF-0DDD-1CF2-3BE7B668C689}"/>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897BAD2D-DA74-E174-129E-05190664F0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45E8C98E-8B58-837F-1347-1BE70F1365AD}"/>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Freeform: Shape 16">
            <a:extLst>
              <a:ext uri="{FF2B5EF4-FFF2-40B4-BE49-F238E27FC236}">
                <a16:creationId xmlns:a16="http://schemas.microsoft.com/office/drawing/2014/main" id="{BA498971-0F16-7093-4133-77FABA7EB558}"/>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black rectangular cellphone with a black background&#10;&#10;AI-generated content may be incorrect.">
            <a:extLst>
              <a:ext uri="{FF2B5EF4-FFF2-40B4-BE49-F238E27FC236}">
                <a16:creationId xmlns:a16="http://schemas.microsoft.com/office/drawing/2014/main" id="{07A0C784-44A6-A24D-7DEA-389689378F4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32789641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6F011-31BD-1205-6917-63F72767CA3C}"/>
            </a:ext>
          </a:extLst>
        </p:cNvPr>
        <p:cNvGrpSpPr/>
        <p:nvPr/>
      </p:nvGrpSpPr>
      <p:grpSpPr>
        <a:xfrm>
          <a:off x="0" y="0"/>
          <a:ext cx="0" cy="0"/>
          <a:chOff x="0" y="0"/>
          <a:chExt cx="0" cy="0"/>
        </a:xfrm>
      </p:grpSpPr>
      <p:pic>
        <p:nvPicPr>
          <p:cNvPr id="31" name="Picture 30" descr="Screens screenshot of a phone&#10;&#10;AI-generated content may be incorrect.">
            <a:extLst>
              <a:ext uri="{FF2B5EF4-FFF2-40B4-BE49-F238E27FC236}">
                <a16:creationId xmlns:a16="http://schemas.microsoft.com/office/drawing/2014/main" id="{049665EA-5B78-9139-ECC0-F26EDF2A23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8610" y="466725"/>
            <a:ext cx="2682876" cy="5924550"/>
          </a:xfrm>
          <a:prstGeom prst="rect">
            <a:avLst/>
          </a:prstGeom>
        </p:spPr>
      </p:pic>
      <p:pic>
        <p:nvPicPr>
          <p:cNvPr id="32" name="Picture 31" descr="A screenshot of a medical history&#10;&#10;AI-generated content may be incorrect.">
            <a:extLst>
              <a:ext uri="{FF2B5EF4-FFF2-40B4-BE49-F238E27FC236}">
                <a16:creationId xmlns:a16="http://schemas.microsoft.com/office/drawing/2014/main" id="{3F91CC4D-06DC-70AA-D58E-5B9A1E0214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1486" y="466725"/>
            <a:ext cx="2682876" cy="5924550"/>
          </a:xfrm>
          <a:prstGeom prst="rect">
            <a:avLst/>
          </a:prstGeom>
        </p:spPr>
      </p:pic>
      <p:sp>
        <p:nvSpPr>
          <p:cNvPr id="36" name="Freeform: Shape 35">
            <a:extLst>
              <a:ext uri="{FF2B5EF4-FFF2-40B4-BE49-F238E27FC236}">
                <a16:creationId xmlns:a16="http://schemas.microsoft.com/office/drawing/2014/main" id="{F6367232-4505-14BB-F711-B6A8FB5DE8A2}"/>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FD1EEEE9-E202-10ED-6789-9B2B65AB103D}"/>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D7AF188A-8868-8470-6E01-298A1102D8D0}"/>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E18C617-8D9B-7CFD-4515-0923963340CB}"/>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270BF8BE-AAA4-A4C8-FE6C-FB1FAA1C406C}"/>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E1FE56EE-20D3-6990-0EE0-1DCE58122045}"/>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A7BAFDBD-1011-B13E-8192-8DFDBA88F107}"/>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AD578847-E28F-E36A-257B-58920A3F7371}"/>
              </a:ext>
            </a:extLst>
          </p:cNvPr>
          <p:cNvGrpSpPr/>
          <p:nvPr/>
        </p:nvGrpSpPr>
        <p:grpSpPr>
          <a:xfrm>
            <a:off x="10477500" y="5684524"/>
            <a:ext cx="691261" cy="715320"/>
            <a:chOff x="11430272" y="5684524"/>
            <a:chExt cx="691261" cy="715320"/>
          </a:xfrm>
        </p:grpSpPr>
        <p:sp>
          <p:nvSpPr>
            <p:cNvPr id="28" name="Oval 27">
              <a:extLst>
                <a:ext uri="{FF2B5EF4-FFF2-40B4-BE49-F238E27FC236}">
                  <a16:creationId xmlns:a16="http://schemas.microsoft.com/office/drawing/2014/main" id="{7EC87394-9F2E-C498-147C-DFF1053B2831}"/>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6AD602D-6552-8704-0307-47BC958FAD99}"/>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39789493-48AB-950E-2EB8-D54E3D142441}"/>
              </a:ext>
            </a:extLst>
          </p:cNvPr>
          <p:cNvGrpSpPr/>
          <p:nvPr/>
        </p:nvGrpSpPr>
        <p:grpSpPr>
          <a:xfrm>
            <a:off x="11432722" y="1739348"/>
            <a:ext cx="697628" cy="715320"/>
            <a:chOff x="11432722" y="1739348"/>
            <a:chExt cx="697628" cy="715320"/>
          </a:xfrm>
        </p:grpSpPr>
        <p:sp>
          <p:nvSpPr>
            <p:cNvPr id="5" name="Oval 4">
              <a:extLst>
                <a:ext uri="{FF2B5EF4-FFF2-40B4-BE49-F238E27FC236}">
                  <a16:creationId xmlns:a16="http://schemas.microsoft.com/office/drawing/2014/main" id="{4AB286CC-0046-4D5D-9D27-94675EBD9255}"/>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848DA061-B223-5B06-3EEC-E745641D4F40}"/>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A50577CB-0ABA-82F3-739E-AD0FB41B1B9E}"/>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995F0022-4C0E-F2AA-5509-A06218BEF7A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C7487DA6-B023-A8B0-51CA-4CA2AFE61A9A}"/>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Freeform: Shape 16">
            <a:extLst>
              <a:ext uri="{FF2B5EF4-FFF2-40B4-BE49-F238E27FC236}">
                <a16:creationId xmlns:a16="http://schemas.microsoft.com/office/drawing/2014/main" id="{512656ED-25D6-8E7E-A050-6DD9AE8E34A8}"/>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8" name="Picture 37" descr="A black rectangular cellphone with a black background&#10;&#10;AI-generated content may be incorrect.">
            <a:extLst>
              <a:ext uri="{FF2B5EF4-FFF2-40B4-BE49-F238E27FC236}">
                <a16:creationId xmlns:a16="http://schemas.microsoft.com/office/drawing/2014/main" id="{8695E7F4-4C70-9CCB-39B5-6571F8533A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253104987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23BF-4FEB-A1F0-1891-822F26631C8D}"/>
            </a:ext>
          </a:extLst>
        </p:cNvPr>
        <p:cNvGrpSpPr/>
        <p:nvPr/>
      </p:nvGrpSpPr>
      <p:grpSpPr>
        <a:xfrm>
          <a:off x="0" y="0"/>
          <a:ext cx="0" cy="0"/>
          <a:chOff x="0" y="0"/>
          <a:chExt cx="0" cy="0"/>
        </a:xfrm>
      </p:grpSpPr>
      <p:pic>
        <p:nvPicPr>
          <p:cNvPr id="19" name="Picture 18" descr="A screenshot of a medical history&#10;&#10;AI-generated content may be incorrect.">
            <a:extLst>
              <a:ext uri="{FF2B5EF4-FFF2-40B4-BE49-F238E27FC236}">
                <a16:creationId xmlns:a16="http://schemas.microsoft.com/office/drawing/2014/main" id="{D46C1530-FD27-2B7E-62BE-43C0CEA410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0991" y="466725"/>
            <a:ext cx="2682876" cy="5924550"/>
          </a:xfrm>
          <a:prstGeom prst="rect">
            <a:avLst/>
          </a:prstGeom>
        </p:spPr>
      </p:pic>
      <p:grpSp>
        <p:nvGrpSpPr>
          <p:cNvPr id="30" name="Group 29">
            <a:extLst>
              <a:ext uri="{FF2B5EF4-FFF2-40B4-BE49-F238E27FC236}">
                <a16:creationId xmlns:a16="http://schemas.microsoft.com/office/drawing/2014/main" id="{7D7ECD38-A663-D381-1877-1D69150ED9C1}"/>
              </a:ext>
            </a:extLst>
          </p:cNvPr>
          <p:cNvGrpSpPr/>
          <p:nvPr/>
        </p:nvGrpSpPr>
        <p:grpSpPr>
          <a:xfrm>
            <a:off x="7437438" y="466725"/>
            <a:ext cx="2682876" cy="5924550"/>
            <a:chOff x="7437438" y="466725"/>
            <a:chExt cx="2682876" cy="5924550"/>
          </a:xfrm>
        </p:grpSpPr>
        <p:pic>
          <p:nvPicPr>
            <p:cNvPr id="13" name="Picture 12" descr="A screenshot of a cell phone&#10;&#10;AI-generated content may be incorrect.">
              <a:extLst>
                <a:ext uri="{FF2B5EF4-FFF2-40B4-BE49-F238E27FC236}">
                  <a16:creationId xmlns:a16="http://schemas.microsoft.com/office/drawing/2014/main" id="{6941CC83-AF9A-7DB8-518D-190E527509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37438" y="466725"/>
              <a:ext cx="2682876" cy="5924550"/>
            </a:xfrm>
            <a:prstGeom prst="rect">
              <a:avLst/>
            </a:prstGeom>
          </p:spPr>
        </p:pic>
        <p:sp>
          <p:nvSpPr>
            <p:cNvPr id="23" name="Rectangle 22">
              <a:extLst>
                <a:ext uri="{FF2B5EF4-FFF2-40B4-BE49-F238E27FC236}">
                  <a16:creationId xmlns:a16="http://schemas.microsoft.com/office/drawing/2014/main" id="{B99E1334-1D27-3A56-9AEB-525262E8E1C4}"/>
                </a:ext>
              </a:extLst>
            </p:cNvPr>
            <p:cNvSpPr/>
            <p:nvPr/>
          </p:nvSpPr>
          <p:spPr>
            <a:xfrm>
              <a:off x="7803356" y="550069"/>
              <a:ext cx="126207" cy="126206"/>
            </a:xfrm>
            <a:prstGeom prst="rect">
              <a:avLst/>
            </a:prstGeom>
            <a:solidFill>
              <a:srgbClr val="FD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D47E43E-39B2-3111-7D70-A835CD9609FE}"/>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C98DD46-5384-3516-2E30-DD7BAED2BBCD}"/>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ECBF89BE-360C-BB1E-AB0F-27E60C2CBC2E}"/>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32BF11B-70E0-9AFE-2959-ECEE5226FF99}"/>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19EEB445-4EBB-FA04-7581-6DC8D308A1E9}"/>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016F5DDD-2B69-4B8B-8918-723EB26580A3}"/>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1630884-A364-B25B-E9DB-B9BED5845550}"/>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146E8803-1EE9-0597-712F-714564BD79C2}"/>
              </a:ext>
            </a:extLst>
          </p:cNvPr>
          <p:cNvGrpSpPr/>
          <p:nvPr/>
        </p:nvGrpSpPr>
        <p:grpSpPr>
          <a:xfrm>
            <a:off x="10477500" y="5684524"/>
            <a:ext cx="691261" cy="715320"/>
            <a:chOff x="11430272" y="5684524"/>
            <a:chExt cx="691261" cy="715320"/>
          </a:xfrm>
        </p:grpSpPr>
        <p:sp>
          <p:nvSpPr>
            <p:cNvPr id="28" name="Oval 27">
              <a:extLst>
                <a:ext uri="{FF2B5EF4-FFF2-40B4-BE49-F238E27FC236}">
                  <a16:creationId xmlns:a16="http://schemas.microsoft.com/office/drawing/2014/main" id="{DEF1D29B-F291-172D-E993-47FCDC5C5A39}"/>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61F6359-2ABB-1DAF-21F6-D4D4B89442F9}"/>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EF336B10-3CD0-73FC-0F8C-01E9C0863A7F}"/>
              </a:ext>
            </a:extLst>
          </p:cNvPr>
          <p:cNvGrpSpPr/>
          <p:nvPr/>
        </p:nvGrpSpPr>
        <p:grpSpPr>
          <a:xfrm>
            <a:off x="11432722" y="1739348"/>
            <a:ext cx="697628" cy="715320"/>
            <a:chOff x="11432722" y="1739348"/>
            <a:chExt cx="697628" cy="715320"/>
          </a:xfrm>
        </p:grpSpPr>
        <p:sp>
          <p:nvSpPr>
            <p:cNvPr id="5" name="Oval 4">
              <a:extLst>
                <a:ext uri="{FF2B5EF4-FFF2-40B4-BE49-F238E27FC236}">
                  <a16:creationId xmlns:a16="http://schemas.microsoft.com/office/drawing/2014/main" id="{076E671D-31FD-7B95-8560-A6855CDFF3B9}"/>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C9A4A78-CD30-32E1-ECFB-B6C57391EA11}"/>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0A4D158A-87CA-6B22-700F-33FAF1062D21}"/>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581F33CF-0FD8-2D90-9A92-D551D46086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C06AE154-4A36-66F7-3644-6CE05B13E62D}"/>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Freeform: Shape 16">
            <a:extLst>
              <a:ext uri="{FF2B5EF4-FFF2-40B4-BE49-F238E27FC236}">
                <a16:creationId xmlns:a16="http://schemas.microsoft.com/office/drawing/2014/main" id="{1CE5E29A-9E93-AC44-9AF9-73DD7626C434}"/>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2" name="Picture 31" descr="A black rectangular cellphone with a black background&#10;&#10;AI-generated content may be incorrect.">
            <a:extLst>
              <a:ext uri="{FF2B5EF4-FFF2-40B4-BE49-F238E27FC236}">
                <a16:creationId xmlns:a16="http://schemas.microsoft.com/office/drawing/2014/main" id="{A6D6D873-4D58-8A4A-C100-8EC102B103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4183927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CF80-E8E9-918E-56B3-109A43591200}"/>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3DDFF5A7-0EF0-46DF-2730-2CA79FAF45F2}"/>
              </a:ext>
            </a:extLst>
          </p:cNvPr>
          <p:cNvGrpSpPr/>
          <p:nvPr/>
        </p:nvGrpSpPr>
        <p:grpSpPr>
          <a:xfrm>
            <a:off x="4750991" y="466725"/>
            <a:ext cx="2682876" cy="5924550"/>
            <a:chOff x="7437438" y="466725"/>
            <a:chExt cx="2682876" cy="5924550"/>
          </a:xfrm>
        </p:grpSpPr>
        <p:pic>
          <p:nvPicPr>
            <p:cNvPr id="30" name="Picture 29" descr="A screenshot of a cell phone&#10;&#10;AI-generated content may be incorrect.">
              <a:extLst>
                <a:ext uri="{FF2B5EF4-FFF2-40B4-BE49-F238E27FC236}">
                  <a16:creationId xmlns:a16="http://schemas.microsoft.com/office/drawing/2014/main" id="{A7A8CE2A-5579-8489-6A51-0A9F8E792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37438" y="466725"/>
              <a:ext cx="2682876" cy="5924550"/>
            </a:xfrm>
            <a:prstGeom prst="rect">
              <a:avLst/>
            </a:prstGeom>
          </p:spPr>
        </p:pic>
        <p:sp>
          <p:nvSpPr>
            <p:cNvPr id="31" name="Rectangle 30">
              <a:extLst>
                <a:ext uri="{FF2B5EF4-FFF2-40B4-BE49-F238E27FC236}">
                  <a16:creationId xmlns:a16="http://schemas.microsoft.com/office/drawing/2014/main" id="{F6140624-805A-4DD4-B8FF-060D68D6F789}"/>
                </a:ext>
              </a:extLst>
            </p:cNvPr>
            <p:cNvSpPr/>
            <p:nvPr/>
          </p:nvSpPr>
          <p:spPr>
            <a:xfrm>
              <a:off x="7803356" y="550069"/>
              <a:ext cx="126207" cy="126206"/>
            </a:xfrm>
            <a:prstGeom prst="rect">
              <a:avLst/>
            </a:prstGeom>
            <a:solidFill>
              <a:srgbClr val="FD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Freeform: Shape 19">
            <a:extLst>
              <a:ext uri="{FF2B5EF4-FFF2-40B4-BE49-F238E27FC236}">
                <a16:creationId xmlns:a16="http://schemas.microsoft.com/office/drawing/2014/main" id="{A4D69921-BCD9-4808-6DB4-7490CAAC8DCE}"/>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57E40EE1-2CF9-B85A-FAB8-C4825516A30B}"/>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CB26D7F1-0A16-0DDE-A34D-3168E5608CCC}"/>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A2FA64C-EED8-7488-9D79-DFDD05A07AC1}"/>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E4BDC818-0D31-1912-5DA8-0F11F015ACF8}"/>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64755CFA-AFA6-EA64-A974-7B73B9551563}"/>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14F12D2C-C742-118C-0690-1619259B113C}"/>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069FE9CD-62EC-A925-3B57-1D2174319482}"/>
              </a:ext>
            </a:extLst>
          </p:cNvPr>
          <p:cNvGrpSpPr/>
          <p:nvPr/>
        </p:nvGrpSpPr>
        <p:grpSpPr>
          <a:xfrm>
            <a:off x="10477500" y="5684524"/>
            <a:ext cx="691261" cy="715320"/>
            <a:chOff x="11430272" y="5684524"/>
            <a:chExt cx="691261" cy="715320"/>
          </a:xfrm>
        </p:grpSpPr>
        <p:sp>
          <p:nvSpPr>
            <p:cNvPr id="28" name="Oval 27">
              <a:extLst>
                <a:ext uri="{FF2B5EF4-FFF2-40B4-BE49-F238E27FC236}">
                  <a16:creationId xmlns:a16="http://schemas.microsoft.com/office/drawing/2014/main" id="{6559D8A9-9587-7CBC-62C8-7CE0BF4FAED2}"/>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FACBC50-B1AB-5559-0F38-12FBFA8D1C14}"/>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4F60C987-5E5E-15AB-EBBF-0F7643F4C087}"/>
              </a:ext>
            </a:extLst>
          </p:cNvPr>
          <p:cNvGrpSpPr/>
          <p:nvPr/>
        </p:nvGrpSpPr>
        <p:grpSpPr>
          <a:xfrm>
            <a:off x="11432722" y="1739348"/>
            <a:ext cx="697628" cy="715320"/>
            <a:chOff x="11432722" y="1739348"/>
            <a:chExt cx="697628" cy="715320"/>
          </a:xfrm>
        </p:grpSpPr>
        <p:sp>
          <p:nvSpPr>
            <p:cNvPr id="5" name="Oval 4">
              <a:extLst>
                <a:ext uri="{FF2B5EF4-FFF2-40B4-BE49-F238E27FC236}">
                  <a16:creationId xmlns:a16="http://schemas.microsoft.com/office/drawing/2014/main" id="{CB6F7FC3-C95C-7D45-30BD-F1E9A8A44E4A}"/>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705CC1A-AC7D-2F7D-D20C-532C4C5C97E9}"/>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EBF524F1-C305-A08B-575B-8EF687F850C0}"/>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9FB6BB96-BDD0-D8DE-9F40-3FDC2A2BFCC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638D39D8-88FB-3D5D-B0F0-0DBBEFF3C53E}"/>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Freeform: Shape 16">
            <a:extLst>
              <a:ext uri="{FF2B5EF4-FFF2-40B4-BE49-F238E27FC236}">
                <a16:creationId xmlns:a16="http://schemas.microsoft.com/office/drawing/2014/main" id="{6F4EA53C-C77E-A442-DE31-C9C930C44B4E}"/>
              </a:ext>
            </a:extLst>
          </p:cNvPr>
          <p:cNvSpPr/>
          <p:nvPr/>
        </p:nvSpPr>
        <p:spPr>
          <a:xfrm flipH="1">
            <a:off x="10363200" y="-1740556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4" name="Picture 33" descr="A black rectangular cellphone with a black background&#10;&#10;AI-generated content may be incorrect.">
            <a:extLst>
              <a:ext uri="{FF2B5EF4-FFF2-40B4-BE49-F238E27FC236}">
                <a16:creationId xmlns:a16="http://schemas.microsoft.com/office/drawing/2014/main" id="{DA8550F8-2189-D3E4-13DA-60750402D5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95227" y="129051"/>
            <a:ext cx="6794403" cy="6794403"/>
          </a:xfrm>
          <a:prstGeom prst="rect">
            <a:avLst/>
          </a:prstGeom>
        </p:spPr>
      </p:pic>
    </p:spTree>
    <p:extLst>
      <p:ext uri="{BB962C8B-B14F-4D97-AF65-F5344CB8AC3E}">
        <p14:creationId xmlns:p14="http://schemas.microsoft.com/office/powerpoint/2010/main" val="10539197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6EAC9-0E5E-2FBD-3383-F31B9FBD3C25}"/>
            </a:ext>
          </a:extLst>
        </p:cNvPr>
        <p:cNvGrpSpPr/>
        <p:nvPr/>
      </p:nvGrpSpPr>
      <p:grpSpPr>
        <a:xfrm>
          <a:off x="0" y="0"/>
          <a:ext cx="0" cy="0"/>
          <a:chOff x="0" y="0"/>
          <a:chExt cx="0" cy="0"/>
        </a:xfrm>
      </p:grpSpPr>
      <p:pic>
        <p:nvPicPr>
          <p:cNvPr id="12" name="Picture 11" descr="A screenshot of a medical history&#10;&#10;AI-generated content may be incorrect.">
            <a:extLst>
              <a:ext uri="{FF2B5EF4-FFF2-40B4-BE49-F238E27FC236}">
                <a16:creationId xmlns:a16="http://schemas.microsoft.com/office/drawing/2014/main" id="{44E2B2AA-7E28-58E6-98C6-98A7F63B1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9592" y="1158875"/>
            <a:ext cx="6096000" cy="3527425"/>
          </a:xfrm>
          <a:prstGeom prst="rect">
            <a:avLst/>
          </a:prstGeom>
        </p:spPr>
      </p:pic>
      <p:grpSp>
        <p:nvGrpSpPr>
          <p:cNvPr id="9" name="Group 8">
            <a:extLst>
              <a:ext uri="{FF2B5EF4-FFF2-40B4-BE49-F238E27FC236}">
                <a16:creationId xmlns:a16="http://schemas.microsoft.com/office/drawing/2014/main" id="{B71CC07F-5929-947B-663E-28936DB06A7C}"/>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B3CC703B-917E-B349-5267-9F1BA6ECC857}"/>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BBB3AED7-2654-57D0-6BFD-FA3F509DD83A}"/>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3245ECCF-BF57-CA6F-57A5-679B606EA7C7}"/>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8524947E-439E-A73D-4980-BB90B0C653A4}"/>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8A8C881C-6901-3F80-601B-0B74BC69D335}"/>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32A34212-A77B-81BB-A0C7-7514044C2FC7}"/>
              </a:ext>
            </a:extLst>
          </p:cNvPr>
          <p:cNvGrpSpPr/>
          <p:nvPr/>
        </p:nvGrpSpPr>
        <p:grpSpPr>
          <a:xfrm>
            <a:off x="11435906" y="5684524"/>
            <a:ext cx="691261" cy="715320"/>
            <a:chOff x="11430272" y="5684524"/>
            <a:chExt cx="691261" cy="715320"/>
          </a:xfrm>
        </p:grpSpPr>
        <p:sp>
          <p:nvSpPr>
            <p:cNvPr id="28" name="Oval 27">
              <a:extLst>
                <a:ext uri="{FF2B5EF4-FFF2-40B4-BE49-F238E27FC236}">
                  <a16:creationId xmlns:a16="http://schemas.microsoft.com/office/drawing/2014/main" id="{FBFB0CE7-8F76-D505-FE6B-793727872FB0}"/>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6EDCDB63-B25F-36A7-D6C0-ECA6355F3F06}"/>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E1CC73AF-C6F0-3344-A844-0FC9983666E8}"/>
              </a:ext>
            </a:extLst>
          </p:cNvPr>
          <p:cNvGrpSpPr/>
          <p:nvPr/>
        </p:nvGrpSpPr>
        <p:grpSpPr>
          <a:xfrm>
            <a:off x="10477500" y="1739348"/>
            <a:ext cx="697628" cy="715320"/>
            <a:chOff x="11432722" y="1739348"/>
            <a:chExt cx="697628" cy="715320"/>
          </a:xfrm>
        </p:grpSpPr>
        <p:sp>
          <p:nvSpPr>
            <p:cNvPr id="5" name="Oval 4">
              <a:extLst>
                <a:ext uri="{FF2B5EF4-FFF2-40B4-BE49-F238E27FC236}">
                  <a16:creationId xmlns:a16="http://schemas.microsoft.com/office/drawing/2014/main" id="{19FB294B-45E1-3CD1-869D-CBC443C959A9}"/>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FB93B7F-5833-114F-3B3E-4DA747258EE0}"/>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25F91A1D-00E8-7E88-E9DA-A7C86E600AE1}"/>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0562781F-1B83-11D3-B2BA-43A7707F220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3E935DDA-A087-999B-856D-262C4F41DB45}"/>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2" name="Freeform: Shape 1">
            <a:extLst>
              <a:ext uri="{FF2B5EF4-FFF2-40B4-BE49-F238E27FC236}">
                <a16:creationId xmlns:a16="http://schemas.microsoft.com/office/drawing/2014/main" id="{5F35F4C4-0572-1694-F8DF-B695EEB4541E}"/>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computer monitor with a black background&#10;&#10;AI-generated content may be incorrect.">
            <a:extLst>
              <a:ext uri="{FF2B5EF4-FFF2-40B4-BE49-F238E27FC236}">
                <a16:creationId xmlns:a16="http://schemas.microsoft.com/office/drawing/2014/main" id="{B46E1C28-1A70-5C90-8129-B92270AC2A7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05408" y="-361592"/>
            <a:ext cx="7581184" cy="7581184"/>
          </a:xfrm>
          <a:prstGeom prst="rect">
            <a:avLst/>
          </a:prstGeom>
        </p:spPr>
      </p:pic>
    </p:spTree>
    <p:extLst>
      <p:ext uri="{BB962C8B-B14F-4D97-AF65-F5344CB8AC3E}">
        <p14:creationId xmlns:p14="http://schemas.microsoft.com/office/powerpoint/2010/main" val="94252913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CA30D-2AD7-A108-67DC-409D52C52793}"/>
            </a:ext>
          </a:extLst>
        </p:cNvPr>
        <p:cNvGrpSpPr/>
        <p:nvPr/>
      </p:nvGrpSpPr>
      <p:grpSpPr>
        <a:xfrm>
          <a:off x="0" y="0"/>
          <a:ext cx="0" cy="0"/>
          <a:chOff x="0" y="0"/>
          <a:chExt cx="0" cy="0"/>
        </a:xfrm>
      </p:grpSpPr>
      <p:pic>
        <p:nvPicPr>
          <p:cNvPr id="12" name="Picture 11" descr="A screenshot of a computer&#10;&#10;AI-generated content may be incorrect.">
            <a:extLst>
              <a:ext uri="{FF2B5EF4-FFF2-40B4-BE49-F238E27FC236}">
                <a16:creationId xmlns:a16="http://schemas.microsoft.com/office/drawing/2014/main" id="{272A151B-E0CB-D092-D69D-E4C07DB6D7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1155700"/>
            <a:ext cx="6115050" cy="3536950"/>
          </a:xfrm>
          <a:prstGeom prst="rect">
            <a:avLst/>
          </a:prstGeom>
        </p:spPr>
      </p:pic>
      <p:grpSp>
        <p:nvGrpSpPr>
          <p:cNvPr id="9" name="Group 8">
            <a:extLst>
              <a:ext uri="{FF2B5EF4-FFF2-40B4-BE49-F238E27FC236}">
                <a16:creationId xmlns:a16="http://schemas.microsoft.com/office/drawing/2014/main" id="{F89135AE-4D0C-402D-E88E-F60DA25BB6C3}"/>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6F5AD144-35D5-5D4C-B372-3AF3FB0560FB}"/>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94E0817-F8FE-BCE9-3235-EEA7111C6542}"/>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F9BF2627-96E3-3B1D-16DE-4A0BDDD6E7A4}"/>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07AFCBC4-5584-CBB4-4A30-02DDFC35FD06}"/>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C659E313-1334-D5EB-EF43-BED95EC3CBF6}"/>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14" name="Group 13">
            <a:extLst>
              <a:ext uri="{FF2B5EF4-FFF2-40B4-BE49-F238E27FC236}">
                <a16:creationId xmlns:a16="http://schemas.microsoft.com/office/drawing/2014/main" id="{925F4111-1470-65C1-FEC5-0E9043131E84}"/>
              </a:ext>
            </a:extLst>
          </p:cNvPr>
          <p:cNvGrpSpPr/>
          <p:nvPr/>
        </p:nvGrpSpPr>
        <p:grpSpPr>
          <a:xfrm>
            <a:off x="11435906" y="5684524"/>
            <a:ext cx="691261" cy="715320"/>
            <a:chOff x="11430272" y="5684524"/>
            <a:chExt cx="691261" cy="715320"/>
          </a:xfrm>
        </p:grpSpPr>
        <p:sp>
          <p:nvSpPr>
            <p:cNvPr id="28" name="Oval 27">
              <a:extLst>
                <a:ext uri="{FF2B5EF4-FFF2-40B4-BE49-F238E27FC236}">
                  <a16:creationId xmlns:a16="http://schemas.microsoft.com/office/drawing/2014/main" id="{07866766-F476-748D-6DF8-63E75BBD48F1}"/>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B21DDD2-7DE1-CBCC-46F4-FBC4B8F0DB2E}"/>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grpSp>
        <p:nvGrpSpPr>
          <p:cNvPr id="8" name="Group 7">
            <a:extLst>
              <a:ext uri="{FF2B5EF4-FFF2-40B4-BE49-F238E27FC236}">
                <a16:creationId xmlns:a16="http://schemas.microsoft.com/office/drawing/2014/main" id="{99256E52-06D9-5B86-0A5B-ED6F40F99A00}"/>
              </a:ext>
            </a:extLst>
          </p:cNvPr>
          <p:cNvGrpSpPr/>
          <p:nvPr/>
        </p:nvGrpSpPr>
        <p:grpSpPr>
          <a:xfrm>
            <a:off x="10477500" y="1739348"/>
            <a:ext cx="697628" cy="715320"/>
            <a:chOff x="11432722" y="1739348"/>
            <a:chExt cx="697628" cy="715320"/>
          </a:xfrm>
        </p:grpSpPr>
        <p:sp>
          <p:nvSpPr>
            <p:cNvPr id="5" name="Oval 4">
              <a:extLst>
                <a:ext uri="{FF2B5EF4-FFF2-40B4-BE49-F238E27FC236}">
                  <a16:creationId xmlns:a16="http://schemas.microsoft.com/office/drawing/2014/main" id="{52BF53FE-7C4F-E955-7411-92E5B9A16C0F}"/>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620CCA-4EA5-C15C-882F-3D6D9066D0E0}"/>
                </a:ext>
              </a:extLst>
            </p:cNvPr>
            <p:cNvSpPr txBox="1"/>
            <p:nvPr/>
          </p:nvSpPr>
          <p:spPr>
            <a:xfrm>
              <a:off x="11432722" y="1773843"/>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09</a:t>
              </a:r>
            </a:p>
          </p:txBody>
        </p:sp>
      </p:grpSp>
      <p:sp>
        <p:nvSpPr>
          <p:cNvPr id="4" name="TextBox 3">
            <a:extLst>
              <a:ext uri="{FF2B5EF4-FFF2-40B4-BE49-F238E27FC236}">
                <a16:creationId xmlns:a16="http://schemas.microsoft.com/office/drawing/2014/main" id="{7795ADA5-4026-2D0F-7E3E-9C1162A4CFA3}"/>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1" name="Graphic 10" descr="Ui Ux with solid fill">
            <a:extLst>
              <a:ext uri="{FF2B5EF4-FFF2-40B4-BE49-F238E27FC236}">
                <a16:creationId xmlns:a16="http://schemas.microsoft.com/office/drawing/2014/main" id="{0D99B116-272A-9C17-A3F5-719E8217125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D05940EA-B713-EEEA-1162-49F176C34EE5}"/>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2" name="Freeform: Shape 1">
            <a:extLst>
              <a:ext uri="{FF2B5EF4-FFF2-40B4-BE49-F238E27FC236}">
                <a16:creationId xmlns:a16="http://schemas.microsoft.com/office/drawing/2014/main" id="{F0395711-68E6-236E-BBA5-92533BB33037}"/>
              </a:ext>
            </a:extLst>
          </p:cNvPr>
          <p:cNvSpPr/>
          <p:nvPr/>
        </p:nvSpPr>
        <p:spPr>
          <a:xfrm flipH="1">
            <a:off x="10363200" y="-21369561"/>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3" name="Picture 2" descr="A computer monitor with a black background&#10;&#10;AI-generated content may be incorrect.">
            <a:extLst>
              <a:ext uri="{FF2B5EF4-FFF2-40B4-BE49-F238E27FC236}">
                <a16:creationId xmlns:a16="http://schemas.microsoft.com/office/drawing/2014/main" id="{83E00F7D-52C1-ECB9-919A-5307FA622C8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05408" y="-361592"/>
            <a:ext cx="7581184" cy="7581184"/>
          </a:xfrm>
          <a:prstGeom prst="rect">
            <a:avLst/>
          </a:prstGeom>
        </p:spPr>
      </p:pic>
    </p:spTree>
    <p:extLst>
      <p:ext uri="{BB962C8B-B14F-4D97-AF65-F5344CB8AC3E}">
        <p14:creationId xmlns:p14="http://schemas.microsoft.com/office/powerpoint/2010/main" val="30361788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91D0F-1505-C6E1-F2D2-1E5C508275ED}"/>
            </a:ext>
          </a:extLst>
        </p:cNvPr>
        <p:cNvGrpSpPr/>
        <p:nvPr/>
      </p:nvGrpSpPr>
      <p:grpSpPr>
        <a:xfrm>
          <a:off x="0" y="0"/>
          <a:ext cx="0" cy="0"/>
          <a:chOff x="0" y="0"/>
          <a:chExt cx="0" cy="0"/>
        </a:xfrm>
      </p:grpSpPr>
      <p:sp>
        <p:nvSpPr>
          <p:cNvPr id="21" name="Freeform: Shape 20">
            <a:extLst>
              <a:ext uri="{FF2B5EF4-FFF2-40B4-BE49-F238E27FC236}">
                <a16:creationId xmlns:a16="http://schemas.microsoft.com/office/drawing/2014/main" id="{A1873D94-E737-AC37-FD7B-06CE2937D863}"/>
              </a:ext>
            </a:extLst>
          </p:cNvPr>
          <p:cNvSpPr/>
          <p:nvPr/>
        </p:nvSpPr>
        <p:spPr>
          <a:xfrm>
            <a:off x="-3571" y="0"/>
            <a:ext cx="12192000" cy="6858000"/>
          </a:xfrm>
          <a:custGeom>
            <a:avLst/>
            <a:gdLst>
              <a:gd name="connsiteX0" fmla="*/ 4773100 w 12192000"/>
              <a:gd name="connsiteY0" fmla="*/ 257175 h 6858000"/>
              <a:gd name="connsiteX1" fmla="*/ 4638676 w 12192000"/>
              <a:gd name="connsiteY1" fmla="*/ 391599 h 6858000"/>
              <a:gd name="connsiteX2" fmla="*/ 4638676 w 12192000"/>
              <a:gd name="connsiteY2" fmla="*/ 6472751 h 6858000"/>
              <a:gd name="connsiteX3" fmla="*/ 4773100 w 12192000"/>
              <a:gd name="connsiteY3" fmla="*/ 6607175 h 6858000"/>
              <a:gd name="connsiteX4" fmla="*/ 7425252 w 12192000"/>
              <a:gd name="connsiteY4" fmla="*/ 6607175 h 6858000"/>
              <a:gd name="connsiteX5" fmla="*/ 7559676 w 12192000"/>
              <a:gd name="connsiteY5" fmla="*/ 6472751 h 6858000"/>
              <a:gd name="connsiteX6" fmla="*/ 7559676 w 12192000"/>
              <a:gd name="connsiteY6" fmla="*/ 391599 h 6858000"/>
              <a:gd name="connsiteX7" fmla="*/ 7425252 w 12192000"/>
              <a:gd name="connsiteY7" fmla="*/ 25717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773100" y="257175"/>
                </a:moveTo>
                <a:cubicBezTo>
                  <a:pt x="4698860" y="257175"/>
                  <a:pt x="4638676" y="317359"/>
                  <a:pt x="4638676" y="391599"/>
                </a:cubicBezTo>
                <a:lnTo>
                  <a:pt x="4638676" y="6472751"/>
                </a:lnTo>
                <a:cubicBezTo>
                  <a:pt x="4638676" y="6546991"/>
                  <a:pt x="4698860" y="6607175"/>
                  <a:pt x="4773100" y="6607175"/>
                </a:cubicBezTo>
                <a:lnTo>
                  <a:pt x="7425252" y="6607175"/>
                </a:lnTo>
                <a:cubicBezTo>
                  <a:pt x="7499492" y="6607175"/>
                  <a:pt x="7559676" y="6546991"/>
                  <a:pt x="7559676" y="6472751"/>
                </a:cubicBezTo>
                <a:lnTo>
                  <a:pt x="7559676" y="391599"/>
                </a:lnTo>
                <a:cubicBezTo>
                  <a:pt x="7559676" y="317359"/>
                  <a:pt x="7499492" y="257175"/>
                  <a:pt x="7425252" y="257175"/>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12AF24DC-F098-7D73-F9CD-452D3738D169}"/>
              </a:ext>
            </a:extLst>
          </p:cNvPr>
          <p:cNvGrpSpPr/>
          <p:nvPr/>
        </p:nvGrpSpPr>
        <p:grpSpPr>
          <a:xfrm>
            <a:off x="11432722" y="3071340"/>
            <a:ext cx="697628" cy="715320"/>
            <a:chOff x="11432722" y="3071340"/>
            <a:chExt cx="697628" cy="715320"/>
          </a:xfrm>
        </p:grpSpPr>
        <p:sp>
          <p:nvSpPr>
            <p:cNvPr id="24" name="Oval 23">
              <a:extLst>
                <a:ext uri="{FF2B5EF4-FFF2-40B4-BE49-F238E27FC236}">
                  <a16:creationId xmlns:a16="http://schemas.microsoft.com/office/drawing/2014/main" id="{CFC8B231-5D0C-52EF-D712-33902A31B4EC}"/>
                </a:ext>
              </a:extLst>
            </p:cNvPr>
            <p:cNvSpPr/>
            <p:nvPr/>
          </p:nvSpPr>
          <p:spPr>
            <a:xfrm>
              <a:off x="11435906" y="3071340"/>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D2B103E-2BAC-9FFD-D4E6-4239DB877AED}"/>
                </a:ext>
              </a:extLst>
            </p:cNvPr>
            <p:cNvSpPr txBox="1"/>
            <p:nvPr/>
          </p:nvSpPr>
          <p:spPr>
            <a:xfrm>
              <a:off x="11432722" y="3105835"/>
              <a:ext cx="697628"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06</a:t>
              </a:r>
            </a:p>
          </p:txBody>
        </p:sp>
      </p:grpSp>
      <p:grpSp>
        <p:nvGrpSpPr>
          <p:cNvPr id="10" name="Group 9">
            <a:extLst>
              <a:ext uri="{FF2B5EF4-FFF2-40B4-BE49-F238E27FC236}">
                <a16:creationId xmlns:a16="http://schemas.microsoft.com/office/drawing/2014/main" id="{CC413141-4622-011B-6D5B-76958E80CB36}"/>
              </a:ext>
            </a:extLst>
          </p:cNvPr>
          <p:cNvGrpSpPr/>
          <p:nvPr/>
        </p:nvGrpSpPr>
        <p:grpSpPr>
          <a:xfrm>
            <a:off x="11437637" y="4377932"/>
            <a:ext cx="691261" cy="715320"/>
            <a:chOff x="11437637" y="4377932"/>
            <a:chExt cx="691261" cy="715320"/>
          </a:xfrm>
        </p:grpSpPr>
        <p:sp>
          <p:nvSpPr>
            <p:cNvPr id="26" name="Oval 25">
              <a:extLst>
                <a:ext uri="{FF2B5EF4-FFF2-40B4-BE49-F238E27FC236}">
                  <a16:creationId xmlns:a16="http://schemas.microsoft.com/office/drawing/2014/main" id="{60C6A705-B46F-D6F5-7527-D7D0A8502F6B}"/>
                </a:ext>
              </a:extLst>
            </p:cNvPr>
            <p:cNvSpPr/>
            <p:nvPr/>
          </p:nvSpPr>
          <p:spPr>
            <a:xfrm>
              <a:off x="11437637" y="4377932"/>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27AF236-6DDE-A1D5-BA62-3443CA4C8A90}"/>
                </a:ext>
              </a:extLst>
            </p:cNvPr>
            <p:cNvSpPr txBox="1"/>
            <p:nvPr/>
          </p:nvSpPr>
          <p:spPr>
            <a:xfrm>
              <a:off x="11451285" y="4412427"/>
              <a:ext cx="663964"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07</a:t>
              </a:r>
            </a:p>
          </p:txBody>
        </p:sp>
      </p:grpSp>
      <p:grpSp>
        <p:nvGrpSpPr>
          <p:cNvPr id="8" name="Group 7">
            <a:extLst>
              <a:ext uri="{FF2B5EF4-FFF2-40B4-BE49-F238E27FC236}">
                <a16:creationId xmlns:a16="http://schemas.microsoft.com/office/drawing/2014/main" id="{3C52AB52-29B2-5719-EB3D-A5D232FCADB3}"/>
              </a:ext>
            </a:extLst>
          </p:cNvPr>
          <p:cNvGrpSpPr/>
          <p:nvPr/>
        </p:nvGrpSpPr>
        <p:grpSpPr>
          <a:xfrm>
            <a:off x="11435906" y="1739348"/>
            <a:ext cx="691261" cy="715320"/>
            <a:chOff x="11435906" y="1739348"/>
            <a:chExt cx="691261" cy="715320"/>
          </a:xfrm>
        </p:grpSpPr>
        <p:sp>
          <p:nvSpPr>
            <p:cNvPr id="5" name="Oval 4">
              <a:extLst>
                <a:ext uri="{FF2B5EF4-FFF2-40B4-BE49-F238E27FC236}">
                  <a16:creationId xmlns:a16="http://schemas.microsoft.com/office/drawing/2014/main" id="{0AEADE17-C7F0-792A-7D49-0B86161AF9A3}"/>
                </a:ext>
              </a:extLst>
            </p:cNvPr>
            <p:cNvSpPr/>
            <p:nvPr/>
          </p:nvSpPr>
          <p:spPr>
            <a:xfrm>
              <a:off x="11435906" y="1739348"/>
              <a:ext cx="691261" cy="715320"/>
            </a:xfrm>
            <a:prstGeom prst="ellipse">
              <a:avLst/>
            </a:prstGeom>
            <a:gradFill flip="none" rotWithShape="1">
              <a:gsLst>
                <a:gs pos="0">
                  <a:srgbClr val="C3D1E6"/>
                </a:gs>
                <a:gs pos="75000">
                  <a:srgbClr val="001A40"/>
                </a:gs>
              </a:gsLst>
              <a:path path="circle">
                <a:fillToRect l="100000" b="100000"/>
              </a:path>
              <a:tileRect t="-100000" r="-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AB1D018-FE49-2667-E670-356E58CBD372}"/>
                </a:ext>
              </a:extLst>
            </p:cNvPr>
            <p:cNvSpPr txBox="1"/>
            <p:nvPr/>
          </p:nvSpPr>
          <p:spPr>
            <a:xfrm>
              <a:off x="11441539" y="1773843"/>
              <a:ext cx="679994" cy="646331"/>
            </a:xfrm>
            <a:prstGeom prst="rect">
              <a:avLst/>
            </a:prstGeom>
            <a:noFill/>
          </p:spPr>
          <p:txBody>
            <a:bodyPr wrap="none" rtlCol="0">
              <a:spAutoFit/>
            </a:bodyPr>
            <a:lstStyle/>
            <a:p>
              <a:pPr algn="ctr"/>
              <a:r>
                <a:rPr lang="en-US" sz="3600" dirty="0">
                  <a:solidFill>
                    <a:schemeClr val="bg1">
                      <a:lumMod val="75000"/>
                    </a:schemeClr>
                  </a:solidFill>
                  <a:latin typeface="Berlin Sans FB" panose="020E0602020502020306" pitchFamily="34" charset="0"/>
                </a:rPr>
                <a:t>05</a:t>
              </a:r>
            </a:p>
          </p:txBody>
        </p:sp>
      </p:grpSp>
      <p:grpSp>
        <p:nvGrpSpPr>
          <p:cNvPr id="4" name="Group 3">
            <a:extLst>
              <a:ext uri="{FF2B5EF4-FFF2-40B4-BE49-F238E27FC236}">
                <a16:creationId xmlns:a16="http://schemas.microsoft.com/office/drawing/2014/main" id="{01B6BF58-B3FE-801F-CDAE-233DADF71F47}"/>
              </a:ext>
            </a:extLst>
          </p:cNvPr>
          <p:cNvGrpSpPr/>
          <p:nvPr/>
        </p:nvGrpSpPr>
        <p:grpSpPr>
          <a:xfrm>
            <a:off x="11430272" y="5684524"/>
            <a:ext cx="691261" cy="715320"/>
            <a:chOff x="11430272" y="5684524"/>
            <a:chExt cx="691261" cy="715320"/>
          </a:xfrm>
        </p:grpSpPr>
        <p:sp>
          <p:nvSpPr>
            <p:cNvPr id="11" name="Oval 10">
              <a:extLst>
                <a:ext uri="{FF2B5EF4-FFF2-40B4-BE49-F238E27FC236}">
                  <a16:creationId xmlns:a16="http://schemas.microsoft.com/office/drawing/2014/main" id="{41F45032-FD09-78DD-7D44-7DFF340B0CD5}"/>
                </a:ext>
              </a:extLst>
            </p:cNvPr>
            <p:cNvSpPr/>
            <p:nvPr/>
          </p:nvSpPr>
          <p:spPr>
            <a:xfrm>
              <a:off x="11430272" y="5684524"/>
              <a:ext cx="691261" cy="715320"/>
            </a:xfrm>
            <a:prstGeom prst="ellipse">
              <a:avLst/>
            </a:prstGeom>
            <a:gradFill>
              <a:gsLst>
                <a:gs pos="0">
                  <a:srgbClr val="C3D1E6"/>
                </a:gs>
                <a:gs pos="75000">
                  <a:srgbClr val="001A40"/>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80656CA9-BD38-C18D-90A4-557108EEB26E}"/>
                </a:ext>
              </a:extLst>
            </p:cNvPr>
            <p:cNvSpPr txBox="1"/>
            <p:nvPr/>
          </p:nvSpPr>
          <p:spPr>
            <a:xfrm>
              <a:off x="11439912" y="5719019"/>
              <a:ext cx="671980" cy="646331"/>
            </a:xfrm>
            <a:prstGeom prst="rect">
              <a:avLst/>
            </a:prstGeom>
            <a:noFill/>
          </p:spPr>
          <p:txBody>
            <a:bodyPr wrap="none" rtlCol="0">
              <a:spAutoFit/>
            </a:bodyPr>
            <a:lstStyle/>
            <a:p>
              <a:pPr algn="ctr"/>
              <a:r>
                <a:rPr lang="en-US" sz="3600" dirty="0">
                  <a:solidFill>
                    <a:srgbClr val="BFBFBF"/>
                  </a:solidFill>
                  <a:latin typeface="Berlin Sans FB" panose="020E0602020502020306" pitchFamily="34" charset="0"/>
                </a:rPr>
                <a:t>08</a:t>
              </a:r>
            </a:p>
          </p:txBody>
        </p:sp>
      </p:grpSp>
      <p:sp>
        <p:nvSpPr>
          <p:cNvPr id="13" name="TextBox 12">
            <a:extLst>
              <a:ext uri="{FF2B5EF4-FFF2-40B4-BE49-F238E27FC236}">
                <a16:creationId xmlns:a16="http://schemas.microsoft.com/office/drawing/2014/main" id="{65F62673-004E-198D-9EBE-672DA757461B}"/>
              </a:ext>
            </a:extLst>
          </p:cNvPr>
          <p:cNvSpPr txBox="1"/>
          <p:nvPr/>
        </p:nvSpPr>
        <p:spPr>
          <a:xfrm>
            <a:off x="777240" y="65454"/>
            <a:ext cx="210185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Front-end</a:t>
            </a:r>
          </a:p>
        </p:txBody>
      </p:sp>
      <p:pic>
        <p:nvPicPr>
          <p:cNvPr id="14" name="Graphic 13" descr="Ui Ux with solid fill">
            <a:extLst>
              <a:ext uri="{FF2B5EF4-FFF2-40B4-BE49-F238E27FC236}">
                <a16:creationId xmlns:a16="http://schemas.microsoft.com/office/drawing/2014/main" id="{1945A643-A93E-4B66-6C70-D685694F5EB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17" name="Straight Connector 16">
            <a:extLst>
              <a:ext uri="{FF2B5EF4-FFF2-40B4-BE49-F238E27FC236}">
                <a16:creationId xmlns:a16="http://schemas.microsoft.com/office/drawing/2014/main" id="{5E062B50-3F8C-74C7-E9E4-861DD386DB69}"/>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9" name="Freeform: Shape 18">
            <a:extLst>
              <a:ext uri="{FF2B5EF4-FFF2-40B4-BE49-F238E27FC236}">
                <a16:creationId xmlns:a16="http://schemas.microsoft.com/office/drawing/2014/main" id="{4162A254-B0E7-B434-D2CB-D332E1EEFDBF}"/>
              </a:ext>
            </a:extLst>
          </p:cNvPr>
          <p:cNvSpPr/>
          <p:nvPr/>
        </p:nvSpPr>
        <p:spPr>
          <a:xfrm flipH="1">
            <a:off x="10363200" y="-2451462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096079135"/>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4FDA-A44D-F36E-E738-BD60F02939DC}"/>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4241249B-5730-ABF8-1633-50E640443758}"/>
              </a:ext>
            </a:extLst>
          </p:cNvPr>
          <p:cNvSpPr txBox="1"/>
          <p:nvPr/>
        </p:nvSpPr>
        <p:spPr>
          <a:xfrm>
            <a:off x="1763614" y="2228671"/>
            <a:ext cx="8664772" cy="2400657"/>
          </a:xfrm>
          <a:prstGeom prst="rect">
            <a:avLst/>
          </a:prstGeom>
          <a:solidFill>
            <a:srgbClr val="E2E2E2"/>
          </a:solidFill>
        </p:spPr>
        <p:txBody>
          <a:bodyPr wrap="square" rtlCol="0">
            <a:spAutoFit/>
          </a:bodyPr>
          <a:lstStyle/>
          <a:p>
            <a:pPr algn="ctr"/>
            <a:r>
              <a:rPr lang="en-US" sz="15000" dirty="0">
                <a:solidFill>
                  <a:srgbClr val="0C355D"/>
                </a:solidFill>
                <a:latin typeface="Berlin Sans FB" panose="020E0602020502020306" pitchFamily="34" charset="0"/>
              </a:rPr>
              <a:t>Front-end</a:t>
            </a:r>
          </a:p>
        </p:txBody>
      </p:sp>
      <p:sp>
        <p:nvSpPr>
          <p:cNvPr id="5" name="Freeform: Shape 4">
            <a:extLst>
              <a:ext uri="{FF2B5EF4-FFF2-40B4-BE49-F238E27FC236}">
                <a16:creationId xmlns:a16="http://schemas.microsoft.com/office/drawing/2014/main" id="{A5E05700-9337-5D33-542A-A22311F308B6}"/>
              </a:ext>
            </a:extLst>
          </p:cNvPr>
          <p:cNvSpPr/>
          <p:nvPr/>
        </p:nvSpPr>
        <p:spPr>
          <a:xfrm flipH="1">
            <a:off x="12407900" y="-24514626"/>
            <a:ext cx="1828800" cy="46591968"/>
          </a:xfrm>
          <a:custGeom>
            <a:avLst/>
            <a:gdLst>
              <a:gd name="connsiteX0" fmla="*/ 0 w 1828800"/>
              <a:gd name="connsiteY0" fmla="*/ 0 h 46591968"/>
              <a:gd name="connsiteX1" fmla="*/ 1828800 w 1828800"/>
              <a:gd name="connsiteY1" fmla="*/ 0 h 46591968"/>
              <a:gd name="connsiteX2" fmla="*/ 1828800 w 1828800"/>
              <a:gd name="connsiteY2" fmla="*/ 17534175 h 46591968"/>
              <a:gd name="connsiteX3" fmla="*/ 1828800 w 1828800"/>
              <a:gd name="connsiteY3" fmla="*/ 17786556 h 46591968"/>
              <a:gd name="connsiteX4" fmla="*/ 1828800 w 1828800"/>
              <a:gd name="connsiteY4" fmla="*/ 22563351 h 46591968"/>
              <a:gd name="connsiteX5" fmla="*/ 1390638 w 1828800"/>
              <a:gd name="connsiteY5" fmla="*/ 23001513 h 46591968"/>
              <a:gd name="connsiteX6" fmla="*/ 1371600 w 1828800"/>
              <a:gd name="connsiteY6" fmla="*/ 23001513 h 46591968"/>
              <a:gd name="connsiteX7" fmla="*/ 914400 w 1828800"/>
              <a:gd name="connsiteY7" fmla="*/ 23458712 h 46591968"/>
              <a:gd name="connsiteX8" fmla="*/ 1371600 w 1828800"/>
              <a:gd name="connsiteY8" fmla="*/ 23915913 h 46591968"/>
              <a:gd name="connsiteX9" fmla="*/ 1390638 w 1828800"/>
              <a:gd name="connsiteY9" fmla="*/ 23915913 h 46591968"/>
              <a:gd name="connsiteX10" fmla="*/ 1828800 w 1828800"/>
              <a:gd name="connsiteY10" fmla="*/ 24354074 h 46591968"/>
              <a:gd name="connsiteX11" fmla="*/ 1828800 w 1828800"/>
              <a:gd name="connsiteY11" fmla="*/ 28805412 h 46591968"/>
              <a:gd name="connsiteX12" fmla="*/ 1828800 w 1828800"/>
              <a:gd name="connsiteY12" fmla="*/ 29383250 h 46591968"/>
              <a:gd name="connsiteX13" fmla="*/ 1828800 w 1828800"/>
              <a:gd name="connsiteY13" fmla="*/ 46591968 h 46591968"/>
              <a:gd name="connsiteX14" fmla="*/ 0 w 1828800"/>
              <a:gd name="connsiteY14" fmla="*/ 46591968 h 46591968"/>
              <a:gd name="connsiteX15" fmla="*/ 0 w 1828800"/>
              <a:gd name="connsiteY15" fmla="*/ 29383250 h 46591968"/>
              <a:gd name="connsiteX16" fmla="*/ 0 w 1828800"/>
              <a:gd name="connsiteY16" fmla="*/ 28805412 h 46591968"/>
              <a:gd name="connsiteX17" fmla="*/ 0 w 1828800"/>
              <a:gd name="connsiteY17" fmla="*/ 24804912 h 46591968"/>
              <a:gd name="connsiteX18" fmla="*/ 0 w 1828800"/>
              <a:gd name="connsiteY18" fmla="*/ 24354074 h 46591968"/>
              <a:gd name="connsiteX19" fmla="*/ 0 w 1828800"/>
              <a:gd name="connsiteY19" fmla="*/ 22563351 h 46591968"/>
              <a:gd name="connsiteX20" fmla="*/ 0 w 1828800"/>
              <a:gd name="connsiteY20" fmla="*/ 22112512 h 46591968"/>
              <a:gd name="connsiteX21" fmla="*/ 0 w 1828800"/>
              <a:gd name="connsiteY21" fmla="*/ 17786556 h 46591968"/>
              <a:gd name="connsiteX22" fmla="*/ 0 w 1828800"/>
              <a:gd name="connsiteY22" fmla="*/ 17534175 h 46591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828800" h="46591968">
                <a:moveTo>
                  <a:pt x="0" y="0"/>
                </a:moveTo>
                <a:lnTo>
                  <a:pt x="1828800" y="0"/>
                </a:lnTo>
                <a:lnTo>
                  <a:pt x="1828800" y="17534175"/>
                </a:lnTo>
                <a:lnTo>
                  <a:pt x="1828800" y="17786556"/>
                </a:lnTo>
                <a:lnTo>
                  <a:pt x="1828800" y="22563351"/>
                </a:lnTo>
                <a:cubicBezTo>
                  <a:pt x="1828800" y="22805341"/>
                  <a:pt x="1632628" y="23001513"/>
                  <a:pt x="1390638" y="23001513"/>
                </a:cubicBezTo>
                <a:lnTo>
                  <a:pt x="1371600" y="23001513"/>
                </a:lnTo>
                <a:cubicBezTo>
                  <a:pt x="1119095" y="23001513"/>
                  <a:pt x="914400" y="23206208"/>
                  <a:pt x="914400" y="23458712"/>
                </a:cubicBezTo>
                <a:cubicBezTo>
                  <a:pt x="914400" y="23711218"/>
                  <a:pt x="1119095" y="23915913"/>
                  <a:pt x="1371600" y="23915913"/>
                </a:cubicBezTo>
                <a:lnTo>
                  <a:pt x="1390638" y="23915913"/>
                </a:lnTo>
                <a:cubicBezTo>
                  <a:pt x="1632628" y="23915913"/>
                  <a:pt x="1828800" y="24112084"/>
                  <a:pt x="1828800" y="24354074"/>
                </a:cubicBezTo>
                <a:lnTo>
                  <a:pt x="1828800" y="28805412"/>
                </a:lnTo>
                <a:lnTo>
                  <a:pt x="1828800" y="29383250"/>
                </a:lnTo>
                <a:lnTo>
                  <a:pt x="1828800" y="46591968"/>
                </a:lnTo>
                <a:lnTo>
                  <a:pt x="0" y="46591968"/>
                </a:lnTo>
                <a:lnTo>
                  <a:pt x="0" y="29383250"/>
                </a:lnTo>
                <a:lnTo>
                  <a:pt x="0" y="28805412"/>
                </a:lnTo>
                <a:lnTo>
                  <a:pt x="0" y="24804912"/>
                </a:lnTo>
                <a:lnTo>
                  <a:pt x="0" y="24354074"/>
                </a:lnTo>
                <a:lnTo>
                  <a:pt x="0" y="22563351"/>
                </a:lnTo>
                <a:lnTo>
                  <a:pt x="0" y="22112512"/>
                </a:lnTo>
                <a:lnTo>
                  <a:pt x="0" y="17786556"/>
                </a:lnTo>
                <a:lnTo>
                  <a:pt x="0" y="17534175"/>
                </a:lnTo>
                <a:close/>
              </a:path>
            </a:pathLst>
          </a:cu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05718019"/>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82BD6-6225-C8C9-11E8-1A0FB859732B}"/>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C42CD3C8-5649-1221-2408-335602ECB1B2}"/>
              </a:ext>
            </a:extLst>
          </p:cNvPr>
          <p:cNvGrpSpPr/>
          <p:nvPr/>
        </p:nvGrpSpPr>
        <p:grpSpPr>
          <a:xfrm rot="2700000">
            <a:off x="-7315200" y="-3867265"/>
            <a:ext cx="14630400" cy="14630400"/>
            <a:chOff x="-1000432" y="-7315200"/>
            <a:chExt cx="14630400" cy="14630400"/>
          </a:xfrm>
        </p:grpSpPr>
        <p:sp>
          <p:nvSpPr>
            <p:cNvPr id="13" name="Oval 12">
              <a:extLst>
                <a:ext uri="{FF2B5EF4-FFF2-40B4-BE49-F238E27FC236}">
                  <a16:creationId xmlns:a16="http://schemas.microsoft.com/office/drawing/2014/main" id="{0FAC5234-70C5-845F-0AC0-35589B83CABA}"/>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028F281A-131D-D3C6-E275-5C171011286F}"/>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98AB0C4-1C6E-3159-60A4-0D3C6F7DFFB6}"/>
                </a:ext>
              </a:extLst>
            </p:cNvPr>
            <p:cNvSpPr>
              <a:spLocks noChangeAspect="1"/>
            </p:cNvSpPr>
            <p:nvPr/>
          </p:nvSpPr>
          <p:spPr>
            <a:xfrm rot="18900000">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54A92DB4-DC35-BA5B-E88C-60BC6154F0E6}"/>
                </a:ext>
              </a:extLst>
            </p:cNvPr>
            <p:cNvSpPr>
              <a:spLocks noChangeAspect="1"/>
            </p:cNvSpPr>
            <p:nvPr/>
          </p:nvSpPr>
          <p:spPr>
            <a:xfrm rot="18900000">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2EBE0A4-2B69-DF3F-14E4-09A93C38BB15}"/>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D66C0556-8A91-BE1A-5FAD-971237C1676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9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FBC21640-EF09-F8AF-F450-31D435EA7A1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89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B47E9D86-65C9-63CE-6D63-BC65FCC9F09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89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23ED6545-7E3D-6310-906C-87E5680A62A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rot="18900000">
              <a:off x="5857568" y="6172200"/>
              <a:ext cx="914400" cy="914400"/>
            </a:xfrm>
            <a:prstGeom prst="rect">
              <a:avLst/>
            </a:prstGeom>
          </p:spPr>
        </p:pic>
      </p:grpSp>
      <p:sp>
        <p:nvSpPr>
          <p:cNvPr id="76" name="Oval 75">
            <a:extLst>
              <a:ext uri="{FF2B5EF4-FFF2-40B4-BE49-F238E27FC236}">
                <a16:creationId xmlns:a16="http://schemas.microsoft.com/office/drawing/2014/main" id="{8CE450F9-BA88-675C-C96E-899BA1C37A63}"/>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6112A5AF-00A1-5013-5416-D750B8C434AD}"/>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6" name="TextBox 265">
            <a:extLst>
              <a:ext uri="{FF2B5EF4-FFF2-40B4-BE49-F238E27FC236}">
                <a16:creationId xmlns:a16="http://schemas.microsoft.com/office/drawing/2014/main" id="{43A740E6-FF62-02DA-DA2A-F98DBD234520}"/>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Front-end</a:t>
            </a:r>
          </a:p>
        </p:txBody>
      </p:sp>
      <p:sp>
        <p:nvSpPr>
          <p:cNvPr id="267" name="TextBox 266">
            <a:extLst>
              <a:ext uri="{FF2B5EF4-FFF2-40B4-BE49-F238E27FC236}">
                <a16:creationId xmlns:a16="http://schemas.microsoft.com/office/drawing/2014/main" id="{EA03A0B6-54B4-AF2D-50EA-5314F07BAC01}"/>
              </a:ext>
            </a:extLst>
          </p:cNvPr>
          <p:cNvSpPr txBox="1"/>
          <p:nvPr/>
        </p:nvSpPr>
        <p:spPr>
          <a:xfrm>
            <a:off x="7601724" y="977109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268" name="TextBox 267">
            <a:extLst>
              <a:ext uri="{FF2B5EF4-FFF2-40B4-BE49-F238E27FC236}">
                <a16:creationId xmlns:a16="http://schemas.microsoft.com/office/drawing/2014/main" id="{C062732D-A704-96BE-8618-481E555D943A}"/>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54A4A751-6D25-D119-7261-A64EDF47060E}"/>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554D9072-2A04-AA6B-0436-368F128B78F2}"/>
              </a:ext>
            </a:extLst>
          </p:cNvPr>
          <p:cNvGrpSpPr/>
          <p:nvPr/>
        </p:nvGrpSpPr>
        <p:grpSpPr>
          <a:xfrm rot="54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7877890C-6124-230C-2264-EF7FC8190E60}"/>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E87C3E7C-8C81-03CA-DD2B-8F68651BEF57}"/>
                </a:ext>
              </a:extLst>
            </p:cNvPr>
            <p:cNvSpPr>
              <a:spLocks noChangeAspect="1"/>
            </p:cNvSpPr>
            <p:nvPr/>
          </p:nvSpPr>
          <p:spPr>
            <a:xfrm rot="10800000">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5F74A632-66EB-2E92-4796-57E993FC6C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132E6A94-DE96-F007-8863-02FCAD552D82}"/>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rot="16200000">
              <a:off x="-13106400" y="-12306300"/>
              <a:ext cx="914400" cy="914400"/>
            </a:xfrm>
            <a:prstGeom prst="rect">
              <a:avLst/>
            </a:prstGeom>
          </p:spPr>
        </p:pic>
        <p:sp>
          <p:nvSpPr>
            <p:cNvPr id="110" name="Oval 109">
              <a:extLst>
                <a:ext uri="{FF2B5EF4-FFF2-40B4-BE49-F238E27FC236}">
                  <a16:creationId xmlns:a16="http://schemas.microsoft.com/office/drawing/2014/main" id="{E701E1F7-685A-589F-94F3-35CAAAE0B96C}"/>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4C3E51CF-F196-D1BC-27C3-DCE5E621878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6477000" y="-18935700"/>
              <a:ext cx="914400" cy="914400"/>
            </a:xfrm>
            <a:prstGeom prst="rect">
              <a:avLst/>
            </a:prstGeom>
          </p:spPr>
        </p:pic>
        <p:sp>
          <p:nvSpPr>
            <p:cNvPr id="112" name="Oval 111">
              <a:extLst>
                <a:ext uri="{FF2B5EF4-FFF2-40B4-BE49-F238E27FC236}">
                  <a16:creationId xmlns:a16="http://schemas.microsoft.com/office/drawing/2014/main" id="{EB71ED7E-BD65-F760-D59B-BEBE875887E6}"/>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06F14175-B859-213C-394E-2F8987DDA45F}"/>
                </a:ext>
              </a:extLst>
            </p:cNvPr>
            <p:cNvPicPr>
              <a:picLocks noChangeAspect="1"/>
            </p:cNvPicPr>
            <p:nvPr/>
          </p:nvPicPr>
          <p:blipFill>
            <a:blip r:embed="rId17">
              <a:extLst>
                <a:ext uri="{96DAC541-7B7A-43D3-8B79-37D633B846F1}">
                  <asvg:svgBlip xmlns:asvg="http://schemas.microsoft.com/office/drawing/2016/SVG/main" r:embed="rId18"/>
                </a:ext>
              </a:extLst>
            </a:blip>
            <a:srcRect/>
            <a:stretch/>
          </p:blipFill>
          <p:spPr>
            <a:xfrm rot="16200000">
              <a:off x="-6477000" y="-5676900"/>
              <a:ext cx="914400" cy="914400"/>
            </a:xfrm>
            <a:prstGeom prst="rect">
              <a:avLst/>
            </a:prstGeom>
          </p:spPr>
        </p:pic>
      </p:grpSp>
      <p:pic>
        <p:nvPicPr>
          <p:cNvPr id="2" name="Picture 1" descr="A blue and white logo&#10;&#10;AI-generated content may be incorrect.">
            <a:extLst>
              <a:ext uri="{FF2B5EF4-FFF2-40B4-BE49-F238E27FC236}">
                <a16:creationId xmlns:a16="http://schemas.microsoft.com/office/drawing/2014/main" id="{4B67C992-9147-BBF1-B9DE-AF249E45E08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3DD415C1-CB4A-578F-82AF-1FF860F99DEF}"/>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spTree>
    <p:extLst>
      <p:ext uri="{BB962C8B-B14F-4D97-AF65-F5344CB8AC3E}">
        <p14:creationId xmlns:p14="http://schemas.microsoft.com/office/powerpoint/2010/main" val="3662830527"/>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A9C84-3BF9-A9C8-F27C-C17B466275C3}"/>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1265C849-DB61-8CDB-71D4-58656209F353}"/>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42526986-AE21-085B-60FA-93643CFB6975}"/>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8" name="TextBox 267">
            <a:extLst>
              <a:ext uri="{FF2B5EF4-FFF2-40B4-BE49-F238E27FC236}">
                <a16:creationId xmlns:a16="http://schemas.microsoft.com/office/drawing/2014/main" id="{626AFCF4-4929-409A-46A5-5546D2DF69D5}"/>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FC7BBCED-F3DD-FE96-C663-A10D6610D9A9}"/>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grpSp>
        <p:nvGrpSpPr>
          <p:cNvPr id="104" name="Group 103">
            <a:extLst>
              <a:ext uri="{FF2B5EF4-FFF2-40B4-BE49-F238E27FC236}">
                <a16:creationId xmlns:a16="http://schemas.microsoft.com/office/drawing/2014/main" id="{DA8A24B7-A7FA-6180-A30F-EB958371EBA6}"/>
              </a:ext>
            </a:extLst>
          </p:cNvPr>
          <p:cNvGrpSpPr/>
          <p:nvPr/>
        </p:nvGrpSpPr>
        <p:grpSpPr>
          <a:xfrm rot="2700000">
            <a:off x="-7315200" y="-3867265"/>
            <a:ext cx="14630400" cy="14630400"/>
            <a:chOff x="-13335000" y="-19164300"/>
            <a:chExt cx="14630400" cy="14630400"/>
          </a:xfrm>
        </p:grpSpPr>
        <p:sp>
          <p:nvSpPr>
            <p:cNvPr id="106" name="Oval 105">
              <a:extLst>
                <a:ext uri="{FF2B5EF4-FFF2-40B4-BE49-F238E27FC236}">
                  <a16:creationId xmlns:a16="http://schemas.microsoft.com/office/drawing/2014/main" id="{B1D15A48-8BBA-7988-04B6-62BDE4E808D4}"/>
                </a:ext>
              </a:extLst>
            </p:cNvPr>
            <p:cNvSpPr>
              <a:spLocks noChangeAspect="1"/>
            </p:cNvSpPr>
            <p:nvPr/>
          </p:nvSpPr>
          <p:spPr>
            <a:xfrm>
              <a:off x="-762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68A11577-DABA-A989-3189-F277FA6D4CE2}"/>
                </a:ext>
              </a:extLst>
            </p:cNvPr>
            <p:cNvSpPr>
              <a:spLocks noChangeAspect="1"/>
            </p:cNvSpPr>
            <p:nvPr/>
          </p:nvSpPr>
          <p:spPr>
            <a:xfrm rot="18900000">
              <a:off x="-13335000" y="-125349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8" name="Graphic 107" descr="Brainstorm with solid fill">
              <a:extLst>
                <a:ext uri="{FF2B5EF4-FFF2-40B4-BE49-F238E27FC236}">
                  <a16:creationId xmlns:a16="http://schemas.microsoft.com/office/drawing/2014/main" id="{6FC6B201-21FA-4C90-DCD4-5768E96233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8900000">
              <a:off x="152400" y="-12306300"/>
              <a:ext cx="914400" cy="914400"/>
            </a:xfrm>
            <a:prstGeom prst="rect">
              <a:avLst/>
            </a:prstGeom>
          </p:spPr>
        </p:pic>
        <p:pic>
          <p:nvPicPr>
            <p:cNvPr id="109" name="Graphic 108" descr="Laptop with solid fill">
              <a:extLst>
                <a:ext uri="{FF2B5EF4-FFF2-40B4-BE49-F238E27FC236}">
                  <a16:creationId xmlns:a16="http://schemas.microsoft.com/office/drawing/2014/main" id="{4F9AB0D3-CA97-9CED-300B-F49C824A23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rot="18900000">
              <a:off x="-13106400" y="-12306300"/>
              <a:ext cx="914400" cy="914400"/>
            </a:xfrm>
            <a:prstGeom prst="rect">
              <a:avLst/>
            </a:prstGeom>
          </p:spPr>
        </p:pic>
        <p:sp>
          <p:nvSpPr>
            <p:cNvPr id="110" name="Oval 109">
              <a:extLst>
                <a:ext uri="{FF2B5EF4-FFF2-40B4-BE49-F238E27FC236}">
                  <a16:creationId xmlns:a16="http://schemas.microsoft.com/office/drawing/2014/main" id="{A04D092F-9D4C-56B4-5B15-6FEEC75024AF}"/>
                </a:ext>
              </a:extLst>
            </p:cNvPr>
            <p:cNvSpPr>
              <a:spLocks noChangeAspect="1"/>
            </p:cNvSpPr>
            <p:nvPr/>
          </p:nvSpPr>
          <p:spPr>
            <a:xfrm rot="5400000">
              <a:off x="-6705600" y="-191643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1" name="Graphic 110" descr="Ui Ux with solid fill">
              <a:extLst>
                <a:ext uri="{FF2B5EF4-FFF2-40B4-BE49-F238E27FC236}">
                  <a16:creationId xmlns:a16="http://schemas.microsoft.com/office/drawing/2014/main" id="{E378E1A0-F3BB-C7BF-0C79-1256D6343A5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rot="18900000">
              <a:off x="-6477000" y="-18935700"/>
              <a:ext cx="914400" cy="914400"/>
            </a:xfrm>
            <a:prstGeom prst="rect">
              <a:avLst/>
            </a:prstGeom>
          </p:spPr>
        </p:pic>
        <p:sp>
          <p:nvSpPr>
            <p:cNvPr id="112" name="Oval 111">
              <a:extLst>
                <a:ext uri="{FF2B5EF4-FFF2-40B4-BE49-F238E27FC236}">
                  <a16:creationId xmlns:a16="http://schemas.microsoft.com/office/drawing/2014/main" id="{8BBC4941-FD26-A8E1-2BBC-D523B855C6A5}"/>
                </a:ext>
              </a:extLst>
            </p:cNvPr>
            <p:cNvSpPr>
              <a:spLocks noChangeAspect="1"/>
            </p:cNvSpPr>
            <p:nvPr/>
          </p:nvSpPr>
          <p:spPr>
            <a:xfrm>
              <a:off x="-6705600" y="-59055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3" name="Graphic 112" descr="Old Key with solid fill">
              <a:extLst>
                <a:ext uri="{FF2B5EF4-FFF2-40B4-BE49-F238E27FC236}">
                  <a16:creationId xmlns:a16="http://schemas.microsoft.com/office/drawing/2014/main" id="{AA6199E2-915B-47C7-A352-C86850AD1089}"/>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rot="18900000">
              <a:off x="-6477000" y="-5676900"/>
              <a:ext cx="914400" cy="914400"/>
            </a:xfrm>
            <a:prstGeom prst="rect">
              <a:avLst/>
            </a:prstGeom>
          </p:spPr>
        </p:pic>
      </p:grpSp>
      <p:sp>
        <p:nvSpPr>
          <p:cNvPr id="2" name="TextBox 1">
            <a:extLst>
              <a:ext uri="{FF2B5EF4-FFF2-40B4-BE49-F238E27FC236}">
                <a16:creationId xmlns:a16="http://schemas.microsoft.com/office/drawing/2014/main" id="{D9EE5115-8456-8086-4816-845378CCD758}"/>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Back-end</a:t>
            </a:r>
          </a:p>
        </p:txBody>
      </p:sp>
      <p:sp>
        <p:nvSpPr>
          <p:cNvPr id="3" name="TextBox 2">
            <a:extLst>
              <a:ext uri="{FF2B5EF4-FFF2-40B4-BE49-F238E27FC236}">
                <a16:creationId xmlns:a16="http://schemas.microsoft.com/office/drawing/2014/main" id="{B73B171A-7037-9F84-2BBF-CFB1E3BFA567}"/>
              </a:ext>
            </a:extLst>
          </p:cNvPr>
          <p:cNvSpPr txBox="1"/>
          <p:nvPr/>
        </p:nvSpPr>
        <p:spPr>
          <a:xfrm>
            <a:off x="7601723" y="-1444163"/>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Front-end</a:t>
            </a:r>
          </a:p>
        </p:txBody>
      </p:sp>
      <p:pic>
        <p:nvPicPr>
          <p:cNvPr id="4" name="Picture 3" descr="A blue and white logo&#10;&#10;AI-generated content may be incorrect.">
            <a:extLst>
              <a:ext uri="{FF2B5EF4-FFF2-40B4-BE49-F238E27FC236}">
                <a16:creationId xmlns:a16="http://schemas.microsoft.com/office/drawing/2014/main" id="{6FE5F12E-B2AA-101B-F163-68AEF8127B2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5" name="Title 5">
            <a:extLst>
              <a:ext uri="{FF2B5EF4-FFF2-40B4-BE49-F238E27FC236}">
                <a16:creationId xmlns:a16="http://schemas.microsoft.com/office/drawing/2014/main" id="{589B046E-1243-4B04-D4E2-4C627AF41FAE}"/>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A99058BC-5D09-0C05-83E2-33377305C2FC}"/>
              </a:ext>
            </a:extLst>
          </p:cNvPr>
          <p:cNvGrpSpPr/>
          <p:nvPr/>
        </p:nvGrpSpPr>
        <p:grpSpPr>
          <a:xfrm>
            <a:off x="-7315200" y="-3867265"/>
            <a:ext cx="14630400" cy="14630400"/>
            <a:chOff x="-1000432" y="-7315200"/>
            <a:chExt cx="14630400" cy="14630400"/>
          </a:xfrm>
        </p:grpSpPr>
        <p:sp>
          <p:nvSpPr>
            <p:cNvPr id="13" name="Oval 12">
              <a:extLst>
                <a:ext uri="{FF2B5EF4-FFF2-40B4-BE49-F238E27FC236}">
                  <a16:creationId xmlns:a16="http://schemas.microsoft.com/office/drawing/2014/main" id="{C2F4D302-EBDA-6703-794D-FB2CE4AA417B}"/>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6BBEFECD-F1A2-D72B-7A87-B707C70EA322}"/>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ECA5A86-276C-C0A5-3B90-FF08B7BAAA33}"/>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4C3938D-BFD8-708A-D176-471CAD267B87}"/>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3B28D897-EDF6-67FF-9728-E2989545D5AD}"/>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1EADA136-60DE-E20A-CDCC-67D9459FAFA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21D53BBE-28F7-0EFD-C9A4-B0F5D0FD30F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3C5C2AC7-13AB-55FD-F119-DACCFC9B956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D7B26A22-1CFB-6B5B-A1DB-D73F19190E7E}"/>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57568" y="6172200"/>
              <a:ext cx="914400" cy="914400"/>
            </a:xfrm>
            <a:prstGeom prst="rect">
              <a:avLst/>
            </a:prstGeom>
          </p:spPr>
        </p:pic>
      </p:grpSp>
    </p:spTree>
    <p:extLst>
      <p:ext uri="{BB962C8B-B14F-4D97-AF65-F5344CB8AC3E}">
        <p14:creationId xmlns:p14="http://schemas.microsoft.com/office/powerpoint/2010/main" val="3795951429"/>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36064-1DF3-4E0E-CF97-EC1A520F73E8}"/>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E92060F4-AD25-0B62-8657-5B7C2B839E61}"/>
              </a:ext>
            </a:extLst>
          </p:cNvPr>
          <p:cNvSpPr txBox="1"/>
          <p:nvPr/>
        </p:nvSpPr>
        <p:spPr>
          <a:xfrm>
            <a:off x="1260694" y="2228671"/>
            <a:ext cx="9670612"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Back-end</a:t>
            </a:r>
          </a:p>
        </p:txBody>
      </p:sp>
    </p:spTree>
    <p:extLst>
      <p:ext uri="{BB962C8B-B14F-4D97-AF65-F5344CB8AC3E}">
        <p14:creationId xmlns:p14="http://schemas.microsoft.com/office/powerpoint/2010/main" val="368254054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32F1-3246-DFC2-7CE3-3AE5AD0EDBA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DE5384F-E9DE-3408-27C7-74E527735FC2}"/>
              </a:ext>
            </a:extLst>
          </p:cNvPr>
          <p:cNvSpPr txBox="1"/>
          <p:nvPr/>
        </p:nvSpPr>
        <p:spPr>
          <a:xfrm>
            <a:off x="-5705475" y="1192697"/>
            <a:ext cx="5647038" cy="584775"/>
          </a:xfrm>
          <a:prstGeom prst="rect">
            <a:avLst/>
          </a:prstGeom>
          <a:noFill/>
        </p:spPr>
        <p:txBody>
          <a:bodyPr wrap="square">
            <a:spAutoFit/>
          </a:bodyPr>
          <a:lstStyle/>
          <a:p>
            <a:pPr algn="ctr"/>
            <a:r>
              <a:rPr lang="en-US" sz="3200" dirty="0">
                <a:solidFill>
                  <a:srgbClr val="0C355D"/>
                </a:solidFill>
                <a:latin typeface="Berlin Sans FB" panose="020E0602020502020306" pitchFamily="34" charset="0"/>
              </a:rPr>
              <a:t>A</a:t>
            </a:r>
            <a:r>
              <a:rPr lang="en-US" sz="3200" b="0" i="0" dirty="0">
                <a:solidFill>
                  <a:srgbClr val="0C355D"/>
                </a:solidFill>
                <a:effectLst/>
                <a:latin typeface="Berlin Sans FB" panose="020E0602020502020306" pitchFamily="34" charset="0"/>
              </a:rPr>
              <a:t>uthentication &amp; </a:t>
            </a:r>
            <a:r>
              <a:rPr lang="en-US" sz="3200" dirty="0">
                <a:solidFill>
                  <a:srgbClr val="0C355D"/>
                </a:solidFill>
                <a:latin typeface="Berlin Sans FB" panose="020E0602020502020306" pitchFamily="34" charset="0"/>
              </a:rPr>
              <a:t>A</a:t>
            </a:r>
            <a:r>
              <a:rPr lang="en-US" sz="3200" b="0" i="0" dirty="0">
                <a:solidFill>
                  <a:srgbClr val="0C355D"/>
                </a:solidFill>
                <a:effectLst/>
                <a:latin typeface="Berlin Sans FB" panose="020E0602020502020306" pitchFamily="34" charset="0"/>
              </a:rPr>
              <a:t>uthorization</a:t>
            </a:r>
            <a:endParaRPr lang="en-US" sz="3200" dirty="0">
              <a:solidFill>
                <a:srgbClr val="0C355D"/>
              </a:solidFill>
              <a:latin typeface="Berlin Sans FB" panose="020E0602020502020306" pitchFamily="34" charset="0"/>
            </a:endParaRPr>
          </a:p>
        </p:txBody>
      </p:sp>
      <p:sp>
        <p:nvSpPr>
          <p:cNvPr id="8" name="TextBox 7">
            <a:extLst>
              <a:ext uri="{FF2B5EF4-FFF2-40B4-BE49-F238E27FC236}">
                <a16:creationId xmlns:a16="http://schemas.microsoft.com/office/drawing/2014/main" id="{8B5FE4E9-402A-E349-2B14-EF86A1F7FD2B}"/>
              </a:ext>
            </a:extLst>
          </p:cNvPr>
          <p:cNvSpPr txBox="1"/>
          <p:nvPr/>
        </p:nvSpPr>
        <p:spPr>
          <a:xfrm>
            <a:off x="-9027486" y="2097354"/>
            <a:ext cx="6145530" cy="646331"/>
          </a:xfrm>
          <a:prstGeom prst="rect">
            <a:avLst/>
          </a:prstGeom>
          <a:noFill/>
        </p:spPr>
        <p:txBody>
          <a:bodyPr wrap="square">
            <a:spAutoFit/>
          </a:bodyPr>
          <a:lstStyle/>
          <a:p>
            <a:r>
              <a:rPr lang="en-US" dirty="0">
                <a:solidFill>
                  <a:srgbClr val="0C355D"/>
                </a:solidFill>
                <a:latin typeface="Berlin Sans FB" panose="020E0602020502020306" pitchFamily="34" charset="0"/>
              </a:rPr>
              <a:t>0</a:t>
            </a:r>
            <a:r>
              <a:rPr lang="en-US" b="0" i="0" dirty="0">
                <a:solidFill>
                  <a:srgbClr val="0C355D"/>
                </a:solidFill>
                <a:effectLst/>
                <a:latin typeface="Berlin Sans FB" panose="020E0602020502020306" pitchFamily="34" charset="0"/>
              </a:rPr>
              <a:t>1. Verifies the identity of a user by common methods: username-password.</a:t>
            </a:r>
            <a:endParaRPr lang="en-US" dirty="0">
              <a:solidFill>
                <a:srgbClr val="0C355D"/>
              </a:solidFill>
              <a:latin typeface="Berlin Sans FB" panose="020E0602020502020306" pitchFamily="34" charset="0"/>
            </a:endParaRPr>
          </a:p>
        </p:txBody>
      </p:sp>
      <p:sp>
        <p:nvSpPr>
          <p:cNvPr id="10" name="TextBox 9">
            <a:extLst>
              <a:ext uri="{FF2B5EF4-FFF2-40B4-BE49-F238E27FC236}">
                <a16:creationId xmlns:a16="http://schemas.microsoft.com/office/drawing/2014/main" id="{126A411F-3A32-1E9C-86A2-9452A79BA3B1}"/>
              </a:ext>
            </a:extLst>
          </p:cNvPr>
          <p:cNvSpPr txBox="1"/>
          <p:nvPr/>
        </p:nvSpPr>
        <p:spPr>
          <a:xfrm>
            <a:off x="-11851005" y="2738617"/>
            <a:ext cx="6145530" cy="646331"/>
          </a:xfrm>
          <a:prstGeom prst="rect">
            <a:avLst/>
          </a:prstGeom>
          <a:noFill/>
        </p:spPr>
        <p:txBody>
          <a:bodyPr wrap="square">
            <a:spAutoFit/>
          </a:bodyPr>
          <a:lstStyle/>
          <a:p>
            <a:r>
              <a:rPr lang="en-US" dirty="0">
                <a:solidFill>
                  <a:srgbClr val="0C355D"/>
                </a:solidFill>
                <a:latin typeface="Berlin Sans FB" panose="020E0602020502020306" pitchFamily="34" charset="0"/>
              </a:rPr>
              <a:t>02. </a:t>
            </a:r>
            <a:r>
              <a:rPr lang="en-US" b="0" i="0" dirty="0">
                <a:solidFill>
                  <a:srgbClr val="0C355D"/>
                </a:solidFill>
                <a:effectLst/>
                <a:latin typeface="Berlin Sans FB" panose="020E0602020502020306" pitchFamily="34" charset="0"/>
              </a:rPr>
              <a:t>Determines user access levels after authentication and grants permissions based on the user's role.</a:t>
            </a:r>
            <a:endParaRPr lang="en-US" dirty="0">
              <a:solidFill>
                <a:srgbClr val="0C355D"/>
              </a:solidFill>
              <a:latin typeface="Berlin Sans FB" panose="020E0602020502020306" pitchFamily="34" charset="0"/>
            </a:endParaRPr>
          </a:p>
        </p:txBody>
      </p:sp>
      <p:sp>
        <p:nvSpPr>
          <p:cNvPr id="12" name="TextBox 11">
            <a:extLst>
              <a:ext uri="{FF2B5EF4-FFF2-40B4-BE49-F238E27FC236}">
                <a16:creationId xmlns:a16="http://schemas.microsoft.com/office/drawing/2014/main" id="{F99F2C40-13BB-FF6C-C19D-B1F60CFFBA10}"/>
              </a:ext>
            </a:extLst>
          </p:cNvPr>
          <p:cNvSpPr txBox="1"/>
          <p:nvPr/>
        </p:nvSpPr>
        <p:spPr>
          <a:xfrm>
            <a:off x="-15173016" y="3429000"/>
            <a:ext cx="6145530" cy="646331"/>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Ensures users interact only with authorized parts of the application.</a:t>
            </a:r>
            <a:endParaRPr lang="en-US" dirty="0">
              <a:solidFill>
                <a:srgbClr val="0C355D"/>
              </a:solidFill>
              <a:latin typeface="Berlin Sans FB" panose="020E0602020502020306" pitchFamily="34" charset="0"/>
            </a:endParaRPr>
          </a:p>
        </p:txBody>
      </p:sp>
      <p:sp>
        <p:nvSpPr>
          <p:cNvPr id="14" name="TextBox 13">
            <a:extLst>
              <a:ext uri="{FF2B5EF4-FFF2-40B4-BE49-F238E27FC236}">
                <a16:creationId xmlns:a16="http://schemas.microsoft.com/office/drawing/2014/main" id="{BA0081D0-C40B-24AD-4AD0-99D271C5481F}"/>
              </a:ext>
            </a:extLst>
          </p:cNvPr>
          <p:cNvSpPr txBox="1"/>
          <p:nvPr/>
        </p:nvSpPr>
        <p:spPr>
          <a:xfrm>
            <a:off x="-17996535" y="4075331"/>
            <a:ext cx="614553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Tokens are used to authenticate users in the Flutter app.</a:t>
            </a:r>
            <a:endParaRPr lang="en-US" dirty="0">
              <a:solidFill>
                <a:srgbClr val="0C355D"/>
              </a:solidFill>
              <a:latin typeface="Berlin Sans FB" panose="020E0602020502020306" pitchFamily="34" charset="0"/>
            </a:endParaRPr>
          </a:p>
        </p:txBody>
      </p:sp>
      <p:sp>
        <p:nvSpPr>
          <p:cNvPr id="22" name="Circle: Hollow 21">
            <a:extLst>
              <a:ext uri="{FF2B5EF4-FFF2-40B4-BE49-F238E27FC236}">
                <a16:creationId xmlns:a16="http://schemas.microsoft.com/office/drawing/2014/main" id="{D9050905-C2A9-99A0-A654-B872A8EF7A1C}"/>
              </a:ext>
            </a:extLst>
          </p:cNvPr>
          <p:cNvSpPr>
            <a:spLocks noChangeAspect="1"/>
          </p:cNvSpPr>
          <p:nvPr/>
        </p:nvSpPr>
        <p:spPr>
          <a:xfrm>
            <a:off x="10121226" y="4836984"/>
            <a:ext cx="1828800" cy="1828800"/>
          </a:xfrm>
          <a:prstGeom prst="donut">
            <a:avLst/>
          </a:prstGeom>
          <a:solidFill>
            <a:srgbClr val="1B35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5" name="Graphic 24" descr="Database with solid fill">
            <a:extLst>
              <a:ext uri="{FF2B5EF4-FFF2-40B4-BE49-F238E27FC236}">
                <a16:creationId xmlns:a16="http://schemas.microsoft.com/office/drawing/2014/main" id="{8187AFE0-1B3A-60F8-AC7F-D16EE81B09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73871" y="5751384"/>
            <a:ext cx="365760" cy="365760"/>
          </a:xfrm>
          <a:prstGeom prst="rect">
            <a:avLst/>
          </a:prstGeom>
        </p:spPr>
      </p:pic>
      <p:pic>
        <p:nvPicPr>
          <p:cNvPr id="26" name="Graphic 25" descr="Network with solid fill">
            <a:extLst>
              <a:ext uri="{FF2B5EF4-FFF2-40B4-BE49-F238E27FC236}">
                <a16:creationId xmlns:a16="http://schemas.microsoft.com/office/drawing/2014/main" id="{E4D47DD3-E831-8559-12A1-889EE9065EB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52746" y="6248518"/>
            <a:ext cx="365760" cy="365760"/>
          </a:xfrm>
          <a:prstGeom prst="rect">
            <a:avLst/>
          </a:prstGeom>
        </p:spPr>
      </p:pic>
      <p:pic>
        <p:nvPicPr>
          <p:cNvPr id="29" name="Graphic 28" descr="Gears with solid fill">
            <a:extLst>
              <a:ext uri="{FF2B5EF4-FFF2-40B4-BE49-F238E27FC236}">
                <a16:creationId xmlns:a16="http://schemas.microsoft.com/office/drawing/2014/main" id="{BD1E3304-B02A-E2BB-67D1-CE0BEFDE5AF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99172" y="5751384"/>
            <a:ext cx="365760" cy="365760"/>
          </a:xfrm>
          <a:prstGeom prst="rect">
            <a:avLst/>
          </a:prstGeom>
        </p:spPr>
      </p:pic>
      <p:pic>
        <p:nvPicPr>
          <p:cNvPr id="31" name="Graphic 30" descr="Send with solid fill">
            <a:extLst>
              <a:ext uri="{FF2B5EF4-FFF2-40B4-BE49-F238E27FC236}">
                <a16:creationId xmlns:a16="http://schemas.microsoft.com/office/drawing/2014/main" id="{C011C9B0-FAA3-0123-FE24-06586AC2961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2052" y="5036589"/>
            <a:ext cx="365760" cy="365760"/>
          </a:xfrm>
          <a:prstGeom prst="rect">
            <a:avLst/>
          </a:prstGeom>
        </p:spPr>
      </p:pic>
      <p:pic>
        <p:nvPicPr>
          <p:cNvPr id="3" name="Graphic 2" descr="Eye Scan with solid fill">
            <a:extLst>
              <a:ext uri="{FF2B5EF4-FFF2-40B4-BE49-F238E27FC236}">
                <a16:creationId xmlns:a16="http://schemas.microsoft.com/office/drawing/2014/main" id="{E6BCA3C2-1AB2-E5D8-CDDA-BDE32997720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90991" y="5019864"/>
            <a:ext cx="365760" cy="365760"/>
          </a:xfrm>
          <a:prstGeom prst="rect">
            <a:avLst/>
          </a:prstGeom>
        </p:spPr>
      </p:pic>
      <p:sp>
        <p:nvSpPr>
          <p:cNvPr id="7" name="TextBox 6">
            <a:extLst>
              <a:ext uri="{FF2B5EF4-FFF2-40B4-BE49-F238E27FC236}">
                <a16:creationId xmlns:a16="http://schemas.microsoft.com/office/drawing/2014/main" id="{CBFF196F-025F-E728-A809-AC1BEFC813D1}"/>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9" name="Graphic 8" descr="Server with solid fill">
            <a:extLst>
              <a:ext uri="{FF2B5EF4-FFF2-40B4-BE49-F238E27FC236}">
                <a16:creationId xmlns:a16="http://schemas.microsoft.com/office/drawing/2014/main" id="{97BB9207-83C7-1F7E-7112-2F2CB81B6F3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ED54F198-A7F2-4F61-391A-4D834D9374CE}"/>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2989591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500"/>
                                        <p:tgtEl>
                                          <p:spTgt spid="26"/>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500"/>
                                        <p:tgtEl>
                                          <p:spTgt spid="31"/>
                                        </p:tgtEl>
                                      </p:cBhvr>
                                    </p:animEffect>
                                  </p:childTnLst>
                                </p:cTn>
                              </p:par>
                              <p:par>
                                <p:cTn id="20" presetID="10" presetClass="entr" presetSubtype="0"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B905-E5ED-BA09-31B1-BE3F6388BA7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171A264-9A87-0019-CB1B-5B0F237C012D}"/>
              </a:ext>
            </a:extLst>
          </p:cNvPr>
          <p:cNvSpPr txBox="1"/>
          <p:nvPr/>
        </p:nvSpPr>
        <p:spPr>
          <a:xfrm>
            <a:off x="0" y="1192697"/>
            <a:ext cx="6889750" cy="707886"/>
          </a:xfrm>
          <a:prstGeom prst="rect">
            <a:avLst/>
          </a:prstGeom>
          <a:noFill/>
        </p:spPr>
        <p:txBody>
          <a:bodyPr wrap="square">
            <a:spAutoFit/>
          </a:bodyPr>
          <a:lstStyle/>
          <a:p>
            <a:pPr algn="ctr"/>
            <a:r>
              <a:rPr lang="en-US" sz="4000" dirty="0">
                <a:solidFill>
                  <a:srgbClr val="0C355D"/>
                </a:solidFill>
                <a:latin typeface="Berlin Sans FB" panose="020E0602020502020306" pitchFamily="34" charset="0"/>
              </a:rPr>
              <a:t>A</a:t>
            </a:r>
            <a:r>
              <a:rPr lang="en-US" sz="4000" b="0" i="0" dirty="0">
                <a:solidFill>
                  <a:srgbClr val="0C355D"/>
                </a:solidFill>
                <a:effectLst/>
                <a:latin typeface="Berlin Sans FB" panose="020E0602020502020306" pitchFamily="34" charset="0"/>
              </a:rPr>
              <a:t>uthentication &amp; </a:t>
            </a:r>
            <a:r>
              <a:rPr lang="en-US" sz="4000" dirty="0">
                <a:solidFill>
                  <a:srgbClr val="0C355D"/>
                </a:solidFill>
                <a:latin typeface="Berlin Sans FB" panose="020E0602020502020306" pitchFamily="34" charset="0"/>
              </a:rPr>
              <a:t>A</a:t>
            </a:r>
            <a:r>
              <a:rPr lang="en-US" sz="4000" b="0" i="0" dirty="0">
                <a:solidFill>
                  <a:srgbClr val="0C355D"/>
                </a:solidFill>
                <a:effectLst/>
                <a:latin typeface="Berlin Sans FB" panose="020E0602020502020306" pitchFamily="34" charset="0"/>
              </a:rPr>
              <a:t>uthorization</a:t>
            </a:r>
            <a:endParaRPr lang="en-US" sz="4000" dirty="0">
              <a:solidFill>
                <a:srgbClr val="0C355D"/>
              </a:solidFill>
              <a:latin typeface="Berlin Sans FB" panose="020E0602020502020306" pitchFamily="34" charset="0"/>
            </a:endParaRPr>
          </a:p>
        </p:txBody>
      </p:sp>
      <p:sp>
        <p:nvSpPr>
          <p:cNvPr id="8" name="TextBox 7">
            <a:extLst>
              <a:ext uri="{FF2B5EF4-FFF2-40B4-BE49-F238E27FC236}">
                <a16:creationId xmlns:a16="http://schemas.microsoft.com/office/drawing/2014/main" id="{D7994A23-C75D-525E-6DA3-FC6F2015F3DF}"/>
              </a:ext>
            </a:extLst>
          </p:cNvPr>
          <p:cNvSpPr txBox="1"/>
          <p:nvPr/>
        </p:nvSpPr>
        <p:spPr>
          <a:xfrm>
            <a:off x="457200" y="2098996"/>
            <a:ext cx="6145530" cy="707886"/>
          </a:xfrm>
          <a:prstGeom prst="rect">
            <a:avLst/>
          </a:prstGeom>
          <a:noFill/>
        </p:spPr>
        <p:txBody>
          <a:bodyPr wrap="square">
            <a:spAutoFit/>
          </a:bodyPr>
          <a:lstStyle/>
          <a:p>
            <a:pPr algn="just"/>
            <a:r>
              <a:rPr lang="en-US" sz="2000" dirty="0">
                <a:solidFill>
                  <a:srgbClr val="0C355D"/>
                </a:solidFill>
                <a:latin typeface="Berlin Sans FB" panose="020E0602020502020306" pitchFamily="34" charset="0"/>
              </a:rPr>
              <a:t>0</a:t>
            </a:r>
            <a:r>
              <a:rPr lang="en-US" sz="2000" b="0" i="0" dirty="0">
                <a:solidFill>
                  <a:srgbClr val="0C355D"/>
                </a:solidFill>
                <a:effectLst/>
                <a:latin typeface="Berlin Sans FB" panose="020E0602020502020306" pitchFamily="34" charset="0"/>
              </a:rPr>
              <a:t>1. Verifies the identity of a user by common methods: username-password.</a:t>
            </a:r>
            <a:endParaRPr lang="en-US" sz="2000" dirty="0">
              <a:solidFill>
                <a:srgbClr val="0C355D"/>
              </a:solidFill>
              <a:latin typeface="Berlin Sans FB" panose="020E0602020502020306" pitchFamily="34" charset="0"/>
            </a:endParaRPr>
          </a:p>
        </p:txBody>
      </p:sp>
      <p:sp>
        <p:nvSpPr>
          <p:cNvPr id="10" name="TextBox 9">
            <a:extLst>
              <a:ext uri="{FF2B5EF4-FFF2-40B4-BE49-F238E27FC236}">
                <a16:creationId xmlns:a16="http://schemas.microsoft.com/office/drawing/2014/main" id="{4587ABDD-A264-1ECE-FFD0-49BF010A2529}"/>
              </a:ext>
            </a:extLst>
          </p:cNvPr>
          <p:cNvSpPr txBox="1"/>
          <p:nvPr/>
        </p:nvSpPr>
        <p:spPr>
          <a:xfrm>
            <a:off x="457200" y="2806882"/>
            <a:ext cx="6145530" cy="707886"/>
          </a:xfrm>
          <a:prstGeom prst="rect">
            <a:avLst/>
          </a:prstGeom>
          <a:noFill/>
        </p:spPr>
        <p:txBody>
          <a:bodyPr wrap="square">
            <a:spAutoFit/>
          </a:bodyPr>
          <a:lstStyle/>
          <a:p>
            <a:pPr algn="just"/>
            <a:r>
              <a:rPr lang="en-US" sz="2000" dirty="0">
                <a:solidFill>
                  <a:srgbClr val="0C355D"/>
                </a:solidFill>
                <a:latin typeface="Berlin Sans FB" panose="020E0602020502020306" pitchFamily="34" charset="0"/>
              </a:rPr>
              <a:t>02. </a:t>
            </a:r>
            <a:r>
              <a:rPr lang="en-US" sz="2000" b="0" i="0" dirty="0">
                <a:solidFill>
                  <a:srgbClr val="0C355D"/>
                </a:solidFill>
                <a:effectLst/>
                <a:latin typeface="Berlin Sans FB" panose="020E0602020502020306" pitchFamily="34" charset="0"/>
              </a:rPr>
              <a:t>Determines user access levels after authentication and grants permissions based on the user's role.</a:t>
            </a:r>
            <a:endParaRPr lang="en-US" sz="2000" dirty="0">
              <a:solidFill>
                <a:srgbClr val="0C355D"/>
              </a:solidFill>
              <a:latin typeface="Berlin Sans FB" panose="020E0602020502020306" pitchFamily="34" charset="0"/>
            </a:endParaRPr>
          </a:p>
        </p:txBody>
      </p:sp>
      <p:sp>
        <p:nvSpPr>
          <p:cNvPr id="12" name="TextBox 11">
            <a:extLst>
              <a:ext uri="{FF2B5EF4-FFF2-40B4-BE49-F238E27FC236}">
                <a16:creationId xmlns:a16="http://schemas.microsoft.com/office/drawing/2014/main" id="{1EF12857-3AAD-C260-CA61-6E7B83378D98}"/>
              </a:ext>
            </a:extLst>
          </p:cNvPr>
          <p:cNvSpPr txBox="1"/>
          <p:nvPr/>
        </p:nvSpPr>
        <p:spPr>
          <a:xfrm>
            <a:off x="457200" y="3521118"/>
            <a:ext cx="6145530" cy="707886"/>
          </a:xfrm>
          <a:prstGeom prst="rect">
            <a:avLst/>
          </a:prstGeom>
          <a:noFill/>
        </p:spPr>
        <p:txBody>
          <a:bodyPr wrap="square">
            <a:spAutoFit/>
          </a:bodyPr>
          <a:lstStyle/>
          <a:p>
            <a:pPr algn="just"/>
            <a:r>
              <a:rPr lang="en-US" sz="2000" b="0" i="0" dirty="0">
                <a:solidFill>
                  <a:srgbClr val="0C355D"/>
                </a:solidFill>
                <a:effectLst/>
                <a:latin typeface="Berlin Sans FB" panose="020E0602020502020306" pitchFamily="34" charset="0"/>
              </a:rPr>
              <a:t>03. Ensures users interact only with authorized parts of the application.</a:t>
            </a:r>
            <a:endParaRPr lang="en-US" sz="2000" dirty="0">
              <a:solidFill>
                <a:srgbClr val="0C355D"/>
              </a:solidFill>
              <a:latin typeface="Berlin Sans FB" panose="020E0602020502020306" pitchFamily="34" charset="0"/>
            </a:endParaRPr>
          </a:p>
        </p:txBody>
      </p:sp>
      <p:sp>
        <p:nvSpPr>
          <p:cNvPr id="14" name="TextBox 13">
            <a:extLst>
              <a:ext uri="{FF2B5EF4-FFF2-40B4-BE49-F238E27FC236}">
                <a16:creationId xmlns:a16="http://schemas.microsoft.com/office/drawing/2014/main" id="{5965EBF2-CD17-EBEE-F7E6-86CA71DD4B38}"/>
              </a:ext>
            </a:extLst>
          </p:cNvPr>
          <p:cNvSpPr txBox="1"/>
          <p:nvPr/>
        </p:nvSpPr>
        <p:spPr>
          <a:xfrm>
            <a:off x="457200" y="4229004"/>
            <a:ext cx="6145530" cy="707886"/>
          </a:xfrm>
          <a:prstGeom prst="rect">
            <a:avLst/>
          </a:prstGeom>
          <a:noFill/>
        </p:spPr>
        <p:txBody>
          <a:bodyPr wrap="square">
            <a:spAutoFit/>
          </a:bodyPr>
          <a:lstStyle/>
          <a:p>
            <a:pPr algn="just"/>
            <a:r>
              <a:rPr lang="en-US" sz="2000" b="0" i="0" dirty="0">
                <a:solidFill>
                  <a:srgbClr val="0C355D"/>
                </a:solidFill>
                <a:effectLst/>
                <a:latin typeface="Berlin Sans FB" panose="020E0602020502020306" pitchFamily="34" charset="0"/>
              </a:rPr>
              <a:t>04. Tokens are used to authenticate users in the Flutter app.</a:t>
            </a:r>
            <a:endParaRPr lang="en-US" sz="2000" dirty="0">
              <a:solidFill>
                <a:srgbClr val="0C355D"/>
              </a:solidFill>
              <a:latin typeface="Berlin Sans FB" panose="020E0602020502020306" pitchFamily="34" charset="0"/>
            </a:endParaRPr>
          </a:p>
        </p:txBody>
      </p:sp>
      <p:sp>
        <p:nvSpPr>
          <p:cNvPr id="22" name="Circle: Hollow 21">
            <a:extLst>
              <a:ext uri="{FF2B5EF4-FFF2-40B4-BE49-F238E27FC236}">
                <a16:creationId xmlns:a16="http://schemas.microsoft.com/office/drawing/2014/main" id="{F1FFEF96-C776-ADB8-BC7F-26642C1D821A}"/>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Block Arc 22">
            <a:extLst>
              <a:ext uri="{FF2B5EF4-FFF2-40B4-BE49-F238E27FC236}">
                <a16:creationId xmlns:a16="http://schemas.microsoft.com/office/drawing/2014/main" id="{D8314F38-5CE9-4662-B143-9032C999D700}"/>
              </a:ext>
            </a:extLst>
          </p:cNvPr>
          <p:cNvSpPr>
            <a:spLocks noChangeAspect="1"/>
          </p:cNvSpPr>
          <p:nvPr/>
        </p:nvSpPr>
        <p:spPr>
          <a:xfrm rot="2158583">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4" name="Graphic 23" descr="Eye Scan with solid fill">
            <a:extLst>
              <a:ext uri="{FF2B5EF4-FFF2-40B4-BE49-F238E27FC236}">
                <a16:creationId xmlns:a16="http://schemas.microsoft.com/office/drawing/2014/main" id="{559B0B61-BC92-C045-C174-CBA6F151BA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99551" y="4836984"/>
            <a:ext cx="640080" cy="640080"/>
          </a:xfrm>
          <a:prstGeom prst="rect">
            <a:avLst/>
          </a:prstGeom>
        </p:spPr>
      </p:pic>
      <p:pic>
        <p:nvPicPr>
          <p:cNvPr id="25" name="Graphic 24" descr="Database with solid fill">
            <a:extLst>
              <a:ext uri="{FF2B5EF4-FFF2-40B4-BE49-F238E27FC236}">
                <a16:creationId xmlns:a16="http://schemas.microsoft.com/office/drawing/2014/main" id="{88B36B54-A0EB-5848-1BD6-45937F7AC66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73871" y="5751384"/>
            <a:ext cx="365760" cy="365760"/>
          </a:xfrm>
          <a:prstGeom prst="rect">
            <a:avLst/>
          </a:prstGeom>
        </p:spPr>
      </p:pic>
      <p:pic>
        <p:nvPicPr>
          <p:cNvPr id="26" name="Graphic 25" descr="Network with solid fill">
            <a:extLst>
              <a:ext uri="{FF2B5EF4-FFF2-40B4-BE49-F238E27FC236}">
                <a16:creationId xmlns:a16="http://schemas.microsoft.com/office/drawing/2014/main" id="{73989406-A67E-C0AD-7E38-12C469F84C0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52746" y="6248518"/>
            <a:ext cx="365760" cy="365760"/>
          </a:xfrm>
          <a:prstGeom prst="rect">
            <a:avLst/>
          </a:prstGeom>
        </p:spPr>
      </p:pic>
      <p:pic>
        <p:nvPicPr>
          <p:cNvPr id="29" name="Graphic 28" descr="Gears with solid fill">
            <a:extLst>
              <a:ext uri="{FF2B5EF4-FFF2-40B4-BE49-F238E27FC236}">
                <a16:creationId xmlns:a16="http://schemas.microsoft.com/office/drawing/2014/main" id="{4E68B480-3FED-1C7C-60B5-1E46F96B48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99172" y="5751384"/>
            <a:ext cx="365760" cy="365760"/>
          </a:xfrm>
          <a:prstGeom prst="rect">
            <a:avLst/>
          </a:prstGeom>
        </p:spPr>
      </p:pic>
      <p:pic>
        <p:nvPicPr>
          <p:cNvPr id="31" name="Graphic 30" descr="Send with solid fill">
            <a:extLst>
              <a:ext uri="{FF2B5EF4-FFF2-40B4-BE49-F238E27FC236}">
                <a16:creationId xmlns:a16="http://schemas.microsoft.com/office/drawing/2014/main" id="{744C1110-F654-9E41-BB4D-791810B1D29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82052" y="5036589"/>
            <a:ext cx="365760" cy="365760"/>
          </a:xfrm>
          <a:prstGeom prst="rect">
            <a:avLst/>
          </a:prstGeom>
        </p:spPr>
      </p:pic>
      <p:sp>
        <p:nvSpPr>
          <p:cNvPr id="7" name="TextBox 6">
            <a:extLst>
              <a:ext uri="{FF2B5EF4-FFF2-40B4-BE49-F238E27FC236}">
                <a16:creationId xmlns:a16="http://schemas.microsoft.com/office/drawing/2014/main" id="{CAE58242-89F9-93EE-B8C1-CCF71C910873}"/>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13" name="Graphic 12" descr="Server with solid fill">
            <a:extLst>
              <a:ext uri="{FF2B5EF4-FFF2-40B4-BE49-F238E27FC236}">
                <a16:creationId xmlns:a16="http://schemas.microsoft.com/office/drawing/2014/main" id="{A3FC3135-0FE7-28B2-69A3-5EA917CA39C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5" name="Straight Connector 14">
            <a:extLst>
              <a:ext uri="{FF2B5EF4-FFF2-40B4-BE49-F238E27FC236}">
                <a16:creationId xmlns:a16="http://schemas.microsoft.com/office/drawing/2014/main" id="{700CB6C6-6F33-332E-EE8D-98CB5697EF3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63D15FB2-FA9D-EFB5-242F-9E028437BAC8}"/>
              </a:ext>
            </a:extLst>
          </p:cNvPr>
          <p:cNvSpPr txBox="1"/>
          <p:nvPr/>
        </p:nvSpPr>
        <p:spPr>
          <a:xfrm>
            <a:off x="8693977" y="-768846"/>
            <a:ext cx="3376149" cy="707886"/>
          </a:xfrm>
          <a:prstGeom prst="rect">
            <a:avLst/>
          </a:prstGeom>
          <a:noFill/>
        </p:spPr>
        <p:txBody>
          <a:bodyPr wrap="square" anchor="ctr">
            <a:spAutoFit/>
          </a:bodyPr>
          <a:lstStyle/>
          <a:p>
            <a:pPr algn="ctr"/>
            <a:r>
              <a:rPr lang="en-US" sz="4000" b="0" i="0" dirty="0">
                <a:solidFill>
                  <a:srgbClr val="0C355D"/>
                </a:solidFill>
                <a:effectLst/>
                <a:latin typeface="Berlin Sans FB" panose="020E0602020502020306" pitchFamily="34" charset="0"/>
              </a:rPr>
              <a:t>MongoDB &amp; S3</a:t>
            </a:r>
            <a:endParaRPr lang="en-US" sz="4000" dirty="0">
              <a:solidFill>
                <a:srgbClr val="0C355D"/>
              </a:solidFill>
              <a:latin typeface="Berlin Sans FB" panose="020E0602020502020306" pitchFamily="34" charset="0"/>
            </a:endParaRPr>
          </a:p>
        </p:txBody>
      </p:sp>
    </p:spTree>
    <p:extLst>
      <p:ext uri="{BB962C8B-B14F-4D97-AF65-F5344CB8AC3E}">
        <p14:creationId xmlns:p14="http://schemas.microsoft.com/office/powerpoint/2010/main" val="87538754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4E92F-13A6-29C4-34CA-5874B12E6C03}"/>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5D35B4D-E1FF-4EFA-1113-235A53B44BCF}"/>
              </a:ext>
            </a:extLst>
          </p:cNvPr>
          <p:cNvSpPr txBox="1"/>
          <p:nvPr/>
        </p:nvSpPr>
        <p:spPr>
          <a:xfrm>
            <a:off x="8693977" y="69354"/>
            <a:ext cx="3376149" cy="707886"/>
          </a:xfrm>
          <a:prstGeom prst="rect">
            <a:avLst/>
          </a:prstGeom>
          <a:noFill/>
        </p:spPr>
        <p:txBody>
          <a:bodyPr wrap="square" anchor="ctr">
            <a:spAutoFit/>
          </a:bodyPr>
          <a:lstStyle/>
          <a:p>
            <a:pPr algn="ctr"/>
            <a:r>
              <a:rPr lang="en-US" sz="4000" b="0" i="0" dirty="0">
                <a:solidFill>
                  <a:srgbClr val="0C355D"/>
                </a:solidFill>
                <a:effectLst/>
                <a:latin typeface="Berlin Sans FB" panose="020E0602020502020306" pitchFamily="34" charset="0"/>
              </a:rPr>
              <a:t>MongoDB &amp; S3</a:t>
            </a:r>
            <a:endParaRPr lang="en-US" sz="4000" dirty="0">
              <a:solidFill>
                <a:srgbClr val="0C355D"/>
              </a:solidFill>
              <a:latin typeface="Berlin Sans FB" panose="020E0602020502020306" pitchFamily="34" charset="0"/>
            </a:endParaRPr>
          </a:p>
        </p:txBody>
      </p:sp>
      <p:sp>
        <p:nvSpPr>
          <p:cNvPr id="21" name="Circle: Hollow 20">
            <a:extLst>
              <a:ext uri="{FF2B5EF4-FFF2-40B4-BE49-F238E27FC236}">
                <a16:creationId xmlns:a16="http://schemas.microsoft.com/office/drawing/2014/main" id="{CB4BDF2B-E686-1C8A-B39F-C79A45281733}"/>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Block Arc 21">
            <a:extLst>
              <a:ext uri="{FF2B5EF4-FFF2-40B4-BE49-F238E27FC236}">
                <a16:creationId xmlns:a16="http://schemas.microsoft.com/office/drawing/2014/main" id="{03A31FD3-4523-D04D-2477-9C3D971E09DB}"/>
              </a:ext>
            </a:extLst>
          </p:cNvPr>
          <p:cNvSpPr>
            <a:spLocks noChangeAspect="1"/>
          </p:cNvSpPr>
          <p:nvPr/>
        </p:nvSpPr>
        <p:spPr>
          <a:xfrm rot="6380274">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3" name="Graphic 22" descr="Eye Scan with solid fill">
            <a:extLst>
              <a:ext uri="{FF2B5EF4-FFF2-40B4-BE49-F238E27FC236}">
                <a16:creationId xmlns:a16="http://schemas.microsoft.com/office/drawing/2014/main" id="{A44DC88F-2BB3-8397-C991-21ADCEA817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90991" y="5019864"/>
            <a:ext cx="365760" cy="365760"/>
          </a:xfrm>
          <a:prstGeom prst="rect">
            <a:avLst/>
          </a:prstGeom>
        </p:spPr>
      </p:pic>
      <p:pic>
        <p:nvPicPr>
          <p:cNvPr id="24" name="Graphic 23" descr="Database with solid fill">
            <a:extLst>
              <a:ext uri="{FF2B5EF4-FFF2-40B4-BE49-F238E27FC236}">
                <a16:creationId xmlns:a16="http://schemas.microsoft.com/office/drawing/2014/main" id="{3DDAF73E-2B50-67F2-FC32-94C556D080C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73871" y="5705664"/>
            <a:ext cx="640080" cy="640080"/>
          </a:xfrm>
          <a:prstGeom prst="rect">
            <a:avLst/>
          </a:prstGeom>
        </p:spPr>
      </p:pic>
      <p:pic>
        <p:nvPicPr>
          <p:cNvPr id="25" name="Graphic 24" descr="Network with solid fill">
            <a:extLst>
              <a:ext uri="{FF2B5EF4-FFF2-40B4-BE49-F238E27FC236}">
                <a16:creationId xmlns:a16="http://schemas.microsoft.com/office/drawing/2014/main" id="{200F4096-4656-D9F2-209D-5AD3D0C6AEB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52746" y="6248518"/>
            <a:ext cx="365760" cy="365760"/>
          </a:xfrm>
          <a:prstGeom prst="rect">
            <a:avLst/>
          </a:prstGeom>
        </p:spPr>
      </p:pic>
      <p:pic>
        <p:nvPicPr>
          <p:cNvPr id="26" name="Graphic 25" descr="Gears with solid fill">
            <a:extLst>
              <a:ext uri="{FF2B5EF4-FFF2-40B4-BE49-F238E27FC236}">
                <a16:creationId xmlns:a16="http://schemas.microsoft.com/office/drawing/2014/main" id="{13A7951D-C8A9-89C7-2AA7-BD1E410F59F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99172" y="5751384"/>
            <a:ext cx="365760" cy="365760"/>
          </a:xfrm>
          <a:prstGeom prst="rect">
            <a:avLst/>
          </a:prstGeom>
        </p:spPr>
      </p:pic>
      <p:pic>
        <p:nvPicPr>
          <p:cNvPr id="27" name="Graphic 26" descr="Send with solid fill">
            <a:extLst>
              <a:ext uri="{FF2B5EF4-FFF2-40B4-BE49-F238E27FC236}">
                <a16:creationId xmlns:a16="http://schemas.microsoft.com/office/drawing/2014/main" id="{1147B196-C287-394A-D850-8F350C57B55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82052" y="5036589"/>
            <a:ext cx="365760" cy="365760"/>
          </a:xfrm>
          <a:prstGeom prst="rect">
            <a:avLst/>
          </a:prstGeom>
        </p:spPr>
      </p:pic>
      <p:sp>
        <p:nvSpPr>
          <p:cNvPr id="29" name="TextBox 28">
            <a:extLst>
              <a:ext uri="{FF2B5EF4-FFF2-40B4-BE49-F238E27FC236}">
                <a16:creationId xmlns:a16="http://schemas.microsoft.com/office/drawing/2014/main" id="{861B622A-949E-F597-E154-E02037F983B3}"/>
              </a:ext>
            </a:extLst>
          </p:cNvPr>
          <p:cNvSpPr txBox="1"/>
          <p:nvPr/>
        </p:nvSpPr>
        <p:spPr>
          <a:xfrm>
            <a:off x="-26239371" y="4311972"/>
            <a:ext cx="3702313" cy="369332"/>
          </a:xfrm>
          <a:prstGeom prst="rect">
            <a:avLst/>
          </a:prstGeom>
          <a:noFill/>
        </p:spPr>
        <p:txBody>
          <a:bodyPr wrap="square" rtlCol="0">
            <a:spAutoFit/>
          </a:bodyPr>
          <a:lstStyle/>
          <a:p>
            <a:pPr algn="ctr"/>
            <a:r>
              <a:rPr lang="en-US" dirty="0">
                <a:solidFill>
                  <a:srgbClr val="0C355D"/>
                </a:solidFill>
                <a:latin typeface="Berlin Sans FB" panose="020E0602020502020306" pitchFamily="34" charset="0"/>
              </a:rPr>
              <a:t>07. Data is validated before sending.</a:t>
            </a:r>
            <a:endParaRPr lang="en-US" sz="4800" dirty="0">
              <a:solidFill>
                <a:srgbClr val="0C355D"/>
              </a:solidFill>
              <a:latin typeface="Berlin Sans FB" panose="020E0602020502020306" pitchFamily="34" charset="0"/>
            </a:endParaRPr>
          </a:p>
        </p:txBody>
      </p:sp>
      <p:sp>
        <p:nvSpPr>
          <p:cNvPr id="30" name="TextBox 29">
            <a:extLst>
              <a:ext uri="{FF2B5EF4-FFF2-40B4-BE49-F238E27FC236}">
                <a16:creationId xmlns:a16="http://schemas.microsoft.com/office/drawing/2014/main" id="{1468EB36-FF55-9544-8745-0DDBEE6BEAAB}"/>
              </a:ext>
            </a:extLst>
          </p:cNvPr>
          <p:cNvSpPr txBox="1"/>
          <p:nvPr/>
        </p:nvSpPr>
        <p:spPr>
          <a:xfrm>
            <a:off x="-4020458" y="1192696"/>
            <a:ext cx="4020458" cy="584775"/>
          </a:xfrm>
          <a:prstGeom prst="rect">
            <a:avLst/>
          </a:prstGeom>
          <a:noFill/>
        </p:spPr>
        <p:txBody>
          <a:bodyPr wrap="square">
            <a:spAutoFit/>
          </a:bodyPr>
          <a:lstStyle/>
          <a:p>
            <a:r>
              <a:rPr lang="en-US" sz="3200" dirty="0">
                <a:solidFill>
                  <a:srgbClr val="0C355D"/>
                </a:solidFill>
                <a:latin typeface="Berlin Sans FB" panose="020E0602020502020306" pitchFamily="34" charset="0"/>
              </a:rPr>
              <a:t>MQTT &amp; WebSocket</a:t>
            </a:r>
          </a:p>
        </p:txBody>
      </p:sp>
      <p:sp>
        <p:nvSpPr>
          <p:cNvPr id="31" name="TextBox 30">
            <a:extLst>
              <a:ext uri="{FF2B5EF4-FFF2-40B4-BE49-F238E27FC236}">
                <a16:creationId xmlns:a16="http://schemas.microsoft.com/office/drawing/2014/main" id="{262238C7-0B93-28F7-9284-CEF413A27063}"/>
              </a:ext>
            </a:extLst>
          </p:cNvPr>
          <p:cNvSpPr txBox="1"/>
          <p:nvPr/>
        </p:nvSpPr>
        <p:spPr>
          <a:xfrm>
            <a:off x="-10192658" y="2098994"/>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01. MQTT receives live sensor data from a wearable.</a:t>
            </a:r>
            <a:endParaRPr lang="en-US" dirty="0">
              <a:solidFill>
                <a:srgbClr val="0C355D"/>
              </a:solidFill>
              <a:latin typeface="Berlin Sans FB" panose="020E0602020502020306" pitchFamily="34" charset="0"/>
            </a:endParaRPr>
          </a:p>
        </p:txBody>
      </p:sp>
      <p:sp>
        <p:nvSpPr>
          <p:cNvPr id="32" name="TextBox 31">
            <a:extLst>
              <a:ext uri="{FF2B5EF4-FFF2-40B4-BE49-F238E27FC236}">
                <a16:creationId xmlns:a16="http://schemas.microsoft.com/office/drawing/2014/main" id="{699402A2-19D4-5896-702D-09776B63484B}"/>
              </a:ext>
            </a:extLst>
          </p:cNvPr>
          <p:cNvSpPr txBox="1"/>
          <p:nvPr/>
        </p:nvSpPr>
        <p:spPr>
          <a:xfrm>
            <a:off x="-13278758" y="2468326"/>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02. Lightweight &amp; ideal for IoT sensors.</a:t>
            </a:r>
            <a:endParaRPr lang="en-US" dirty="0">
              <a:solidFill>
                <a:srgbClr val="0C355D"/>
              </a:solidFill>
              <a:latin typeface="Berlin Sans FB" panose="020E0602020502020306" pitchFamily="34" charset="0"/>
            </a:endParaRPr>
          </a:p>
        </p:txBody>
      </p:sp>
      <p:sp>
        <p:nvSpPr>
          <p:cNvPr id="33" name="TextBox 32">
            <a:extLst>
              <a:ext uri="{FF2B5EF4-FFF2-40B4-BE49-F238E27FC236}">
                <a16:creationId xmlns:a16="http://schemas.microsoft.com/office/drawing/2014/main" id="{93404F74-F0C3-4CD0-5C33-6A4D04DAB321}"/>
              </a:ext>
            </a:extLst>
          </p:cNvPr>
          <p:cNvSpPr txBox="1"/>
          <p:nvPr/>
        </p:nvSpPr>
        <p:spPr>
          <a:xfrm>
            <a:off x="-16364858" y="2837658"/>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a:t>
            </a:r>
            <a:r>
              <a:rPr lang="en-US" b="0" i="0" dirty="0" err="1">
                <a:solidFill>
                  <a:srgbClr val="0C355D"/>
                </a:solidFill>
                <a:effectLst/>
                <a:latin typeface="Berlin Sans FB" panose="020E0602020502020306" pitchFamily="34" charset="0"/>
              </a:rPr>
              <a:t>HiveMQ</a:t>
            </a:r>
            <a:r>
              <a:rPr lang="en-US" b="0" i="0" dirty="0">
                <a:solidFill>
                  <a:srgbClr val="0C355D"/>
                </a:solidFill>
                <a:effectLst/>
                <a:latin typeface="Berlin Sans FB" panose="020E0602020502020306" pitchFamily="34" charset="0"/>
              </a:rPr>
              <a:t> used as MQTT broker.</a:t>
            </a:r>
            <a:endParaRPr lang="en-US" dirty="0">
              <a:solidFill>
                <a:srgbClr val="0C355D"/>
              </a:solidFill>
              <a:latin typeface="Berlin Sans FB" panose="020E0602020502020306" pitchFamily="34" charset="0"/>
            </a:endParaRPr>
          </a:p>
        </p:txBody>
      </p:sp>
      <p:sp>
        <p:nvSpPr>
          <p:cNvPr id="34" name="TextBox 33">
            <a:extLst>
              <a:ext uri="{FF2B5EF4-FFF2-40B4-BE49-F238E27FC236}">
                <a16:creationId xmlns:a16="http://schemas.microsoft.com/office/drawing/2014/main" id="{CF856567-DDBD-36A3-BAF3-721EE39DAEBB}"/>
              </a:ext>
            </a:extLst>
          </p:cNvPr>
          <p:cNvSpPr txBox="1"/>
          <p:nvPr/>
        </p:nvSpPr>
        <p:spPr>
          <a:xfrm>
            <a:off x="-19450958" y="3206990"/>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Node.js subscribes to topics.</a:t>
            </a:r>
            <a:endParaRPr lang="en-US" dirty="0">
              <a:solidFill>
                <a:srgbClr val="0C355D"/>
              </a:solidFill>
              <a:latin typeface="Berlin Sans FB" panose="020E0602020502020306" pitchFamily="34" charset="0"/>
            </a:endParaRPr>
          </a:p>
        </p:txBody>
      </p:sp>
      <p:sp>
        <p:nvSpPr>
          <p:cNvPr id="35" name="TextBox 34">
            <a:extLst>
              <a:ext uri="{FF2B5EF4-FFF2-40B4-BE49-F238E27FC236}">
                <a16:creationId xmlns:a16="http://schemas.microsoft.com/office/drawing/2014/main" id="{E94C9A88-BFE6-1ECD-2FDF-09569AB3F192}"/>
              </a:ext>
            </a:extLst>
          </p:cNvPr>
          <p:cNvSpPr txBox="1"/>
          <p:nvPr/>
        </p:nvSpPr>
        <p:spPr>
          <a:xfrm>
            <a:off x="-22537058" y="3576322"/>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05. WebSocket pushes data to user in real-time.</a:t>
            </a:r>
            <a:endParaRPr lang="en-US" dirty="0">
              <a:solidFill>
                <a:srgbClr val="0C355D"/>
              </a:solidFill>
              <a:latin typeface="Berlin Sans FB" panose="020E0602020502020306" pitchFamily="34" charset="0"/>
            </a:endParaRPr>
          </a:p>
        </p:txBody>
      </p:sp>
      <p:sp>
        <p:nvSpPr>
          <p:cNvPr id="36" name="TextBox 35">
            <a:extLst>
              <a:ext uri="{FF2B5EF4-FFF2-40B4-BE49-F238E27FC236}">
                <a16:creationId xmlns:a16="http://schemas.microsoft.com/office/drawing/2014/main" id="{31F9CEF0-AB6C-5D49-5133-E4675FB189B4}"/>
              </a:ext>
            </a:extLst>
          </p:cNvPr>
          <p:cNvSpPr txBox="1"/>
          <p:nvPr/>
        </p:nvSpPr>
        <p:spPr>
          <a:xfrm>
            <a:off x="-25623158" y="3945654"/>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06. Data includes temp, heart rate, oxygen, and location.</a:t>
            </a:r>
            <a:endParaRPr lang="en-US" dirty="0">
              <a:solidFill>
                <a:srgbClr val="0C355D"/>
              </a:solidFill>
              <a:latin typeface="Berlin Sans FB" panose="020E0602020502020306" pitchFamily="34" charset="0"/>
            </a:endParaRPr>
          </a:p>
        </p:txBody>
      </p:sp>
      <p:sp>
        <p:nvSpPr>
          <p:cNvPr id="6" name="TextBox 5">
            <a:extLst>
              <a:ext uri="{FF2B5EF4-FFF2-40B4-BE49-F238E27FC236}">
                <a16:creationId xmlns:a16="http://schemas.microsoft.com/office/drawing/2014/main" id="{2012D9E2-C655-1E89-88FF-A5D123EAD935}"/>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10" name="Graphic 9" descr="Server with solid fill">
            <a:extLst>
              <a:ext uri="{FF2B5EF4-FFF2-40B4-BE49-F238E27FC236}">
                <a16:creationId xmlns:a16="http://schemas.microsoft.com/office/drawing/2014/main" id="{134AEC0A-DC1B-A4EA-8A5E-A0E32576904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1" name="Straight Connector 10">
            <a:extLst>
              <a:ext uri="{FF2B5EF4-FFF2-40B4-BE49-F238E27FC236}">
                <a16:creationId xmlns:a16="http://schemas.microsoft.com/office/drawing/2014/main" id="{4898752D-A74A-7982-CC6E-D70ABCCE1090}"/>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5" name="Picture 14" descr="A screenshot of a computer screen&#10;&#10;AI-generated content may be incorrect.">
            <a:extLst>
              <a:ext uri="{FF2B5EF4-FFF2-40B4-BE49-F238E27FC236}">
                <a16:creationId xmlns:a16="http://schemas.microsoft.com/office/drawing/2014/main" id="{76320172-E1CB-6126-A8BF-08579BD83248}"/>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504402" y="702756"/>
            <a:ext cx="9713725" cy="6179253"/>
          </a:xfrm>
          <a:prstGeom prst="rect">
            <a:avLst/>
          </a:prstGeom>
        </p:spPr>
      </p:pic>
    </p:spTree>
    <p:extLst>
      <p:ext uri="{BB962C8B-B14F-4D97-AF65-F5344CB8AC3E}">
        <p14:creationId xmlns:p14="http://schemas.microsoft.com/office/powerpoint/2010/main" val="42330391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1263-4310-3F43-14D3-A969BE38AA70}"/>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E270B4C-3D30-4BD0-632D-614C448EF201}"/>
              </a:ext>
            </a:extLst>
          </p:cNvPr>
          <p:cNvSpPr txBox="1"/>
          <p:nvPr/>
        </p:nvSpPr>
        <p:spPr>
          <a:xfrm>
            <a:off x="8693977" y="69354"/>
            <a:ext cx="3376149" cy="707886"/>
          </a:xfrm>
          <a:prstGeom prst="rect">
            <a:avLst/>
          </a:prstGeom>
          <a:noFill/>
        </p:spPr>
        <p:txBody>
          <a:bodyPr wrap="square" anchor="ctr">
            <a:spAutoFit/>
          </a:bodyPr>
          <a:lstStyle/>
          <a:p>
            <a:pPr algn="ctr"/>
            <a:r>
              <a:rPr lang="en-US" sz="4000" b="0" i="0" dirty="0">
                <a:solidFill>
                  <a:srgbClr val="0C355D"/>
                </a:solidFill>
                <a:effectLst/>
                <a:latin typeface="Berlin Sans FB" panose="020E0602020502020306" pitchFamily="34" charset="0"/>
              </a:rPr>
              <a:t>MongoDB &amp; S3</a:t>
            </a:r>
            <a:endParaRPr lang="en-US" sz="4000" dirty="0">
              <a:solidFill>
                <a:srgbClr val="0C355D"/>
              </a:solidFill>
              <a:latin typeface="Berlin Sans FB" panose="020E0602020502020306" pitchFamily="34" charset="0"/>
            </a:endParaRPr>
          </a:p>
        </p:txBody>
      </p:sp>
      <p:sp>
        <p:nvSpPr>
          <p:cNvPr id="21" name="Circle: Hollow 20">
            <a:extLst>
              <a:ext uri="{FF2B5EF4-FFF2-40B4-BE49-F238E27FC236}">
                <a16:creationId xmlns:a16="http://schemas.microsoft.com/office/drawing/2014/main" id="{FBF607C1-DEF2-C016-CE7D-83DD8B50DD98}"/>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Block Arc 21">
            <a:extLst>
              <a:ext uri="{FF2B5EF4-FFF2-40B4-BE49-F238E27FC236}">
                <a16:creationId xmlns:a16="http://schemas.microsoft.com/office/drawing/2014/main" id="{55CE4F47-00B0-43B9-04C4-74B276162421}"/>
              </a:ext>
            </a:extLst>
          </p:cNvPr>
          <p:cNvSpPr>
            <a:spLocks noChangeAspect="1"/>
          </p:cNvSpPr>
          <p:nvPr/>
        </p:nvSpPr>
        <p:spPr>
          <a:xfrm rot="6380274">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3" name="Graphic 22" descr="Eye Scan with solid fill">
            <a:extLst>
              <a:ext uri="{FF2B5EF4-FFF2-40B4-BE49-F238E27FC236}">
                <a16:creationId xmlns:a16="http://schemas.microsoft.com/office/drawing/2014/main" id="{C2B5EBA4-C641-6CE5-9585-F81D1C2891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290991" y="5019864"/>
            <a:ext cx="365760" cy="365760"/>
          </a:xfrm>
          <a:prstGeom prst="rect">
            <a:avLst/>
          </a:prstGeom>
        </p:spPr>
      </p:pic>
      <p:pic>
        <p:nvPicPr>
          <p:cNvPr id="24" name="Graphic 23" descr="Database with solid fill">
            <a:extLst>
              <a:ext uri="{FF2B5EF4-FFF2-40B4-BE49-F238E27FC236}">
                <a16:creationId xmlns:a16="http://schemas.microsoft.com/office/drawing/2014/main" id="{B7CA1C05-7950-52C7-12CD-838D9E678C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473871" y="5705664"/>
            <a:ext cx="640080" cy="640080"/>
          </a:xfrm>
          <a:prstGeom prst="rect">
            <a:avLst/>
          </a:prstGeom>
        </p:spPr>
      </p:pic>
      <p:pic>
        <p:nvPicPr>
          <p:cNvPr id="25" name="Graphic 24" descr="Network with solid fill">
            <a:extLst>
              <a:ext uri="{FF2B5EF4-FFF2-40B4-BE49-F238E27FC236}">
                <a16:creationId xmlns:a16="http://schemas.microsoft.com/office/drawing/2014/main" id="{049B762C-5B67-C270-DCBB-1BE5CF77D56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852746" y="6248518"/>
            <a:ext cx="365760" cy="365760"/>
          </a:xfrm>
          <a:prstGeom prst="rect">
            <a:avLst/>
          </a:prstGeom>
        </p:spPr>
      </p:pic>
      <p:pic>
        <p:nvPicPr>
          <p:cNvPr id="26" name="Graphic 25" descr="Gears with solid fill">
            <a:extLst>
              <a:ext uri="{FF2B5EF4-FFF2-40B4-BE49-F238E27FC236}">
                <a16:creationId xmlns:a16="http://schemas.microsoft.com/office/drawing/2014/main" id="{8092C99C-CFBE-F624-B26B-74D24C2B85E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99172" y="5751384"/>
            <a:ext cx="365760" cy="365760"/>
          </a:xfrm>
          <a:prstGeom prst="rect">
            <a:avLst/>
          </a:prstGeom>
        </p:spPr>
      </p:pic>
      <p:pic>
        <p:nvPicPr>
          <p:cNvPr id="27" name="Graphic 26" descr="Send with solid fill">
            <a:extLst>
              <a:ext uri="{FF2B5EF4-FFF2-40B4-BE49-F238E27FC236}">
                <a16:creationId xmlns:a16="http://schemas.microsoft.com/office/drawing/2014/main" id="{6B54A3DF-FCE3-41BD-6DEE-6218DF6F24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382052" y="5036589"/>
            <a:ext cx="365760" cy="365760"/>
          </a:xfrm>
          <a:prstGeom prst="rect">
            <a:avLst/>
          </a:prstGeom>
        </p:spPr>
      </p:pic>
      <p:sp>
        <p:nvSpPr>
          <p:cNvPr id="29" name="TextBox 28">
            <a:extLst>
              <a:ext uri="{FF2B5EF4-FFF2-40B4-BE49-F238E27FC236}">
                <a16:creationId xmlns:a16="http://schemas.microsoft.com/office/drawing/2014/main" id="{5CE3879C-E322-B3F4-6062-9D01779B92BF}"/>
              </a:ext>
            </a:extLst>
          </p:cNvPr>
          <p:cNvSpPr txBox="1"/>
          <p:nvPr/>
        </p:nvSpPr>
        <p:spPr>
          <a:xfrm>
            <a:off x="-26239371" y="4311972"/>
            <a:ext cx="3702313" cy="369332"/>
          </a:xfrm>
          <a:prstGeom prst="rect">
            <a:avLst/>
          </a:prstGeom>
          <a:noFill/>
        </p:spPr>
        <p:txBody>
          <a:bodyPr wrap="square" rtlCol="0">
            <a:spAutoFit/>
          </a:bodyPr>
          <a:lstStyle/>
          <a:p>
            <a:pPr algn="ctr"/>
            <a:r>
              <a:rPr lang="en-US" dirty="0">
                <a:solidFill>
                  <a:srgbClr val="0C355D"/>
                </a:solidFill>
                <a:latin typeface="Berlin Sans FB" panose="020E0602020502020306" pitchFamily="34" charset="0"/>
              </a:rPr>
              <a:t>07. Data is validated before sending.</a:t>
            </a:r>
            <a:endParaRPr lang="en-US" sz="4800" dirty="0">
              <a:solidFill>
                <a:srgbClr val="0C355D"/>
              </a:solidFill>
              <a:latin typeface="Berlin Sans FB" panose="020E0602020502020306" pitchFamily="34" charset="0"/>
            </a:endParaRPr>
          </a:p>
        </p:txBody>
      </p:sp>
      <p:sp>
        <p:nvSpPr>
          <p:cNvPr id="30" name="TextBox 29">
            <a:extLst>
              <a:ext uri="{FF2B5EF4-FFF2-40B4-BE49-F238E27FC236}">
                <a16:creationId xmlns:a16="http://schemas.microsoft.com/office/drawing/2014/main" id="{C04A1DF1-8E19-A8CD-9B00-46A3F91C6384}"/>
              </a:ext>
            </a:extLst>
          </p:cNvPr>
          <p:cNvSpPr txBox="1"/>
          <p:nvPr/>
        </p:nvSpPr>
        <p:spPr>
          <a:xfrm>
            <a:off x="-4020458" y="1192696"/>
            <a:ext cx="4020458" cy="584775"/>
          </a:xfrm>
          <a:prstGeom prst="rect">
            <a:avLst/>
          </a:prstGeom>
          <a:noFill/>
        </p:spPr>
        <p:txBody>
          <a:bodyPr wrap="square">
            <a:spAutoFit/>
          </a:bodyPr>
          <a:lstStyle/>
          <a:p>
            <a:r>
              <a:rPr lang="en-US" sz="3200" dirty="0">
                <a:solidFill>
                  <a:srgbClr val="0C355D"/>
                </a:solidFill>
                <a:latin typeface="Berlin Sans FB" panose="020E0602020502020306" pitchFamily="34" charset="0"/>
              </a:rPr>
              <a:t>MQTT &amp; WebSocket</a:t>
            </a:r>
          </a:p>
        </p:txBody>
      </p:sp>
      <p:sp>
        <p:nvSpPr>
          <p:cNvPr id="31" name="TextBox 30">
            <a:extLst>
              <a:ext uri="{FF2B5EF4-FFF2-40B4-BE49-F238E27FC236}">
                <a16:creationId xmlns:a16="http://schemas.microsoft.com/office/drawing/2014/main" id="{6DBE7B6F-3E6F-5B3D-78B1-16C25B51B1A7}"/>
              </a:ext>
            </a:extLst>
          </p:cNvPr>
          <p:cNvSpPr txBox="1"/>
          <p:nvPr/>
        </p:nvSpPr>
        <p:spPr>
          <a:xfrm>
            <a:off x="-10192658" y="2098994"/>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01. MQTT receives live sensor data from a wearable.</a:t>
            </a:r>
            <a:endParaRPr lang="en-US" dirty="0">
              <a:solidFill>
                <a:srgbClr val="0C355D"/>
              </a:solidFill>
              <a:latin typeface="Berlin Sans FB" panose="020E0602020502020306" pitchFamily="34" charset="0"/>
            </a:endParaRPr>
          </a:p>
        </p:txBody>
      </p:sp>
      <p:sp>
        <p:nvSpPr>
          <p:cNvPr id="32" name="TextBox 31">
            <a:extLst>
              <a:ext uri="{FF2B5EF4-FFF2-40B4-BE49-F238E27FC236}">
                <a16:creationId xmlns:a16="http://schemas.microsoft.com/office/drawing/2014/main" id="{305B4FA5-D2CE-E4EA-5F07-8D5D54921A95}"/>
              </a:ext>
            </a:extLst>
          </p:cNvPr>
          <p:cNvSpPr txBox="1"/>
          <p:nvPr/>
        </p:nvSpPr>
        <p:spPr>
          <a:xfrm>
            <a:off x="-13278758" y="2468326"/>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02. Lightweight &amp; ideal for IoT sensors.</a:t>
            </a:r>
            <a:endParaRPr lang="en-US" dirty="0">
              <a:solidFill>
                <a:srgbClr val="0C355D"/>
              </a:solidFill>
              <a:latin typeface="Berlin Sans FB" panose="020E0602020502020306" pitchFamily="34" charset="0"/>
            </a:endParaRPr>
          </a:p>
        </p:txBody>
      </p:sp>
      <p:sp>
        <p:nvSpPr>
          <p:cNvPr id="33" name="TextBox 32">
            <a:extLst>
              <a:ext uri="{FF2B5EF4-FFF2-40B4-BE49-F238E27FC236}">
                <a16:creationId xmlns:a16="http://schemas.microsoft.com/office/drawing/2014/main" id="{278CC547-1562-CE8B-56CC-B8D3244ED7CC}"/>
              </a:ext>
            </a:extLst>
          </p:cNvPr>
          <p:cNvSpPr txBox="1"/>
          <p:nvPr/>
        </p:nvSpPr>
        <p:spPr>
          <a:xfrm>
            <a:off x="-16364858" y="2837658"/>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a:t>
            </a:r>
            <a:r>
              <a:rPr lang="en-US" b="0" i="0" dirty="0" err="1">
                <a:solidFill>
                  <a:srgbClr val="0C355D"/>
                </a:solidFill>
                <a:effectLst/>
                <a:latin typeface="Berlin Sans FB" panose="020E0602020502020306" pitchFamily="34" charset="0"/>
              </a:rPr>
              <a:t>HiveMQ</a:t>
            </a:r>
            <a:r>
              <a:rPr lang="en-US" b="0" i="0" dirty="0">
                <a:solidFill>
                  <a:srgbClr val="0C355D"/>
                </a:solidFill>
                <a:effectLst/>
                <a:latin typeface="Berlin Sans FB" panose="020E0602020502020306" pitchFamily="34" charset="0"/>
              </a:rPr>
              <a:t> used as MQTT broker.</a:t>
            </a:r>
            <a:endParaRPr lang="en-US" dirty="0">
              <a:solidFill>
                <a:srgbClr val="0C355D"/>
              </a:solidFill>
              <a:latin typeface="Berlin Sans FB" panose="020E0602020502020306" pitchFamily="34" charset="0"/>
            </a:endParaRPr>
          </a:p>
        </p:txBody>
      </p:sp>
      <p:sp>
        <p:nvSpPr>
          <p:cNvPr id="34" name="TextBox 33">
            <a:extLst>
              <a:ext uri="{FF2B5EF4-FFF2-40B4-BE49-F238E27FC236}">
                <a16:creationId xmlns:a16="http://schemas.microsoft.com/office/drawing/2014/main" id="{E6AAB13A-8B53-F62E-8503-1402DDFFE996}"/>
              </a:ext>
            </a:extLst>
          </p:cNvPr>
          <p:cNvSpPr txBox="1"/>
          <p:nvPr/>
        </p:nvSpPr>
        <p:spPr>
          <a:xfrm>
            <a:off x="-19450958" y="3206990"/>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Node.js subscribes to topics.</a:t>
            </a:r>
            <a:endParaRPr lang="en-US" dirty="0">
              <a:solidFill>
                <a:srgbClr val="0C355D"/>
              </a:solidFill>
              <a:latin typeface="Berlin Sans FB" panose="020E0602020502020306" pitchFamily="34" charset="0"/>
            </a:endParaRPr>
          </a:p>
        </p:txBody>
      </p:sp>
      <p:sp>
        <p:nvSpPr>
          <p:cNvPr id="35" name="TextBox 34">
            <a:extLst>
              <a:ext uri="{FF2B5EF4-FFF2-40B4-BE49-F238E27FC236}">
                <a16:creationId xmlns:a16="http://schemas.microsoft.com/office/drawing/2014/main" id="{90E6F821-3F0C-F4C4-C979-081B9AE0D1B8}"/>
              </a:ext>
            </a:extLst>
          </p:cNvPr>
          <p:cNvSpPr txBox="1"/>
          <p:nvPr/>
        </p:nvSpPr>
        <p:spPr>
          <a:xfrm>
            <a:off x="-22537058" y="3576322"/>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05. WebSocket pushes data to user in real-time.</a:t>
            </a:r>
            <a:endParaRPr lang="en-US" dirty="0">
              <a:solidFill>
                <a:srgbClr val="0C355D"/>
              </a:solidFill>
              <a:latin typeface="Berlin Sans FB" panose="020E0602020502020306" pitchFamily="34" charset="0"/>
            </a:endParaRPr>
          </a:p>
        </p:txBody>
      </p:sp>
      <p:sp>
        <p:nvSpPr>
          <p:cNvPr id="36" name="TextBox 35">
            <a:extLst>
              <a:ext uri="{FF2B5EF4-FFF2-40B4-BE49-F238E27FC236}">
                <a16:creationId xmlns:a16="http://schemas.microsoft.com/office/drawing/2014/main" id="{263D068D-53B7-43A9-BFAC-9D05539C8F06}"/>
              </a:ext>
            </a:extLst>
          </p:cNvPr>
          <p:cNvSpPr txBox="1"/>
          <p:nvPr/>
        </p:nvSpPr>
        <p:spPr>
          <a:xfrm>
            <a:off x="-25623158" y="3945654"/>
            <a:ext cx="617220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06. Data includes temp, heart rate, oxygen, and location.</a:t>
            </a:r>
            <a:endParaRPr lang="en-US" dirty="0">
              <a:solidFill>
                <a:srgbClr val="0C355D"/>
              </a:solidFill>
              <a:latin typeface="Berlin Sans FB" panose="020E0602020502020306" pitchFamily="34" charset="0"/>
            </a:endParaRPr>
          </a:p>
        </p:txBody>
      </p:sp>
      <p:sp>
        <p:nvSpPr>
          <p:cNvPr id="6" name="TextBox 5">
            <a:extLst>
              <a:ext uri="{FF2B5EF4-FFF2-40B4-BE49-F238E27FC236}">
                <a16:creationId xmlns:a16="http://schemas.microsoft.com/office/drawing/2014/main" id="{8EB9D98B-0A44-5306-682B-47A9FDE8E354}"/>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10" name="Graphic 9" descr="Server with solid fill">
            <a:extLst>
              <a:ext uri="{FF2B5EF4-FFF2-40B4-BE49-F238E27FC236}">
                <a16:creationId xmlns:a16="http://schemas.microsoft.com/office/drawing/2014/main" id="{25FAB64B-DE32-C593-5759-B8ACBDA4DA7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1" name="Straight Connector 10">
            <a:extLst>
              <a:ext uri="{FF2B5EF4-FFF2-40B4-BE49-F238E27FC236}">
                <a16:creationId xmlns:a16="http://schemas.microsoft.com/office/drawing/2014/main" id="{E2AC46E3-7ED7-4DAB-C87D-174F516C6C9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2" name="Rectangle 1">
            <a:extLst>
              <a:ext uri="{FF2B5EF4-FFF2-40B4-BE49-F238E27FC236}">
                <a16:creationId xmlns:a16="http://schemas.microsoft.com/office/drawing/2014/main" id="{A60BCFCA-70F9-1736-CA99-9DBB4D9E700C}"/>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9" name="Group 18">
            <a:extLst>
              <a:ext uri="{FF2B5EF4-FFF2-40B4-BE49-F238E27FC236}">
                <a16:creationId xmlns:a16="http://schemas.microsoft.com/office/drawing/2014/main" id="{BDBD1718-FF99-D35B-37F5-88BE1D93C11E}"/>
              </a:ext>
            </a:extLst>
          </p:cNvPr>
          <p:cNvGrpSpPr/>
          <p:nvPr/>
        </p:nvGrpSpPr>
        <p:grpSpPr>
          <a:xfrm>
            <a:off x="1347986" y="1919061"/>
            <a:ext cx="7345991" cy="4130327"/>
            <a:chOff x="2949575" y="1795460"/>
            <a:chExt cx="5562044" cy="3215520"/>
          </a:xfrm>
        </p:grpSpPr>
        <p:sp>
          <p:nvSpPr>
            <p:cNvPr id="16" name="Freeform 7">
              <a:extLst>
                <a:ext uri="{FF2B5EF4-FFF2-40B4-BE49-F238E27FC236}">
                  <a16:creationId xmlns:a16="http://schemas.microsoft.com/office/drawing/2014/main" id="{C1F95B60-0C03-6C48-3289-A53145A3616A}"/>
                </a:ext>
              </a:extLst>
            </p:cNvPr>
            <p:cNvSpPr/>
            <p:nvPr/>
          </p:nvSpPr>
          <p:spPr>
            <a:xfrm>
              <a:off x="2949575" y="1795460"/>
              <a:ext cx="5562044" cy="3215519"/>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a:solidFill>
                  <a:srgbClr val="0C355D"/>
                </a:solidFill>
              </a:endParaRPr>
            </a:p>
          </p:txBody>
        </p:sp>
        <p:pic>
          <p:nvPicPr>
            <p:cNvPr id="13" name="Picture 12">
              <a:extLst>
                <a:ext uri="{FF2B5EF4-FFF2-40B4-BE49-F238E27FC236}">
                  <a16:creationId xmlns:a16="http://schemas.microsoft.com/office/drawing/2014/main" id="{82657B8F-A58F-2BEB-5BB0-202CBDA76814}"/>
                </a:ext>
              </a:extLst>
            </p:cNvPr>
            <p:cNvPicPr>
              <a:picLocks noChangeAspect="1"/>
            </p:cNvPicPr>
            <p:nvPr/>
          </p:nvPicPr>
          <p:blipFill>
            <a:blip r:embed="rId15"/>
            <a:stretch>
              <a:fillRect/>
            </a:stretch>
          </p:blipFill>
          <p:spPr>
            <a:xfrm>
              <a:off x="3063875" y="1966229"/>
              <a:ext cx="5323107" cy="2870793"/>
            </a:xfrm>
            <a:prstGeom prst="rect">
              <a:avLst/>
            </a:prstGeom>
          </p:spPr>
        </p:pic>
        <p:sp>
          <p:nvSpPr>
            <p:cNvPr id="18" name="Freeform 9">
              <a:extLst>
                <a:ext uri="{FF2B5EF4-FFF2-40B4-BE49-F238E27FC236}">
                  <a16:creationId xmlns:a16="http://schemas.microsoft.com/office/drawing/2014/main" id="{7B924B9A-C72C-39DB-F17E-9679EE701FCB}"/>
                </a:ext>
              </a:extLst>
            </p:cNvPr>
            <p:cNvSpPr/>
            <p:nvPr/>
          </p:nvSpPr>
          <p:spPr>
            <a:xfrm>
              <a:off x="2949575" y="1795461"/>
              <a:ext cx="5562044" cy="3215519"/>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dirty="0"/>
            </a:p>
          </p:txBody>
        </p:sp>
      </p:grpSp>
    </p:spTree>
    <p:extLst>
      <p:ext uri="{BB962C8B-B14F-4D97-AF65-F5344CB8AC3E}">
        <p14:creationId xmlns:p14="http://schemas.microsoft.com/office/powerpoint/2010/main" val="107379166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6DEA3-3626-82EA-98BA-9B83B912E1EA}"/>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5F781755-53F6-E190-B83E-88450458EC6A}"/>
              </a:ext>
            </a:extLst>
          </p:cNvPr>
          <p:cNvSpPr txBox="1"/>
          <p:nvPr/>
        </p:nvSpPr>
        <p:spPr>
          <a:xfrm>
            <a:off x="457200" y="4810984"/>
            <a:ext cx="3702313" cy="707886"/>
          </a:xfrm>
          <a:prstGeom prst="rect">
            <a:avLst/>
          </a:prstGeom>
          <a:noFill/>
        </p:spPr>
        <p:txBody>
          <a:bodyPr wrap="square" rtlCol="0">
            <a:spAutoFit/>
          </a:bodyPr>
          <a:lstStyle/>
          <a:p>
            <a:r>
              <a:rPr lang="en-US" sz="2000" dirty="0">
                <a:solidFill>
                  <a:srgbClr val="0C355D"/>
                </a:solidFill>
                <a:latin typeface="Berlin Sans FB" panose="020E0602020502020306" pitchFamily="34" charset="0"/>
              </a:rPr>
              <a:t>07. Data is validated before sending.</a:t>
            </a:r>
          </a:p>
        </p:txBody>
      </p:sp>
      <p:sp>
        <p:nvSpPr>
          <p:cNvPr id="9" name="TextBox 8">
            <a:extLst>
              <a:ext uri="{FF2B5EF4-FFF2-40B4-BE49-F238E27FC236}">
                <a16:creationId xmlns:a16="http://schemas.microsoft.com/office/drawing/2014/main" id="{B4315C2A-AA92-D519-CFA8-08875D2C53E5}"/>
              </a:ext>
            </a:extLst>
          </p:cNvPr>
          <p:cNvSpPr txBox="1"/>
          <p:nvPr/>
        </p:nvSpPr>
        <p:spPr>
          <a:xfrm>
            <a:off x="0" y="1192696"/>
            <a:ext cx="4477658" cy="707886"/>
          </a:xfrm>
          <a:prstGeom prst="rect">
            <a:avLst/>
          </a:prstGeom>
          <a:noFill/>
        </p:spPr>
        <p:txBody>
          <a:bodyPr wrap="square">
            <a:spAutoFit/>
          </a:bodyPr>
          <a:lstStyle/>
          <a:p>
            <a:r>
              <a:rPr lang="en-US" sz="4000" dirty="0">
                <a:solidFill>
                  <a:srgbClr val="0C355D"/>
                </a:solidFill>
                <a:latin typeface="Berlin Sans FB" panose="020E0602020502020306" pitchFamily="34" charset="0"/>
              </a:rPr>
              <a:t>MQTT &amp; WebSocket</a:t>
            </a:r>
          </a:p>
        </p:txBody>
      </p:sp>
      <p:sp>
        <p:nvSpPr>
          <p:cNvPr id="18" name="Circle: Hollow 17">
            <a:extLst>
              <a:ext uri="{FF2B5EF4-FFF2-40B4-BE49-F238E27FC236}">
                <a16:creationId xmlns:a16="http://schemas.microsoft.com/office/drawing/2014/main" id="{4D7341C5-8364-6527-E43E-FEC26678CF57}"/>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Block Arc 18">
            <a:extLst>
              <a:ext uri="{FF2B5EF4-FFF2-40B4-BE49-F238E27FC236}">
                <a16:creationId xmlns:a16="http://schemas.microsoft.com/office/drawing/2014/main" id="{2ABCD305-FCF1-3E68-AA24-004F78F0BE5A}"/>
              </a:ext>
            </a:extLst>
          </p:cNvPr>
          <p:cNvSpPr>
            <a:spLocks noChangeAspect="1"/>
          </p:cNvSpPr>
          <p:nvPr/>
        </p:nvSpPr>
        <p:spPr>
          <a:xfrm rot="10800000">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1" name="Graphic 20" descr="Database with solid fill">
            <a:extLst>
              <a:ext uri="{FF2B5EF4-FFF2-40B4-BE49-F238E27FC236}">
                <a16:creationId xmlns:a16="http://schemas.microsoft.com/office/drawing/2014/main" id="{356722A8-368E-36D1-45C6-EDC033A588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73871" y="5751384"/>
            <a:ext cx="365760" cy="365760"/>
          </a:xfrm>
          <a:prstGeom prst="rect">
            <a:avLst/>
          </a:prstGeom>
        </p:spPr>
      </p:pic>
      <p:pic>
        <p:nvPicPr>
          <p:cNvPr id="22" name="Graphic 21" descr="Network with solid fill">
            <a:extLst>
              <a:ext uri="{FF2B5EF4-FFF2-40B4-BE49-F238E27FC236}">
                <a16:creationId xmlns:a16="http://schemas.microsoft.com/office/drawing/2014/main" id="{9CDC3439-EB78-259F-B2F0-B757882FAE3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715585" y="6117145"/>
            <a:ext cx="640080" cy="640080"/>
          </a:xfrm>
          <a:prstGeom prst="rect">
            <a:avLst/>
          </a:prstGeom>
        </p:spPr>
      </p:pic>
      <p:pic>
        <p:nvPicPr>
          <p:cNvPr id="23" name="Graphic 22" descr="Gears with solid fill">
            <a:extLst>
              <a:ext uri="{FF2B5EF4-FFF2-40B4-BE49-F238E27FC236}">
                <a16:creationId xmlns:a16="http://schemas.microsoft.com/office/drawing/2014/main" id="{48613B54-6D64-0EED-EF00-3741E65440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99172" y="5751384"/>
            <a:ext cx="365760" cy="365760"/>
          </a:xfrm>
          <a:prstGeom prst="rect">
            <a:avLst/>
          </a:prstGeom>
        </p:spPr>
      </p:pic>
      <p:pic>
        <p:nvPicPr>
          <p:cNvPr id="24" name="Graphic 23" descr="Send with solid fill">
            <a:extLst>
              <a:ext uri="{FF2B5EF4-FFF2-40B4-BE49-F238E27FC236}">
                <a16:creationId xmlns:a16="http://schemas.microsoft.com/office/drawing/2014/main" id="{A7993E81-5D9C-CAB8-2175-B00B8C2056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2052" y="5036589"/>
            <a:ext cx="365760" cy="365760"/>
          </a:xfrm>
          <a:prstGeom prst="rect">
            <a:avLst/>
          </a:prstGeom>
        </p:spPr>
      </p:pic>
      <p:pic>
        <p:nvPicPr>
          <p:cNvPr id="25" name="Graphic 24" descr="Eye Scan with solid fill">
            <a:extLst>
              <a:ext uri="{FF2B5EF4-FFF2-40B4-BE49-F238E27FC236}">
                <a16:creationId xmlns:a16="http://schemas.microsoft.com/office/drawing/2014/main" id="{CFC63E50-F39C-5143-9B43-6EA96E56B34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90991" y="5019864"/>
            <a:ext cx="365760" cy="365760"/>
          </a:xfrm>
          <a:prstGeom prst="rect">
            <a:avLst/>
          </a:prstGeom>
        </p:spPr>
      </p:pic>
      <p:sp>
        <p:nvSpPr>
          <p:cNvPr id="27" name="TextBox 26">
            <a:extLst>
              <a:ext uri="{FF2B5EF4-FFF2-40B4-BE49-F238E27FC236}">
                <a16:creationId xmlns:a16="http://schemas.microsoft.com/office/drawing/2014/main" id="{1C41CE06-D110-D52F-1CE4-34E884DD7737}"/>
              </a:ext>
            </a:extLst>
          </p:cNvPr>
          <p:cNvSpPr txBox="1"/>
          <p:nvPr/>
        </p:nvSpPr>
        <p:spPr>
          <a:xfrm>
            <a:off x="457200" y="2098994"/>
            <a:ext cx="6172200"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01. MQTT receives live sensor data from a wearable.</a:t>
            </a:r>
            <a:endParaRPr lang="en-US" sz="2000" dirty="0">
              <a:solidFill>
                <a:srgbClr val="0C355D"/>
              </a:solidFill>
              <a:latin typeface="Berlin Sans FB" panose="020E0602020502020306" pitchFamily="34" charset="0"/>
            </a:endParaRPr>
          </a:p>
        </p:txBody>
      </p:sp>
      <p:sp>
        <p:nvSpPr>
          <p:cNvPr id="30" name="TextBox 29">
            <a:extLst>
              <a:ext uri="{FF2B5EF4-FFF2-40B4-BE49-F238E27FC236}">
                <a16:creationId xmlns:a16="http://schemas.microsoft.com/office/drawing/2014/main" id="{25E83BD4-8CA5-BC5E-277B-F1219D346ECA}"/>
              </a:ext>
            </a:extLst>
          </p:cNvPr>
          <p:cNvSpPr txBox="1"/>
          <p:nvPr/>
        </p:nvSpPr>
        <p:spPr>
          <a:xfrm>
            <a:off x="457200" y="2502658"/>
            <a:ext cx="6172200"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02. Lightweight &amp; ideal for IoT sensors.</a:t>
            </a:r>
            <a:endParaRPr lang="en-US" sz="2000" dirty="0">
              <a:solidFill>
                <a:srgbClr val="0C355D"/>
              </a:solidFill>
              <a:latin typeface="Berlin Sans FB" panose="020E0602020502020306" pitchFamily="34" charset="0"/>
            </a:endParaRPr>
          </a:p>
        </p:txBody>
      </p:sp>
      <p:sp>
        <p:nvSpPr>
          <p:cNvPr id="40" name="TextBox 39">
            <a:extLst>
              <a:ext uri="{FF2B5EF4-FFF2-40B4-BE49-F238E27FC236}">
                <a16:creationId xmlns:a16="http://schemas.microsoft.com/office/drawing/2014/main" id="{9D5035BA-D522-FD04-F775-44BD523703C0}"/>
              </a:ext>
            </a:extLst>
          </p:cNvPr>
          <p:cNvSpPr txBox="1"/>
          <p:nvPr/>
        </p:nvSpPr>
        <p:spPr>
          <a:xfrm>
            <a:off x="457200" y="2902768"/>
            <a:ext cx="6172200"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03. </a:t>
            </a:r>
            <a:r>
              <a:rPr lang="en-US" sz="2000" b="0" i="0" dirty="0" err="1">
                <a:solidFill>
                  <a:srgbClr val="0C355D"/>
                </a:solidFill>
                <a:effectLst/>
                <a:latin typeface="Berlin Sans FB" panose="020E0602020502020306" pitchFamily="34" charset="0"/>
              </a:rPr>
              <a:t>HiveMQ</a:t>
            </a:r>
            <a:r>
              <a:rPr lang="en-US" sz="2000" b="0" i="0" dirty="0">
                <a:solidFill>
                  <a:srgbClr val="0C355D"/>
                </a:solidFill>
                <a:effectLst/>
                <a:latin typeface="Berlin Sans FB" panose="020E0602020502020306" pitchFamily="34" charset="0"/>
              </a:rPr>
              <a:t> used as MQTT broker.</a:t>
            </a:r>
            <a:endParaRPr lang="en-US" sz="2000" dirty="0">
              <a:solidFill>
                <a:srgbClr val="0C355D"/>
              </a:solidFill>
              <a:latin typeface="Berlin Sans FB" panose="020E0602020502020306" pitchFamily="34" charset="0"/>
            </a:endParaRPr>
          </a:p>
        </p:txBody>
      </p:sp>
      <p:sp>
        <p:nvSpPr>
          <p:cNvPr id="42" name="TextBox 41">
            <a:extLst>
              <a:ext uri="{FF2B5EF4-FFF2-40B4-BE49-F238E27FC236}">
                <a16:creationId xmlns:a16="http://schemas.microsoft.com/office/drawing/2014/main" id="{5991B806-4980-5707-D21A-69696774815D}"/>
              </a:ext>
            </a:extLst>
          </p:cNvPr>
          <p:cNvSpPr txBox="1"/>
          <p:nvPr/>
        </p:nvSpPr>
        <p:spPr>
          <a:xfrm>
            <a:off x="457200" y="3302878"/>
            <a:ext cx="6172200"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04. Node.js subscribes to topics.</a:t>
            </a:r>
            <a:endParaRPr lang="en-US" sz="2000" dirty="0">
              <a:solidFill>
                <a:srgbClr val="0C355D"/>
              </a:solidFill>
              <a:latin typeface="Berlin Sans FB" panose="020E0602020502020306" pitchFamily="34" charset="0"/>
            </a:endParaRPr>
          </a:p>
        </p:txBody>
      </p:sp>
      <p:sp>
        <p:nvSpPr>
          <p:cNvPr id="44" name="TextBox 43">
            <a:extLst>
              <a:ext uri="{FF2B5EF4-FFF2-40B4-BE49-F238E27FC236}">
                <a16:creationId xmlns:a16="http://schemas.microsoft.com/office/drawing/2014/main" id="{3A14BF30-C398-8DD2-CCCD-28FCD083CA9A}"/>
              </a:ext>
            </a:extLst>
          </p:cNvPr>
          <p:cNvSpPr txBox="1"/>
          <p:nvPr/>
        </p:nvSpPr>
        <p:spPr>
          <a:xfrm>
            <a:off x="457200" y="3702988"/>
            <a:ext cx="6172200"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05. WebSocket pushes data to user in real-time.</a:t>
            </a:r>
            <a:endParaRPr lang="en-US" sz="2000" dirty="0">
              <a:solidFill>
                <a:srgbClr val="0C355D"/>
              </a:solidFill>
              <a:latin typeface="Berlin Sans FB" panose="020E0602020502020306" pitchFamily="34" charset="0"/>
            </a:endParaRPr>
          </a:p>
        </p:txBody>
      </p:sp>
      <p:sp>
        <p:nvSpPr>
          <p:cNvPr id="46" name="TextBox 45">
            <a:extLst>
              <a:ext uri="{FF2B5EF4-FFF2-40B4-BE49-F238E27FC236}">
                <a16:creationId xmlns:a16="http://schemas.microsoft.com/office/drawing/2014/main" id="{B4B9FB2B-E3A0-6B86-9E79-D2A2CC7F7C4C}"/>
              </a:ext>
            </a:extLst>
          </p:cNvPr>
          <p:cNvSpPr txBox="1"/>
          <p:nvPr/>
        </p:nvSpPr>
        <p:spPr>
          <a:xfrm>
            <a:off x="457200" y="4103098"/>
            <a:ext cx="6172200" cy="707886"/>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06. Data includes temp, heart rate, oxygen, and location.</a:t>
            </a:r>
            <a:endParaRPr lang="en-US" sz="2000" dirty="0">
              <a:solidFill>
                <a:srgbClr val="0C355D"/>
              </a:solidFill>
              <a:latin typeface="Berlin Sans FB" panose="020E0602020502020306" pitchFamily="34" charset="0"/>
            </a:endParaRPr>
          </a:p>
        </p:txBody>
      </p:sp>
      <p:sp>
        <p:nvSpPr>
          <p:cNvPr id="47" name="TextBox 46">
            <a:extLst>
              <a:ext uri="{FF2B5EF4-FFF2-40B4-BE49-F238E27FC236}">
                <a16:creationId xmlns:a16="http://schemas.microsoft.com/office/drawing/2014/main" id="{97EB5F6A-1F73-8441-3F15-724D4D3FBF89}"/>
              </a:ext>
            </a:extLst>
          </p:cNvPr>
          <p:cNvSpPr txBox="1"/>
          <p:nvPr/>
        </p:nvSpPr>
        <p:spPr>
          <a:xfrm>
            <a:off x="-4216400" y="1192696"/>
            <a:ext cx="4020458" cy="584775"/>
          </a:xfrm>
          <a:prstGeom prst="rect">
            <a:avLst/>
          </a:prstGeom>
          <a:noFill/>
        </p:spPr>
        <p:txBody>
          <a:bodyPr wrap="square">
            <a:spAutoFit/>
          </a:bodyPr>
          <a:lstStyle/>
          <a:p>
            <a:r>
              <a:rPr lang="en-US" sz="3200" dirty="0">
                <a:solidFill>
                  <a:srgbClr val="0C355D"/>
                </a:solidFill>
                <a:latin typeface="Berlin Sans FB" panose="020E0602020502020306" pitchFamily="34" charset="0"/>
              </a:rPr>
              <a:t>EC2 ubuntu &amp; PM2</a:t>
            </a:r>
          </a:p>
        </p:txBody>
      </p:sp>
      <p:sp>
        <p:nvSpPr>
          <p:cNvPr id="49" name="TextBox 48">
            <a:extLst>
              <a:ext uri="{FF2B5EF4-FFF2-40B4-BE49-F238E27FC236}">
                <a16:creationId xmlns:a16="http://schemas.microsoft.com/office/drawing/2014/main" id="{EC1DED9E-7570-2E0B-7DBE-FD6219FD4977}"/>
              </a:ext>
            </a:extLst>
          </p:cNvPr>
          <p:cNvSpPr txBox="1"/>
          <p:nvPr/>
        </p:nvSpPr>
        <p:spPr>
          <a:xfrm>
            <a:off x="-13113656" y="2098994"/>
            <a:ext cx="8897256"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01. The server is hosted on AWS EC2 (Ubuntu instance).</a:t>
            </a:r>
            <a:endParaRPr lang="en-US" dirty="0">
              <a:solidFill>
                <a:srgbClr val="0C355D"/>
              </a:solidFill>
              <a:latin typeface="Berlin Sans FB" panose="020E0602020502020306" pitchFamily="34" charset="0"/>
            </a:endParaRPr>
          </a:p>
        </p:txBody>
      </p:sp>
      <p:sp>
        <p:nvSpPr>
          <p:cNvPr id="50" name="TextBox 49">
            <a:extLst>
              <a:ext uri="{FF2B5EF4-FFF2-40B4-BE49-F238E27FC236}">
                <a16:creationId xmlns:a16="http://schemas.microsoft.com/office/drawing/2014/main" id="{AC4599F5-3E74-148C-AEB7-E7F3B1F602B3}"/>
              </a:ext>
            </a:extLst>
          </p:cNvPr>
          <p:cNvSpPr txBox="1"/>
          <p:nvPr/>
        </p:nvSpPr>
        <p:spPr>
          <a:xfrm>
            <a:off x="-17562284" y="2468326"/>
            <a:ext cx="8897256"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02. PM2 is used for Node.js process management.</a:t>
            </a:r>
            <a:endParaRPr lang="en-US" dirty="0">
              <a:solidFill>
                <a:srgbClr val="0C355D"/>
              </a:solidFill>
              <a:latin typeface="Berlin Sans FB" panose="020E0602020502020306" pitchFamily="34" charset="0"/>
            </a:endParaRPr>
          </a:p>
        </p:txBody>
      </p:sp>
      <p:sp>
        <p:nvSpPr>
          <p:cNvPr id="51" name="TextBox 50">
            <a:extLst>
              <a:ext uri="{FF2B5EF4-FFF2-40B4-BE49-F238E27FC236}">
                <a16:creationId xmlns:a16="http://schemas.microsoft.com/office/drawing/2014/main" id="{2C72C29B-8A8C-B3B1-1DA3-A69E85D5541B}"/>
              </a:ext>
            </a:extLst>
          </p:cNvPr>
          <p:cNvSpPr txBox="1"/>
          <p:nvPr/>
        </p:nvSpPr>
        <p:spPr>
          <a:xfrm>
            <a:off x="-22010912" y="2837658"/>
            <a:ext cx="8897256"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Ensures auto-restart on crashes or reboots.</a:t>
            </a:r>
            <a:endParaRPr lang="en-US" dirty="0">
              <a:solidFill>
                <a:srgbClr val="0C355D"/>
              </a:solidFill>
              <a:latin typeface="Berlin Sans FB" panose="020E0602020502020306" pitchFamily="34" charset="0"/>
            </a:endParaRPr>
          </a:p>
        </p:txBody>
      </p:sp>
      <p:sp>
        <p:nvSpPr>
          <p:cNvPr id="52" name="TextBox 51">
            <a:extLst>
              <a:ext uri="{FF2B5EF4-FFF2-40B4-BE49-F238E27FC236}">
                <a16:creationId xmlns:a16="http://schemas.microsoft.com/office/drawing/2014/main" id="{FB05BA72-2589-B0E4-17DC-B2473994E178}"/>
              </a:ext>
            </a:extLst>
          </p:cNvPr>
          <p:cNvSpPr txBox="1"/>
          <p:nvPr/>
        </p:nvSpPr>
        <p:spPr>
          <a:xfrm>
            <a:off x="-26459540" y="3206990"/>
            <a:ext cx="8897256"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The server is always running in the background.</a:t>
            </a:r>
            <a:endParaRPr lang="en-US" dirty="0">
              <a:solidFill>
                <a:srgbClr val="0C355D"/>
              </a:solidFill>
              <a:latin typeface="Berlin Sans FB" panose="020E0602020502020306" pitchFamily="34" charset="0"/>
            </a:endParaRPr>
          </a:p>
        </p:txBody>
      </p:sp>
      <p:sp>
        <p:nvSpPr>
          <p:cNvPr id="3" name="TextBox 2">
            <a:extLst>
              <a:ext uri="{FF2B5EF4-FFF2-40B4-BE49-F238E27FC236}">
                <a16:creationId xmlns:a16="http://schemas.microsoft.com/office/drawing/2014/main" id="{C228D5D3-4D27-9DD9-F83F-214746E5FFD3}"/>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6" name="Graphic 5" descr="Server with solid fill">
            <a:extLst>
              <a:ext uri="{FF2B5EF4-FFF2-40B4-BE49-F238E27FC236}">
                <a16:creationId xmlns:a16="http://schemas.microsoft.com/office/drawing/2014/main" id="{E03AFA1F-D79A-194E-384C-DF061391347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868F2879-02FB-C68E-EA32-C60D1E26A646}"/>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AA094277-2899-0BF6-C7EA-CD17CBB8D9DD}"/>
              </a:ext>
            </a:extLst>
          </p:cNvPr>
          <p:cNvGrpSpPr/>
          <p:nvPr/>
        </p:nvGrpSpPr>
        <p:grpSpPr>
          <a:xfrm>
            <a:off x="6355529" y="1407166"/>
            <a:ext cx="5591457" cy="2591093"/>
            <a:chOff x="6176680" y="711784"/>
            <a:chExt cx="5591457" cy="2591093"/>
          </a:xfrm>
        </p:grpSpPr>
        <p:sp>
          <p:nvSpPr>
            <p:cNvPr id="11" name="Freeform 7">
              <a:extLst>
                <a:ext uri="{FF2B5EF4-FFF2-40B4-BE49-F238E27FC236}">
                  <a16:creationId xmlns:a16="http://schemas.microsoft.com/office/drawing/2014/main" id="{BE1F7055-B711-BDCD-90E1-0A5DDD3154F7}"/>
                </a:ext>
              </a:extLst>
            </p:cNvPr>
            <p:cNvSpPr/>
            <p:nvPr/>
          </p:nvSpPr>
          <p:spPr>
            <a:xfrm>
              <a:off x="6176681" y="711785"/>
              <a:ext cx="5591455" cy="2591092"/>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a:solidFill>
                  <a:srgbClr val="0C355D"/>
                </a:solidFill>
              </a:endParaRPr>
            </a:p>
          </p:txBody>
        </p:sp>
        <p:pic>
          <p:nvPicPr>
            <p:cNvPr id="10" name="Picture 9">
              <a:extLst>
                <a:ext uri="{FF2B5EF4-FFF2-40B4-BE49-F238E27FC236}">
                  <a16:creationId xmlns:a16="http://schemas.microsoft.com/office/drawing/2014/main" id="{CFD1301D-EB84-D0DA-8B6F-47134490F6E0}"/>
                </a:ext>
              </a:extLst>
            </p:cNvPr>
            <p:cNvPicPr>
              <a:picLocks noChangeAspect="1"/>
            </p:cNvPicPr>
            <p:nvPr/>
          </p:nvPicPr>
          <p:blipFill>
            <a:blip r:embed="rId15"/>
            <a:stretch>
              <a:fillRect/>
            </a:stretch>
          </p:blipFill>
          <p:spPr>
            <a:xfrm>
              <a:off x="6289497" y="865041"/>
              <a:ext cx="5367254" cy="2280625"/>
            </a:xfrm>
            <a:prstGeom prst="rect">
              <a:avLst/>
            </a:prstGeom>
          </p:spPr>
        </p:pic>
        <p:sp>
          <p:nvSpPr>
            <p:cNvPr id="29" name="Freeform 9">
              <a:extLst>
                <a:ext uri="{FF2B5EF4-FFF2-40B4-BE49-F238E27FC236}">
                  <a16:creationId xmlns:a16="http://schemas.microsoft.com/office/drawing/2014/main" id="{A73F5EAA-5102-A326-5209-96D56B0DEC02}"/>
                </a:ext>
              </a:extLst>
            </p:cNvPr>
            <p:cNvSpPr/>
            <p:nvPr/>
          </p:nvSpPr>
          <p:spPr>
            <a:xfrm>
              <a:off x="6176680" y="711784"/>
              <a:ext cx="5591457" cy="2591090"/>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dirty="0"/>
            </a:p>
          </p:txBody>
        </p:sp>
      </p:grpSp>
    </p:spTree>
    <p:extLst>
      <p:ext uri="{BB962C8B-B14F-4D97-AF65-F5344CB8AC3E}">
        <p14:creationId xmlns:p14="http://schemas.microsoft.com/office/powerpoint/2010/main" val="405438808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CEC79-2C43-F0EA-F22C-98A4615F088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DF9B259-73B6-FD74-0B37-04821083A373}"/>
              </a:ext>
            </a:extLst>
          </p:cNvPr>
          <p:cNvSpPr txBox="1"/>
          <p:nvPr/>
        </p:nvSpPr>
        <p:spPr>
          <a:xfrm>
            <a:off x="0" y="1192696"/>
            <a:ext cx="4457700" cy="707886"/>
          </a:xfrm>
          <a:prstGeom prst="rect">
            <a:avLst/>
          </a:prstGeom>
          <a:noFill/>
        </p:spPr>
        <p:txBody>
          <a:bodyPr wrap="square">
            <a:spAutoFit/>
          </a:bodyPr>
          <a:lstStyle/>
          <a:p>
            <a:r>
              <a:rPr lang="en-US" sz="4000" dirty="0">
                <a:solidFill>
                  <a:srgbClr val="0C355D"/>
                </a:solidFill>
                <a:latin typeface="Berlin Sans FB" panose="020E0602020502020306" pitchFamily="34" charset="0"/>
              </a:rPr>
              <a:t>EC2 ubuntu &amp; PM2</a:t>
            </a:r>
          </a:p>
        </p:txBody>
      </p:sp>
      <p:sp>
        <p:nvSpPr>
          <p:cNvPr id="3" name="Circle: Hollow 2">
            <a:extLst>
              <a:ext uri="{FF2B5EF4-FFF2-40B4-BE49-F238E27FC236}">
                <a16:creationId xmlns:a16="http://schemas.microsoft.com/office/drawing/2014/main" id="{C98A53FC-15C7-E447-B016-F5105EB95CF4}"/>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Block Arc 3">
            <a:extLst>
              <a:ext uri="{FF2B5EF4-FFF2-40B4-BE49-F238E27FC236}">
                <a16:creationId xmlns:a16="http://schemas.microsoft.com/office/drawing/2014/main" id="{B7DC9321-550C-29DC-7BB3-797412EE4DC3}"/>
              </a:ext>
            </a:extLst>
          </p:cNvPr>
          <p:cNvSpPr>
            <a:spLocks noChangeAspect="1"/>
          </p:cNvSpPr>
          <p:nvPr/>
        </p:nvSpPr>
        <p:spPr>
          <a:xfrm rot="15138048">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6" name="Graphic 5" descr="Database with solid fill">
            <a:extLst>
              <a:ext uri="{FF2B5EF4-FFF2-40B4-BE49-F238E27FC236}">
                <a16:creationId xmlns:a16="http://schemas.microsoft.com/office/drawing/2014/main" id="{3A33415C-D3EA-D00E-0E62-6B48626B13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73871" y="5751384"/>
            <a:ext cx="365760" cy="365760"/>
          </a:xfrm>
          <a:prstGeom prst="rect">
            <a:avLst/>
          </a:prstGeom>
        </p:spPr>
      </p:pic>
      <p:pic>
        <p:nvPicPr>
          <p:cNvPr id="7" name="Graphic 6" descr="Network with solid fill">
            <a:extLst>
              <a:ext uri="{FF2B5EF4-FFF2-40B4-BE49-F238E27FC236}">
                <a16:creationId xmlns:a16="http://schemas.microsoft.com/office/drawing/2014/main" id="{79B334EB-8C3D-3CC0-C0FC-983ED6C3903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52746" y="6248518"/>
            <a:ext cx="365760" cy="365760"/>
          </a:xfrm>
          <a:prstGeom prst="rect">
            <a:avLst/>
          </a:prstGeom>
        </p:spPr>
      </p:pic>
      <p:pic>
        <p:nvPicPr>
          <p:cNvPr id="8" name="Graphic 7" descr="Gears with solid fill">
            <a:extLst>
              <a:ext uri="{FF2B5EF4-FFF2-40B4-BE49-F238E27FC236}">
                <a16:creationId xmlns:a16="http://schemas.microsoft.com/office/drawing/2014/main" id="{D1EE2C1F-D616-1318-188D-5E19DAB8EC2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6648" y="5614224"/>
            <a:ext cx="640080" cy="640080"/>
          </a:xfrm>
          <a:prstGeom prst="rect">
            <a:avLst/>
          </a:prstGeom>
        </p:spPr>
      </p:pic>
      <p:pic>
        <p:nvPicPr>
          <p:cNvPr id="10" name="Graphic 9" descr="Send with solid fill">
            <a:extLst>
              <a:ext uri="{FF2B5EF4-FFF2-40B4-BE49-F238E27FC236}">
                <a16:creationId xmlns:a16="http://schemas.microsoft.com/office/drawing/2014/main" id="{40D0FEB6-27A3-53F0-485A-FA30442620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2052" y="5036589"/>
            <a:ext cx="365760" cy="365760"/>
          </a:xfrm>
          <a:prstGeom prst="rect">
            <a:avLst/>
          </a:prstGeom>
        </p:spPr>
      </p:pic>
      <p:pic>
        <p:nvPicPr>
          <p:cNvPr id="11" name="Graphic 10" descr="Eye Scan with solid fill">
            <a:extLst>
              <a:ext uri="{FF2B5EF4-FFF2-40B4-BE49-F238E27FC236}">
                <a16:creationId xmlns:a16="http://schemas.microsoft.com/office/drawing/2014/main" id="{CA3646D5-6915-B0BB-B7BE-B91F4EF9CF7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90991" y="5019864"/>
            <a:ext cx="365760" cy="365760"/>
          </a:xfrm>
          <a:prstGeom prst="rect">
            <a:avLst/>
          </a:prstGeom>
        </p:spPr>
      </p:pic>
      <p:sp>
        <p:nvSpPr>
          <p:cNvPr id="13" name="TextBox 12">
            <a:extLst>
              <a:ext uri="{FF2B5EF4-FFF2-40B4-BE49-F238E27FC236}">
                <a16:creationId xmlns:a16="http://schemas.microsoft.com/office/drawing/2014/main" id="{8C8E5778-C9EB-7731-CAD0-6D0F0D77A648}"/>
              </a:ext>
            </a:extLst>
          </p:cNvPr>
          <p:cNvSpPr txBox="1"/>
          <p:nvPr/>
        </p:nvSpPr>
        <p:spPr>
          <a:xfrm>
            <a:off x="-5435600" y="1192695"/>
            <a:ext cx="5435600" cy="584775"/>
          </a:xfrm>
          <a:prstGeom prst="rect">
            <a:avLst/>
          </a:prstGeom>
          <a:noFill/>
        </p:spPr>
        <p:txBody>
          <a:bodyPr wrap="square">
            <a:spAutoFit/>
          </a:bodyPr>
          <a:lstStyle/>
          <a:p>
            <a:r>
              <a:rPr lang="en-US" sz="3200" dirty="0">
                <a:solidFill>
                  <a:srgbClr val="0C355D"/>
                </a:solidFill>
                <a:latin typeface="Berlin Sans FB" panose="020E0602020502020306" pitchFamily="34" charset="0"/>
              </a:rPr>
              <a:t>FASAPI microservice &amp; Render</a:t>
            </a:r>
          </a:p>
        </p:txBody>
      </p:sp>
      <p:sp>
        <p:nvSpPr>
          <p:cNvPr id="15" name="TextBox 14">
            <a:extLst>
              <a:ext uri="{FF2B5EF4-FFF2-40B4-BE49-F238E27FC236}">
                <a16:creationId xmlns:a16="http://schemas.microsoft.com/office/drawing/2014/main" id="{4F7101DC-7BD5-D0E8-7E90-B43737948134}"/>
              </a:ext>
            </a:extLst>
          </p:cNvPr>
          <p:cNvSpPr txBox="1"/>
          <p:nvPr/>
        </p:nvSpPr>
        <p:spPr>
          <a:xfrm>
            <a:off x="457200" y="2098994"/>
            <a:ext cx="8897256"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01. The server is hosted on AWS EC2 (Ubuntu instance).</a:t>
            </a:r>
            <a:endParaRPr lang="en-US" sz="2000" dirty="0">
              <a:solidFill>
                <a:srgbClr val="0C355D"/>
              </a:solidFill>
              <a:latin typeface="Berlin Sans FB" panose="020E0602020502020306" pitchFamily="34" charset="0"/>
            </a:endParaRPr>
          </a:p>
        </p:txBody>
      </p:sp>
      <p:sp>
        <p:nvSpPr>
          <p:cNvPr id="18" name="TextBox 17">
            <a:extLst>
              <a:ext uri="{FF2B5EF4-FFF2-40B4-BE49-F238E27FC236}">
                <a16:creationId xmlns:a16="http://schemas.microsoft.com/office/drawing/2014/main" id="{F41E27A1-19DC-4352-EEFC-B624E15DAFF9}"/>
              </a:ext>
            </a:extLst>
          </p:cNvPr>
          <p:cNvSpPr txBox="1"/>
          <p:nvPr/>
        </p:nvSpPr>
        <p:spPr>
          <a:xfrm>
            <a:off x="457200" y="2499104"/>
            <a:ext cx="8897256"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02. PM2 is used for Node.js process management.</a:t>
            </a:r>
            <a:endParaRPr lang="en-US" sz="20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EF18556C-1508-E4CC-A3F7-FFC06A802674}"/>
              </a:ext>
            </a:extLst>
          </p:cNvPr>
          <p:cNvSpPr txBox="1"/>
          <p:nvPr/>
        </p:nvSpPr>
        <p:spPr>
          <a:xfrm>
            <a:off x="457200" y="2899214"/>
            <a:ext cx="8897256"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03. Ensures auto-restart on crashes or reboots.</a:t>
            </a:r>
            <a:endParaRPr lang="en-US" sz="2000" dirty="0">
              <a:solidFill>
                <a:srgbClr val="0C355D"/>
              </a:solidFill>
              <a:latin typeface="Berlin Sans FB" panose="020E0602020502020306" pitchFamily="34" charset="0"/>
            </a:endParaRPr>
          </a:p>
        </p:txBody>
      </p:sp>
      <p:sp>
        <p:nvSpPr>
          <p:cNvPr id="22" name="TextBox 21">
            <a:extLst>
              <a:ext uri="{FF2B5EF4-FFF2-40B4-BE49-F238E27FC236}">
                <a16:creationId xmlns:a16="http://schemas.microsoft.com/office/drawing/2014/main" id="{9F63756E-DEAA-3363-61CF-15FA61C005D2}"/>
              </a:ext>
            </a:extLst>
          </p:cNvPr>
          <p:cNvSpPr txBox="1"/>
          <p:nvPr/>
        </p:nvSpPr>
        <p:spPr>
          <a:xfrm>
            <a:off x="457200" y="3299324"/>
            <a:ext cx="8897256" cy="400110"/>
          </a:xfrm>
          <a:prstGeom prst="rect">
            <a:avLst/>
          </a:prstGeom>
          <a:noFill/>
        </p:spPr>
        <p:txBody>
          <a:bodyPr wrap="square">
            <a:spAutoFit/>
          </a:bodyPr>
          <a:lstStyle/>
          <a:p>
            <a:r>
              <a:rPr lang="en-US" sz="2000" b="0" i="0" dirty="0">
                <a:solidFill>
                  <a:srgbClr val="0C355D"/>
                </a:solidFill>
                <a:effectLst/>
                <a:latin typeface="Berlin Sans FB" panose="020E0602020502020306" pitchFamily="34" charset="0"/>
              </a:rPr>
              <a:t>04. The server is always running in the background.</a:t>
            </a:r>
            <a:endParaRPr lang="en-US" sz="2000" dirty="0">
              <a:solidFill>
                <a:srgbClr val="0C355D"/>
              </a:solidFill>
              <a:latin typeface="Berlin Sans FB" panose="020E0602020502020306" pitchFamily="34" charset="0"/>
            </a:endParaRPr>
          </a:p>
        </p:txBody>
      </p:sp>
      <p:sp>
        <p:nvSpPr>
          <p:cNvPr id="23" name="TextBox 22">
            <a:extLst>
              <a:ext uri="{FF2B5EF4-FFF2-40B4-BE49-F238E27FC236}">
                <a16:creationId xmlns:a16="http://schemas.microsoft.com/office/drawing/2014/main" id="{FFA89612-878E-9ED4-A41E-2EB57EE05DA6}"/>
              </a:ext>
            </a:extLst>
          </p:cNvPr>
          <p:cNvSpPr txBox="1"/>
          <p:nvPr/>
        </p:nvSpPr>
        <p:spPr>
          <a:xfrm>
            <a:off x="-11611428" y="2055765"/>
            <a:ext cx="6175828"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01. AI services built with FASTAPI (Python).</a:t>
            </a:r>
            <a:endParaRPr lang="en-US" dirty="0">
              <a:solidFill>
                <a:srgbClr val="0C355D"/>
              </a:solidFill>
              <a:latin typeface="Berlin Sans FB" panose="020E0602020502020306" pitchFamily="34" charset="0"/>
            </a:endParaRPr>
          </a:p>
        </p:txBody>
      </p:sp>
      <p:sp>
        <p:nvSpPr>
          <p:cNvPr id="24" name="TextBox 23">
            <a:extLst>
              <a:ext uri="{FF2B5EF4-FFF2-40B4-BE49-F238E27FC236}">
                <a16:creationId xmlns:a16="http://schemas.microsoft.com/office/drawing/2014/main" id="{05C86631-844A-7CB2-9C66-ACC9F75479DB}"/>
              </a:ext>
            </a:extLst>
          </p:cNvPr>
          <p:cNvSpPr txBox="1"/>
          <p:nvPr/>
        </p:nvSpPr>
        <p:spPr>
          <a:xfrm>
            <a:off x="-14699342" y="2423763"/>
            <a:ext cx="6175828"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02. Deployed on Render as a separate microservice.</a:t>
            </a:r>
            <a:endParaRPr lang="en-US" dirty="0">
              <a:solidFill>
                <a:srgbClr val="0C355D"/>
              </a:solidFill>
              <a:latin typeface="Berlin Sans FB" panose="020E0602020502020306" pitchFamily="34" charset="0"/>
            </a:endParaRPr>
          </a:p>
        </p:txBody>
      </p:sp>
      <p:sp>
        <p:nvSpPr>
          <p:cNvPr id="25" name="TextBox 24">
            <a:extLst>
              <a:ext uri="{FF2B5EF4-FFF2-40B4-BE49-F238E27FC236}">
                <a16:creationId xmlns:a16="http://schemas.microsoft.com/office/drawing/2014/main" id="{3F359D35-F463-EA8C-CC85-DD59C358F31F}"/>
              </a:ext>
            </a:extLst>
          </p:cNvPr>
          <p:cNvSpPr txBox="1"/>
          <p:nvPr/>
        </p:nvSpPr>
        <p:spPr>
          <a:xfrm>
            <a:off x="-17787256" y="2793095"/>
            <a:ext cx="6175828"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Node.js server sends requests to </a:t>
            </a:r>
            <a:r>
              <a:rPr lang="en-US" dirty="0">
                <a:solidFill>
                  <a:srgbClr val="0C355D"/>
                </a:solidFill>
                <a:latin typeface="Berlin Sans FB" panose="020E0602020502020306" pitchFamily="34" charset="0"/>
              </a:rPr>
              <a:t>FASTAPI</a:t>
            </a:r>
            <a:r>
              <a:rPr lang="en-US" b="0" i="0" dirty="0">
                <a:solidFill>
                  <a:srgbClr val="0C355D"/>
                </a:solidFill>
                <a:effectLst/>
                <a:latin typeface="Berlin Sans FB" panose="020E0602020502020306" pitchFamily="34" charset="0"/>
              </a:rPr>
              <a:t>.</a:t>
            </a:r>
            <a:endParaRPr lang="en-US" dirty="0">
              <a:solidFill>
                <a:srgbClr val="0C355D"/>
              </a:solidFill>
              <a:latin typeface="Berlin Sans FB" panose="020E0602020502020306" pitchFamily="34" charset="0"/>
            </a:endParaRPr>
          </a:p>
        </p:txBody>
      </p:sp>
      <p:sp>
        <p:nvSpPr>
          <p:cNvPr id="26" name="TextBox 25">
            <a:extLst>
              <a:ext uri="{FF2B5EF4-FFF2-40B4-BE49-F238E27FC236}">
                <a16:creationId xmlns:a16="http://schemas.microsoft.com/office/drawing/2014/main" id="{397D8A7C-CA6D-6158-E36C-E166691E222E}"/>
              </a:ext>
            </a:extLst>
          </p:cNvPr>
          <p:cNvSpPr txBox="1"/>
          <p:nvPr/>
        </p:nvSpPr>
        <p:spPr>
          <a:xfrm>
            <a:off x="-20875170" y="3161093"/>
            <a:ext cx="6175828"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FASTAPI returns predictions (e.g., asthma, stroke).</a:t>
            </a:r>
            <a:endParaRPr lang="en-US" dirty="0">
              <a:solidFill>
                <a:srgbClr val="0C355D"/>
              </a:solidFill>
              <a:latin typeface="Berlin Sans FB" panose="020E0602020502020306" pitchFamily="34" charset="0"/>
            </a:endParaRPr>
          </a:p>
        </p:txBody>
      </p:sp>
      <p:sp>
        <p:nvSpPr>
          <p:cNvPr id="27" name="TextBox 26">
            <a:extLst>
              <a:ext uri="{FF2B5EF4-FFF2-40B4-BE49-F238E27FC236}">
                <a16:creationId xmlns:a16="http://schemas.microsoft.com/office/drawing/2014/main" id="{C24E6602-4E76-FB2F-F506-CAC37FFA1E96}"/>
              </a:ext>
            </a:extLst>
          </p:cNvPr>
          <p:cNvSpPr txBox="1"/>
          <p:nvPr/>
        </p:nvSpPr>
        <p:spPr>
          <a:xfrm>
            <a:off x="-23963084" y="3530425"/>
            <a:ext cx="6175828"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05. Clean, modular microservice architecture.</a:t>
            </a:r>
            <a:endParaRPr lang="en-US" dirty="0">
              <a:solidFill>
                <a:srgbClr val="0C355D"/>
              </a:solidFill>
              <a:latin typeface="Berlin Sans FB" panose="020E0602020502020306" pitchFamily="34" charset="0"/>
            </a:endParaRPr>
          </a:p>
        </p:txBody>
      </p:sp>
      <p:sp>
        <p:nvSpPr>
          <p:cNvPr id="12" name="TextBox 11">
            <a:extLst>
              <a:ext uri="{FF2B5EF4-FFF2-40B4-BE49-F238E27FC236}">
                <a16:creationId xmlns:a16="http://schemas.microsoft.com/office/drawing/2014/main" id="{05AE23F8-4397-3A62-6981-8E3EB764C026}"/>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14" name="Graphic 13" descr="Server with solid fill">
            <a:extLst>
              <a:ext uri="{FF2B5EF4-FFF2-40B4-BE49-F238E27FC236}">
                <a16:creationId xmlns:a16="http://schemas.microsoft.com/office/drawing/2014/main" id="{E1FB3D32-3387-A835-8050-44B3BA3F7FE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6" name="Straight Connector 15">
            <a:extLst>
              <a:ext uri="{FF2B5EF4-FFF2-40B4-BE49-F238E27FC236}">
                <a16:creationId xmlns:a16="http://schemas.microsoft.com/office/drawing/2014/main" id="{4B7DFBCD-359D-70D9-359B-0FF8054AD15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1677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191AC-7399-043D-7D4D-7FF0D85EB63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CDA8F5B-2C88-7781-2AEA-B3F45965EFF0}"/>
              </a:ext>
            </a:extLst>
          </p:cNvPr>
          <p:cNvSpPr txBox="1"/>
          <p:nvPr/>
        </p:nvSpPr>
        <p:spPr>
          <a:xfrm>
            <a:off x="0" y="1167825"/>
            <a:ext cx="6633028" cy="707886"/>
          </a:xfrm>
          <a:prstGeom prst="rect">
            <a:avLst/>
          </a:prstGeom>
          <a:noFill/>
        </p:spPr>
        <p:txBody>
          <a:bodyPr wrap="square">
            <a:spAutoFit/>
          </a:bodyPr>
          <a:lstStyle/>
          <a:p>
            <a:r>
              <a:rPr lang="en-US" sz="4000" dirty="0">
                <a:solidFill>
                  <a:srgbClr val="0C355D"/>
                </a:solidFill>
                <a:latin typeface="Berlin Sans FB" panose="020E0602020502020306" pitchFamily="34" charset="0"/>
              </a:rPr>
              <a:t>FASAPI microservice &amp; Render</a:t>
            </a:r>
          </a:p>
        </p:txBody>
      </p:sp>
      <p:sp>
        <p:nvSpPr>
          <p:cNvPr id="3" name="Circle: Hollow 2">
            <a:extLst>
              <a:ext uri="{FF2B5EF4-FFF2-40B4-BE49-F238E27FC236}">
                <a16:creationId xmlns:a16="http://schemas.microsoft.com/office/drawing/2014/main" id="{2E3246CC-55A9-D9A2-CE63-4B68D25E6EBC}"/>
              </a:ext>
            </a:extLst>
          </p:cNvPr>
          <p:cNvSpPr>
            <a:spLocks noChangeAspect="1"/>
          </p:cNvSpPr>
          <p:nvPr/>
        </p:nvSpPr>
        <p:spPr>
          <a:xfrm>
            <a:off x="10121226" y="4836984"/>
            <a:ext cx="1828800" cy="1828800"/>
          </a:xfrm>
          <a:prstGeom prst="donu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 name="Block Arc 3">
            <a:extLst>
              <a:ext uri="{FF2B5EF4-FFF2-40B4-BE49-F238E27FC236}">
                <a16:creationId xmlns:a16="http://schemas.microsoft.com/office/drawing/2014/main" id="{51B90825-A177-7D6E-6293-6932A127FEB9}"/>
              </a:ext>
            </a:extLst>
          </p:cNvPr>
          <p:cNvSpPr>
            <a:spLocks noChangeAspect="1"/>
          </p:cNvSpPr>
          <p:nvPr/>
        </p:nvSpPr>
        <p:spPr>
          <a:xfrm rot="18989944">
            <a:off x="9879251" y="4608384"/>
            <a:ext cx="2312749" cy="2286000"/>
          </a:xfrm>
          <a:prstGeom prst="blockArc">
            <a:avLst>
              <a:gd name="adj1" fmla="val 14511276"/>
              <a:gd name="adj2" fmla="val 18154948"/>
              <a:gd name="adj3" fmla="val 36690"/>
            </a:avLst>
          </a:prstGeom>
          <a:solidFill>
            <a:schemeClr val="bg1">
              <a:lumMod val="75000"/>
            </a:schemeClr>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Graphic 5" descr="Database with solid fill">
            <a:extLst>
              <a:ext uri="{FF2B5EF4-FFF2-40B4-BE49-F238E27FC236}">
                <a16:creationId xmlns:a16="http://schemas.microsoft.com/office/drawing/2014/main" id="{3CBF7224-5CFF-AE09-ED54-04B45EF046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73871" y="5751384"/>
            <a:ext cx="365760" cy="365760"/>
          </a:xfrm>
          <a:prstGeom prst="rect">
            <a:avLst/>
          </a:prstGeom>
        </p:spPr>
      </p:pic>
      <p:pic>
        <p:nvPicPr>
          <p:cNvPr id="7" name="Graphic 6" descr="Network with solid fill">
            <a:extLst>
              <a:ext uri="{FF2B5EF4-FFF2-40B4-BE49-F238E27FC236}">
                <a16:creationId xmlns:a16="http://schemas.microsoft.com/office/drawing/2014/main" id="{628A9AAE-5B7E-CDCA-681D-0455F5FF294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52746" y="6248518"/>
            <a:ext cx="365760" cy="365760"/>
          </a:xfrm>
          <a:prstGeom prst="rect">
            <a:avLst/>
          </a:prstGeom>
        </p:spPr>
      </p:pic>
      <p:pic>
        <p:nvPicPr>
          <p:cNvPr id="8" name="Graphic 7" descr="Gears with solid fill">
            <a:extLst>
              <a:ext uri="{FF2B5EF4-FFF2-40B4-BE49-F238E27FC236}">
                <a16:creationId xmlns:a16="http://schemas.microsoft.com/office/drawing/2014/main" id="{DFD2CE00-7BA1-060F-F6FB-7DF589590F5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99172" y="5751384"/>
            <a:ext cx="365760" cy="365760"/>
          </a:xfrm>
          <a:prstGeom prst="rect">
            <a:avLst/>
          </a:prstGeom>
        </p:spPr>
      </p:pic>
      <p:pic>
        <p:nvPicPr>
          <p:cNvPr id="10" name="Graphic 9" descr="Send with solid fill">
            <a:extLst>
              <a:ext uri="{FF2B5EF4-FFF2-40B4-BE49-F238E27FC236}">
                <a16:creationId xmlns:a16="http://schemas.microsoft.com/office/drawing/2014/main" id="{08F4DB84-8654-8DA3-A463-2A3F5B18B76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21226" y="4836984"/>
            <a:ext cx="640080" cy="640080"/>
          </a:xfrm>
          <a:prstGeom prst="rect">
            <a:avLst/>
          </a:prstGeom>
        </p:spPr>
      </p:pic>
      <p:pic>
        <p:nvPicPr>
          <p:cNvPr id="11" name="Graphic 10" descr="Eye Scan with solid fill">
            <a:extLst>
              <a:ext uri="{FF2B5EF4-FFF2-40B4-BE49-F238E27FC236}">
                <a16:creationId xmlns:a16="http://schemas.microsoft.com/office/drawing/2014/main" id="{85679AB9-D0EB-9CBC-DC6C-3577EB0A1D0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90991" y="5019864"/>
            <a:ext cx="365760" cy="365760"/>
          </a:xfrm>
          <a:prstGeom prst="rect">
            <a:avLst/>
          </a:prstGeom>
        </p:spPr>
      </p:pic>
      <p:sp>
        <p:nvSpPr>
          <p:cNvPr id="13" name="TextBox 12">
            <a:extLst>
              <a:ext uri="{FF2B5EF4-FFF2-40B4-BE49-F238E27FC236}">
                <a16:creationId xmlns:a16="http://schemas.microsoft.com/office/drawing/2014/main" id="{E089A87C-CC35-5880-D2EE-4D897D0E652D}"/>
              </a:ext>
            </a:extLst>
          </p:cNvPr>
          <p:cNvSpPr txBox="1"/>
          <p:nvPr/>
        </p:nvSpPr>
        <p:spPr>
          <a:xfrm>
            <a:off x="457200" y="2136338"/>
            <a:ext cx="6175828" cy="461665"/>
          </a:xfrm>
          <a:prstGeom prst="rect">
            <a:avLst/>
          </a:prstGeom>
          <a:noFill/>
        </p:spPr>
        <p:txBody>
          <a:bodyPr wrap="square">
            <a:spAutoFit/>
          </a:bodyPr>
          <a:lstStyle/>
          <a:p>
            <a:r>
              <a:rPr lang="en-US" sz="2400" b="0" i="0" dirty="0">
                <a:solidFill>
                  <a:srgbClr val="0C355D"/>
                </a:solidFill>
                <a:effectLst/>
                <a:latin typeface="Berlin Sans FB" panose="020E0602020502020306" pitchFamily="34" charset="0"/>
              </a:rPr>
              <a:t>01. AI services built with FASTAPI (Python).</a:t>
            </a:r>
            <a:endParaRPr lang="en-US" sz="2400" dirty="0">
              <a:solidFill>
                <a:srgbClr val="0C355D"/>
              </a:solidFill>
              <a:latin typeface="Berlin Sans FB" panose="020E0602020502020306" pitchFamily="34" charset="0"/>
            </a:endParaRPr>
          </a:p>
        </p:txBody>
      </p:sp>
      <p:sp>
        <p:nvSpPr>
          <p:cNvPr id="16" name="TextBox 15">
            <a:extLst>
              <a:ext uri="{FF2B5EF4-FFF2-40B4-BE49-F238E27FC236}">
                <a16:creationId xmlns:a16="http://schemas.microsoft.com/office/drawing/2014/main" id="{715BF80A-FF69-8FA0-E477-787CB7E149E1}"/>
              </a:ext>
            </a:extLst>
          </p:cNvPr>
          <p:cNvSpPr txBox="1"/>
          <p:nvPr/>
        </p:nvSpPr>
        <p:spPr>
          <a:xfrm>
            <a:off x="457200" y="2598003"/>
            <a:ext cx="5086350" cy="830997"/>
          </a:xfrm>
          <a:prstGeom prst="rect">
            <a:avLst/>
          </a:prstGeom>
          <a:noFill/>
        </p:spPr>
        <p:txBody>
          <a:bodyPr wrap="square">
            <a:spAutoFit/>
          </a:bodyPr>
          <a:lstStyle/>
          <a:p>
            <a:r>
              <a:rPr lang="en-US" sz="2400" b="0" i="0" dirty="0">
                <a:solidFill>
                  <a:srgbClr val="0C355D"/>
                </a:solidFill>
                <a:effectLst/>
                <a:latin typeface="Berlin Sans FB" panose="020E0602020502020306" pitchFamily="34" charset="0"/>
              </a:rPr>
              <a:t>02. Deployed on Render as a separate microservice.</a:t>
            </a:r>
            <a:endParaRPr lang="en-US" sz="2400" dirty="0">
              <a:solidFill>
                <a:srgbClr val="0C355D"/>
              </a:solidFill>
              <a:latin typeface="Berlin Sans FB" panose="020E0602020502020306" pitchFamily="34" charset="0"/>
            </a:endParaRPr>
          </a:p>
        </p:txBody>
      </p:sp>
      <p:sp>
        <p:nvSpPr>
          <p:cNvPr id="18" name="TextBox 17">
            <a:extLst>
              <a:ext uri="{FF2B5EF4-FFF2-40B4-BE49-F238E27FC236}">
                <a16:creationId xmlns:a16="http://schemas.microsoft.com/office/drawing/2014/main" id="{ECDD0FBC-5A96-D8E3-B30A-E2654DDD9B5F}"/>
              </a:ext>
            </a:extLst>
          </p:cNvPr>
          <p:cNvSpPr txBox="1"/>
          <p:nvPr/>
        </p:nvSpPr>
        <p:spPr>
          <a:xfrm>
            <a:off x="457200" y="3391656"/>
            <a:ext cx="6175828" cy="461665"/>
          </a:xfrm>
          <a:prstGeom prst="rect">
            <a:avLst/>
          </a:prstGeom>
          <a:noFill/>
        </p:spPr>
        <p:txBody>
          <a:bodyPr wrap="square">
            <a:spAutoFit/>
          </a:bodyPr>
          <a:lstStyle/>
          <a:p>
            <a:r>
              <a:rPr lang="en-US" sz="2400" b="0" i="0" dirty="0">
                <a:solidFill>
                  <a:srgbClr val="0C355D"/>
                </a:solidFill>
                <a:effectLst/>
                <a:latin typeface="Berlin Sans FB" panose="020E0602020502020306" pitchFamily="34" charset="0"/>
              </a:rPr>
              <a:t>03. Node.js server sends requests to </a:t>
            </a:r>
            <a:r>
              <a:rPr lang="en-US" sz="2400" dirty="0">
                <a:solidFill>
                  <a:srgbClr val="0C355D"/>
                </a:solidFill>
                <a:latin typeface="Berlin Sans FB" panose="020E0602020502020306" pitchFamily="34" charset="0"/>
              </a:rPr>
              <a:t>FASTAPI</a:t>
            </a:r>
            <a:r>
              <a:rPr lang="en-US" sz="2400" b="0" i="0" dirty="0">
                <a:solidFill>
                  <a:srgbClr val="0C355D"/>
                </a:solidFill>
                <a:effectLst/>
                <a:latin typeface="Berlin Sans FB" panose="020E0602020502020306" pitchFamily="34" charset="0"/>
              </a:rPr>
              <a:t>.</a:t>
            </a:r>
            <a:endParaRPr lang="en-US" sz="2400" dirty="0">
              <a:solidFill>
                <a:srgbClr val="0C355D"/>
              </a:solidFill>
              <a:latin typeface="Berlin Sans FB" panose="020E0602020502020306" pitchFamily="34" charset="0"/>
            </a:endParaRPr>
          </a:p>
        </p:txBody>
      </p:sp>
      <p:sp>
        <p:nvSpPr>
          <p:cNvPr id="20" name="TextBox 19">
            <a:extLst>
              <a:ext uri="{FF2B5EF4-FFF2-40B4-BE49-F238E27FC236}">
                <a16:creationId xmlns:a16="http://schemas.microsoft.com/office/drawing/2014/main" id="{49BD1745-600F-926F-2785-9947C4748BEA}"/>
              </a:ext>
            </a:extLst>
          </p:cNvPr>
          <p:cNvSpPr txBox="1"/>
          <p:nvPr/>
        </p:nvSpPr>
        <p:spPr>
          <a:xfrm>
            <a:off x="457200" y="3853321"/>
            <a:ext cx="4238625" cy="830997"/>
          </a:xfrm>
          <a:prstGeom prst="rect">
            <a:avLst/>
          </a:prstGeom>
          <a:noFill/>
        </p:spPr>
        <p:txBody>
          <a:bodyPr wrap="square">
            <a:spAutoFit/>
          </a:bodyPr>
          <a:lstStyle/>
          <a:p>
            <a:r>
              <a:rPr lang="en-US" sz="2400" b="0" i="0" dirty="0">
                <a:solidFill>
                  <a:srgbClr val="0C355D"/>
                </a:solidFill>
                <a:effectLst/>
                <a:latin typeface="Berlin Sans FB" panose="020E0602020502020306" pitchFamily="34" charset="0"/>
              </a:rPr>
              <a:t>04. FASTAPI returns predictions (e.g., asthma, stroke).</a:t>
            </a:r>
            <a:endParaRPr lang="en-US" sz="2400" dirty="0">
              <a:solidFill>
                <a:srgbClr val="0C355D"/>
              </a:solidFill>
              <a:latin typeface="Berlin Sans FB" panose="020E0602020502020306" pitchFamily="34" charset="0"/>
            </a:endParaRPr>
          </a:p>
        </p:txBody>
      </p:sp>
      <p:sp>
        <p:nvSpPr>
          <p:cNvPr id="22" name="TextBox 21">
            <a:extLst>
              <a:ext uri="{FF2B5EF4-FFF2-40B4-BE49-F238E27FC236}">
                <a16:creationId xmlns:a16="http://schemas.microsoft.com/office/drawing/2014/main" id="{72A28F70-1D9D-6453-EA2A-7CBAEF482B55}"/>
              </a:ext>
            </a:extLst>
          </p:cNvPr>
          <p:cNvSpPr txBox="1"/>
          <p:nvPr/>
        </p:nvSpPr>
        <p:spPr>
          <a:xfrm>
            <a:off x="457200" y="4684318"/>
            <a:ext cx="6175828" cy="461665"/>
          </a:xfrm>
          <a:prstGeom prst="rect">
            <a:avLst/>
          </a:prstGeom>
          <a:noFill/>
        </p:spPr>
        <p:txBody>
          <a:bodyPr wrap="square">
            <a:spAutoFit/>
          </a:bodyPr>
          <a:lstStyle/>
          <a:p>
            <a:r>
              <a:rPr lang="en-US" sz="2400" b="0" i="0" dirty="0">
                <a:solidFill>
                  <a:srgbClr val="0C355D"/>
                </a:solidFill>
                <a:effectLst/>
                <a:latin typeface="Berlin Sans FB" panose="020E0602020502020306" pitchFamily="34" charset="0"/>
              </a:rPr>
              <a:t>05. Clean, modular microservice architecture.</a:t>
            </a:r>
            <a:endParaRPr lang="en-US" sz="2400" dirty="0">
              <a:solidFill>
                <a:srgbClr val="0C355D"/>
              </a:solidFill>
              <a:latin typeface="Berlin Sans FB" panose="020E0602020502020306" pitchFamily="34" charset="0"/>
            </a:endParaRPr>
          </a:p>
        </p:txBody>
      </p:sp>
      <p:sp>
        <p:nvSpPr>
          <p:cNvPr id="5" name="TextBox 4">
            <a:extLst>
              <a:ext uri="{FF2B5EF4-FFF2-40B4-BE49-F238E27FC236}">
                <a16:creationId xmlns:a16="http://schemas.microsoft.com/office/drawing/2014/main" id="{2222B7B3-2D8C-C643-7815-FFD88630C75E}"/>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12" name="Graphic 11" descr="Server with solid fill">
            <a:extLst>
              <a:ext uri="{FF2B5EF4-FFF2-40B4-BE49-F238E27FC236}">
                <a16:creationId xmlns:a16="http://schemas.microsoft.com/office/drawing/2014/main" id="{E6919AD8-4192-8959-0293-8878AC1710F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14" name="Straight Connector 13">
            <a:extLst>
              <a:ext uri="{FF2B5EF4-FFF2-40B4-BE49-F238E27FC236}">
                <a16:creationId xmlns:a16="http://schemas.microsoft.com/office/drawing/2014/main" id="{4BC47CEF-4EC5-9731-4D76-687742DFC84A}"/>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6488894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97652-BE65-5C2A-0858-3174682BEE87}"/>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C4FC234-F10F-A45D-E64C-7A2012A9BF59}"/>
              </a:ext>
            </a:extLst>
          </p:cNvPr>
          <p:cNvSpPr txBox="1"/>
          <p:nvPr/>
        </p:nvSpPr>
        <p:spPr>
          <a:xfrm>
            <a:off x="-9027486" y="2097354"/>
            <a:ext cx="6145530" cy="646331"/>
          </a:xfrm>
          <a:prstGeom prst="rect">
            <a:avLst/>
          </a:prstGeom>
          <a:noFill/>
        </p:spPr>
        <p:txBody>
          <a:bodyPr wrap="square">
            <a:spAutoFit/>
          </a:bodyPr>
          <a:lstStyle/>
          <a:p>
            <a:r>
              <a:rPr lang="en-US" dirty="0">
                <a:solidFill>
                  <a:srgbClr val="0C355D"/>
                </a:solidFill>
                <a:latin typeface="Berlin Sans FB" panose="020E0602020502020306" pitchFamily="34" charset="0"/>
              </a:rPr>
              <a:t>0</a:t>
            </a:r>
            <a:r>
              <a:rPr lang="en-US" b="0" i="0" dirty="0">
                <a:solidFill>
                  <a:srgbClr val="0C355D"/>
                </a:solidFill>
                <a:effectLst/>
                <a:latin typeface="Berlin Sans FB" panose="020E0602020502020306" pitchFamily="34" charset="0"/>
              </a:rPr>
              <a:t>1. Verifies the identity of a user by common methods: username-password.</a:t>
            </a:r>
            <a:endParaRPr lang="en-US" dirty="0">
              <a:solidFill>
                <a:srgbClr val="0C355D"/>
              </a:solidFill>
              <a:latin typeface="Berlin Sans FB" panose="020E0602020502020306" pitchFamily="34" charset="0"/>
            </a:endParaRPr>
          </a:p>
        </p:txBody>
      </p:sp>
      <p:sp>
        <p:nvSpPr>
          <p:cNvPr id="10" name="TextBox 9">
            <a:extLst>
              <a:ext uri="{FF2B5EF4-FFF2-40B4-BE49-F238E27FC236}">
                <a16:creationId xmlns:a16="http://schemas.microsoft.com/office/drawing/2014/main" id="{3D4E3D3E-6B5E-15F6-B256-2501B1BB94BC}"/>
              </a:ext>
            </a:extLst>
          </p:cNvPr>
          <p:cNvSpPr txBox="1"/>
          <p:nvPr/>
        </p:nvSpPr>
        <p:spPr>
          <a:xfrm>
            <a:off x="-11851005" y="2738617"/>
            <a:ext cx="6145530" cy="646331"/>
          </a:xfrm>
          <a:prstGeom prst="rect">
            <a:avLst/>
          </a:prstGeom>
          <a:noFill/>
        </p:spPr>
        <p:txBody>
          <a:bodyPr wrap="square">
            <a:spAutoFit/>
          </a:bodyPr>
          <a:lstStyle/>
          <a:p>
            <a:r>
              <a:rPr lang="en-US" dirty="0">
                <a:solidFill>
                  <a:srgbClr val="0C355D"/>
                </a:solidFill>
                <a:latin typeface="Berlin Sans FB" panose="020E0602020502020306" pitchFamily="34" charset="0"/>
              </a:rPr>
              <a:t>02. </a:t>
            </a:r>
            <a:r>
              <a:rPr lang="en-US" b="0" i="0" dirty="0">
                <a:solidFill>
                  <a:srgbClr val="0C355D"/>
                </a:solidFill>
                <a:effectLst/>
                <a:latin typeface="Berlin Sans FB" panose="020E0602020502020306" pitchFamily="34" charset="0"/>
              </a:rPr>
              <a:t>Determines user access levels after authentication and grants permissions based on the user's role.</a:t>
            </a:r>
            <a:endParaRPr lang="en-US" dirty="0">
              <a:solidFill>
                <a:srgbClr val="0C355D"/>
              </a:solidFill>
              <a:latin typeface="Berlin Sans FB" panose="020E0602020502020306" pitchFamily="34" charset="0"/>
            </a:endParaRPr>
          </a:p>
        </p:txBody>
      </p:sp>
      <p:sp>
        <p:nvSpPr>
          <p:cNvPr id="12" name="TextBox 11">
            <a:extLst>
              <a:ext uri="{FF2B5EF4-FFF2-40B4-BE49-F238E27FC236}">
                <a16:creationId xmlns:a16="http://schemas.microsoft.com/office/drawing/2014/main" id="{90B0B237-EDBA-8327-D353-3F0A553649E7}"/>
              </a:ext>
            </a:extLst>
          </p:cNvPr>
          <p:cNvSpPr txBox="1"/>
          <p:nvPr/>
        </p:nvSpPr>
        <p:spPr>
          <a:xfrm>
            <a:off x="-15173016" y="3429000"/>
            <a:ext cx="6145530" cy="646331"/>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03. Ensures users interact only with authorized parts of the application.</a:t>
            </a:r>
            <a:endParaRPr lang="en-US" dirty="0">
              <a:solidFill>
                <a:srgbClr val="0C355D"/>
              </a:solidFill>
              <a:latin typeface="Berlin Sans FB" panose="020E0602020502020306" pitchFamily="34" charset="0"/>
            </a:endParaRPr>
          </a:p>
        </p:txBody>
      </p:sp>
      <p:sp>
        <p:nvSpPr>
          <p:cNvPr id="14" name="TextBox 13">
            <a:extLst>
              <a:ext uri="{FF2B5EF4-FFF2-40B4-BE49-F238E27FC236}">
                <a16:creationId xmlns:a16="http://schemas.microsoft.com/office/drawing/2014/main" id="{D0449903-993B-E573-E037-B4154EF7F611}"/>
              </a:ext>
            </a:extLst>
          </p:cNvPr>
          <p:cNvSpPr txBox="1"/>
          <p:nvPr/>
        </p:nvSpPr>
        <p:spPr>
          <a:xfrm>
            <a:off x="-17996535" y="4075331"/>
            <a:ext cx="6145530" cy="369332"/>
          </a:xfrm>
          <a:prstGeom prst="rect">
            <a:avLst/>
          </a:prstGeom>
          <a:noFill/>
        </p:spPr>
        <p:txBody>
          <a:bodyPr wrap="square">
            <a:spAutoFit/>
          </a:bodyPr>
          <a:lstStyle/>
          <a:p>
            <a:r>
              <a:rPr lang="en-US" b="0" i="0" dirty="0">
                <a:solidFill>
                  <a:srgbClr val="0C355D"/>
                </a:solidFill>
                <a:effectLst/>
                <a:latin typeface="Berlin Sans FB" panose="020E0602020502020306" pitchFamily="34" charset="0"/>
              </a:rPr>
              <a:t>04. Tokens are used to authenticate users in the Flutter app.</a:t>
            </a:r>
            <a:endParaRPr lang="en-US" dirty="0">
              <a:solidFill>
                <a:srgbClr val="0C355D"/>
              </a:solidFill>
              <a:latin typeface="Berlin Sans FB" panose="020E0602020502020306" pitchFamily="34" charset="0"/>
            </a:endParaRPr>
          </a:p>
        </p:txBody>
      </p:sp>
      <p:sp>
        <p:nvSpPr>
          <p:cNvPr id="22" name="Circle: Hollow 21">
            <a:extLst>
              <a:ext uri="{FF2B5EF4-FFF2-40B4-BE49-F238E27FC236}">
                <a16:creationId xmlns:a16="http://schemas.microsoft.com/office/drawing/2014/main" id="{6177A52F-8C1C-26E9-49C4-94CC109100B5}"/>
              </a:ext>
            </a:extLst>
          </p:cNvPr>
          <p:cNvSpPr>
            <a:spLocks noChangeAspect="1"/>
          </p:cNvSpPr>
          <p:nvPr/>
        </p:nvSpPr>
        <p:spPr>
          <a:xfrm>
            <a:off x="10121226" y="4836984"/>
            <a:ext cx="1828800" cy="1828800"/>
          </a:xfrm>
          <a:prstGeom prst="donut">
            <a:avLst/>
          </a:prstGeom>
          <a:solidFill>
            <a:srgbClr val="1B35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25" name="Graphic 24" descr="Database with solid fill">
            <a:extLst>
              <a:ext uri="{FF2B5EF4-FFF2-40B4-BE49-F238E27FC236}">
                <a16:creationId xmlns:a16="http://schemas.microsoft.com/office/drawing/2014/main" id="{A3E6EAF1-5768-80A1-1301-76D78B75E7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73871" y="5751384"/>
            <a:ext cx="365760" cy="365760"/>
          </a:xfrm>
          <a:prstGeom prst="rect">
            <a:avLst/>
          </a:prstGeom>
        </p:spPr>
      </p:pic>
      <p:pic>
        <p:nvPicPr>
          <p:cNvPr id="26" name="Graphic 25" descr="Network with solid fill">
            <a:extLst>
              <a:ext uri="{FF2B5EF4-FFF2-40B4-BE49-F238E27FC236}">
                <a16:creationId xmlns:a16="http://schemas.microsoft.com/office/drawing/2014/main" id="{84A4E44B-58A9-5F9A-3FDD-7EC996AF265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52746" y="6248518"/>
            <a:ext cx="365760" cy="365760"/>
          </a:xfrm>
          <a:prstGeom prst="rect">
            <a:avLst/>
          </a:prstGeom>
        </p:spPr>
      </p:pic>
      <p:pic>
        <p:nvPicPr>
          <p:cNvPr id="29" name="Graphic 28" descr="Gears with solid fill">
            <a:extLst>
              <a:ext uri="{FF2B5EF4-FFF2-40B4-BE49-F238E27FC236}">
                <a16:creationId xmlns:a16="http://schemas.microsoft.com/office/drawing/2014/main" id="{9A24DA68-B7E2-FBDD-F385-013AC5F3C0E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199172" y="5751384"/>
            <a:ext cx="365760" cy="365760"/>
          </a:xfrm>
          <a:prstGeom prst="rect">
            <a:avLst/>
          </a:prstGeom>
        </p:spPr>
      </p:pic>
      <p:pic>
        <p:nvPicPr>
          <p:cNvPr id="31" name="Graphic 30" descr="Send with solid fill">
            <a:extLst>
              <a:ext uri="{FF2B5EF4-FFF2-40B4-BE49-F238E27FC236}">
                <a16:creationId xmlns:a16="http://schemas.microsoft.com/office/drawing/2014/main" id="{44F8CEF8-C71B-62F6-4C05-6ECE2711427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382052" y="5036589"/>
            <a:ext cx="365760" cy="365760"/>
          </a:xfrm>
          <a:prstGeom prst="rect">
            <a:avLst/>
          </a:prstGeom>
        </p:spPr>
      </p:pic>
      <p:pic>
        <p:nvPicPr>
          <p:cNvPr id="3" name="Graphic 2" descr="Eye Scan with solid fill">
            <a:extLst>
              <a:ext uri="{FF2B5EF4-FFF2-40B4-BE49-F238E27FC236}">
                <a16:creationId xmlns:a16="http://schemas.microsoft.com/office/drawing/2014/main" id="{6599CE47-F822-C992-39B6-D7212D1280A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90991" y="5019864"/>
            <a:ext cx="365760" cy="365760"/>
          </a:xfrm>
          <a:prstGeom prst="rect">
            <a:avLst/>
          </a:prstGeom>
        </p:spPr>
      </p:pic>
      <p:sp>
        <p:nvSpPr>
          <p:cNvPr id="4" name="TextBox 3">
            <a:extLst>
              <a:ext uri="{FF2B5EF4-FFF2-40B4-BE49-F238E27FC236}">
                <a16:creationId xmlns:a16="http://schemas.microsoft.com/office/drawing/2014/main" id="{2BC6C1D0-0B25-63D0-8E20-38B746080F5E}"/>
              </a:ext>
            </a:extLst>
          </p:cNvPr>
          <p:cNvSpPr txBox="1"/>
          <p:nvPr/>
        </p:nvSpPr>
        <p:spPr>
          <a:xfrm>
            <a:off x="777240" y="65454"/>
            <a:ext cx="206048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Back-end</a:t>
            </a:r>
          </a:p>
        </p:txBody>
      </p:sp>
      <p:pic>
        <p:nvPicPr>
          <p:cNvPr id="5" name="Graphic 4" descr="Server with solid fill">
            <a:extLst>
              <a:ext uri="{FF2B5EF4-FFF2-40B4-BE49-F238E27FC236}">
                <a16:creationId xmlns:a16="http://schemas.microsoft.com/office/drawing/2014/main" id="{6BF648DB-C734-69F2-3544-B24EA9089BDA}"/>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0"/>
            <a:ext cx="777240" cy="777240"/>
          </a:xfrm>
          <a:prstGeom prst="rect">
            <a:avLst/>
          </a:prstGeom>
        </p:spPr>
      </p:pic>
      <p:cxnSp>
        <p:nvCxnSpPr>
          <p:cNvPr id="6" name="Straight Connector 5">
            <a:extLst>
              <a:ext uri="{FF2B5EF4-FFF2-40B4-BE49-F238E27FC236}">
                <a16:creationId xmlns:a16="http://schemas.microsoft.com/office/drawing/2014/main" id="{DC520148-F948-717D-3556-0FD048D9DC70}"/>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411345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C6B88-518D-6E69-6A46-E94117F15C3E}"/>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B25498C6-BED6-B3C3-0FC6-BE3D01C8FE33}"/>
              </a:ext>
            </a:extLst>
          </p:cNvPr>
          <p:cNvSpPr txBox="1"/>
          <p:nvPr/>
        </p:nvSpPr>
        <p:spPr>
          <a:xfrm>
            <a:off x="1260694" y="2228671"/>
            <a:ext cx="9670612" cy="2400657"/>
          </a:xfrm>
          <a:prstGeom prst="rect">
            <a:avLst/>
          </a:prstGeom>
          <a:noFill/>
        </p:spPr>
        <p:txBody>
          <a:bodyPr wrap="square" rtlCol="0">
            <a:spAutoFit/>
          </a:bodyPr>
          <a:lstStyle/>
          <a:p>
            <a:pPr algn="ctr"/>
            <a:r>
              <a:rPr lang="en-US" sz="15000" dirty="0">
                <a:solidFill>
                  <a:srgbClr val="0C355D"/>
                </a:solidFill>
                <a:latin typeface="Berlin Sans FB" panose="020E0602020502020306" pitchFamily="34" charset="0"/>
              </a:rPr>
              <a:t>Back-end</a:t>
            </a:r>
          </a:p>
        </p:txBody>
      </p:sp>
    </p:spTree>
    <p:extLst>
      <p:ext uri="{BB962C8B-B14F-4D97-AF65-F5344CB8AC3E}">
        <p14:creationId xmlns:p14="http://schemas.microsoft.com/office/powerpoint/2010/main" val="3026757243"/>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2A725-26CA-A4C6-0697-CF6FF8AB5189}"/>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56CF6F05-2AC4-5BC2-C89D-856E837B9A11}"/>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EEADD999-890C-0926-EC53-07D3C599040C}"/>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68" name="TextBox 267">
            <a:extLst>
              <a:ext uri="{FF2B5EF4-FFF2-40B4-BE49-F238E27FC236}">
                <a16:creationId xmlns:a16="http://schemas.microsoft.com/office/drawing/2014/main" id="{9B2B14DB-5EAF-5156-7E9D-4AD926500751}"/>
              </a:ext>
            </a:extLst>
          </p:cNvPr>
          <p:cNvSpPr txBox="1"/>
          <p:nvPr/>
        </p:nvSpPr>
        <p:spPr>
          <a:xfrm>
            <a:off x="7601723" y="1041643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270" name="TextBox 269">
            <a:extLst>
              <a:ext uri="{FF2B5EF4-FFF2-40B4-BE49-F238E27FC236}">
                <a16:creationId xmlns:a16="http://schemas.microsoft.com/office/drawing/2014/main" id="{B6151084-61E9-FD70-4D48-A0F9A98A3153}"/>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sp>
        <p:nvSpPr>
          <p:cNvPr id="2" name="TextBox 1">
            <a:extLst>
              <a:ext uri="{FF2B5EF4-FFF2-40B4-BE49-F238E27FC236}">
                <a16:creationId xmlns:a16="http://schemas.microsoft.com/office/drawing/2014/main" id="{F036B765-9AC5-4A4E-632B-37811259AFC1}"/>
              </a:ext>
            </a:extLst>
          </p:cNvPr>
          <p:cNvSpPr txBox="1"/>
          <p:nvPr/>
        </p:nvSpPr>
        <p:spPr>
          <a:xfrm>
            <a:off x="7601722"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Back-end</a:t>
            </a:r>
          </a:p>
        </p:txBody>
      </p:sp>
      <p:pic>
        <p:nvPicPr>
          <p:cNvPr id="3" name="Picture 2" descr="A blue and white logo&#10;&#10;AI-generated content may be incorrect.">
            <a:extLst>
              <a:ext uri="{FF2B5EF4-FFF2-40B4-BE49-F238E27FC236}">
                <a16:creationId xmlns:a16="http://schemas.microsoft.com/office/drawing/2014/main" id="{99B70BC6-57BA-DB92-6598-15257933F5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094F162B-292E-2E24-D8A8-D71FBD602DD1}"/>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2D643414-3202-360C-DA0E-3599A76824B5}"/>
              </a:ext>
            </a:extLst>
          </p:cNvPr>
          <p:cNvGrpSpPr/>
          <p:nvPr/>
        </p:nvGrpSpPr>
        <p:grpSpPr>
          <a:xfrm>
            <a:off x="-7315200" y="-3867265"/>
            <a:ext cx="14630400" cy="14630400"/>
            <a:chOff x="-1000432" y="-7315200"/>
            <a:chExt cx="14630400" cy="14630400"/>
          </a:xfrm>
        </p:grpSpPr>
        <p:sp>
          <p:nvSpPr>
            <p:cNvPr id="13" name="Oval 12">
              <a:extLst>
                <a:ext uri="{FF2B5EF4-FFF2-40B4-BE49-F238E27FC236}">
                  <a16:creationId xmlns:a16="http://schemas.microsoft.com/office/drawing/2014/main" id="{DC1144D2-1446-441C-1994-0AAC8D4ED4A7}"/>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6911EC1-BE61-B21C-B88C-0F5AD5EB6038}"/>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EFCAADA-8B40-B584-4FDD-7A551A7F30EF}"/>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9332BF0B-0EAA-FC87-EA96-EA2E80D1B64E}"/>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0C05839D-CF0B-4EB1-34FF-B22A3B20CCE4}"/>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18E18C2F-2D36-A068-A914-F75CDB290B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2B649EC6-586B-605C-7673-916B1C1014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0A76EF79-AB37-65EE-8478-60EBFD4CA65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3568650C-2E4D-43AC-2774-26FA6197679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57568" y="6172200"/>
              <a:ext cx="914400" cy="914400"/>
            </a:xfrm>
            <a:prstGeom prst="rect">
              <a:avLst/>
            </a:prstGeom>
          </p:spPr>
        </p:pic>
      </p:grpSp>
    </p:spTree>
    <p:extLst>
      <p:ext uri="{BB962C8B-B14F-4D97-AF65-F5344CB8AC3E}">
        <p14:creationId xmlns:p14="http://schemas.microsoft.com/office/powerpoint/2010/main" val="3992558286"/>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40D73-1CBC-65E0-73B7-539B7724048F}"/>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4E0131C4-6137-C276-3BF3-8663F2CAA095}"/>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22E1BE17-6911-D2AC-EB16-F76BE082FD30}"/>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70" name="TextBox 269">
            <a:extLst>
              <a:ext uri="{FF2B5EF4-FFF2-40B4-BE49-F238E27FC236}">
                <a16:creationId xmlns:a16="http://schemas.microsoft.com/office/drawing/2014/main" id="{9438DEC8-C752-DD36-F9FF-E711846687A3}"/>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sp>
        <p:nvSpPr>
          <p:cNvPr id="3" name="TextBox 2">
            <a:extLst>
              <a:ext uri="{FF2B5EF4-FFF2-40B4-BE49-F238E27FC236}">
                <a16:creationId xmlns:a16="http://schemas.microsoft.com/office/drawing/2014/main" id="{D3AE8E41-91E5-6EA3-B3B7-5ED7EEE409CC}"/>
              </a:ext>
            </a:extLst>
          </p:cNvPr>
          <p:cNvSpPr txBox="1"/>
          <p:nvPr/>
        </p:nvSpPr>
        <p:spPr>
          <a:xfrm>
            <a:off x="7601723" y="-1046068"/>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Back-end</a:t>
            </a:r>
          </a:p>
        </p:txBody>
      </p:sp>
      <p:sp>
        <p:nvSpPr>
          <p:cNvPr id="4" name="TextBox 3">
            <a:extLst>
              <a:ext uri="{FF2B5EF4-FFF2-40B4-BE49-F238E27FC236}">
                <a16:creationId xmlns:a16="http://schemas.microsoft.com/office/drawing/2014/main" id="{D141DB49-2652-69CB-A4F7-3C11A21D11D9}"/>
              </a:ext>
            </a:extLst>
          </p:cNvPr>
          <p:cNvSpPr txBox="1"/>
          <p:nvPr/>
        </p:nvSpPr>
        <p:spPr>
          <a:xfrm>
            <a:off x="7601722" y="2921167"/>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AI</a:t>
            </a:r>
          </a:p>
        </p:txBody>
      </p:sp>
      <p:pic>
        <p:nvPicPr>
          <p:cNvPr id="5" name="Picture 4" descr="A blue and white logo&#10;&#10;AI-generated content may be incorrect.">
            <a:extLst>
              <a:ext uri="{FF2B5EF4-FFF2-40B4-BE49-F238E27FC236}">
                <a16:creationId xmlns:a16="http://schemas.microsoft.com/office/drawing/2014/main" id="{5F1C4F61-A7B6-9884-96C5-2E2E3188DE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6" name="Title 5">
            <a:extLst>
              <a:ext uri="{FF2B5EF4-FFF2-40B4-BE49-F238E27FC236}">
                <a16:creationId xmlns:a16="http://schemas.microsoft.com/office/drawing/2014/main" id="{FC42BD62-5708-8CB9-CCAB-983F48619520}"/>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60E0CF07-7A45-30A1-C630-4997EDC2EF62}"/>
              </a:ext>
            </a:extLst>
          </p:cNvPr>
          <p:cNvGrpSpPr/>
          <p:nvPr/>
        </p:nvGrpSpPr>
        <p:grpSpPr>
          <a:xfrm rot="16200000">
            <a:off x="-7315200" y="-3867265"/>
            <a:ext cx="14630400" cy="14630400"/>
            <a:chOff x="-1000432" y="-7315200"/>
            <a:chExt cx="14630400" cy="14630400"/>
          </a:xfrm>
        </p:grpSpPr>
        <p:sp>
          <p:nvSpPr>
            <p:cNvPr id="13" name="Oval 12">
              <a:extLst>
                <a:ext uri="{FF2B5EF4-FFF2-40B4-BE49-F238E27FC236}">
                  <a16:creationId xmlns:a16="http://schemas.microsoft.com/office/drawing/2014/main" id="{4D70B3E2-7817-73E5-7318-BB59F432BF5E}"/>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427F36E-9DBF-371C-ACE1-B4B6BA06732E}"/>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C233934-E715-1E3B-2C7F-97595FB77855}"/>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6452B94-CBDE-DBC2-E230-7721BD561301}"/>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2A90D42-8040-B000-D238-467BD0E6773C}"/>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F2E6722D-21B2-388B-8B64-902B6390A7E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B7C23ACF-7E6B-7E9B-D0CC-143A434ED71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1D037A2F-24E0-7937-867F-D3F9D73317B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893E2DED-C3AC-5620-CBA1-287B4D305B63}"/>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5400000">
              <a:off x="5857568" y="6172200"/>
              <a:ext cx="914400" cy="914400"/>
            </a:xfrm>
            <a:prstGeom prst="rect">
              <a:avLst/>
            </a:prstGeom>
          </p:spPr>
        </p:pic>
      </p:grpSp>
    </p:spTree>
    <p:extLst>
      <p:ext uri="{BB962C8B-B14F-4D97-AF65-F5344CB8AC3E}">
        <p14:creationId xmlns:p14="http://schemas.microsoft.com/office/powerpoint/2010/main" val="2172640605"/>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FD932-93C1-8FC1-4E17-999CE3C67665}"/>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249A1CDA-F0A4-1C83-B530-326C7D305474}"/>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AI</a:t>
            </a:r>
          </a:p>
        </p:txBody>
      </p:sp>
    </p:spTree>
    <p:extLst>
      <p:ext uri="{BB962C8B-B14F-4D97-AF65-F5344CB8AC3E}">
        <p14:creationId xmlns:p14="http://schemas.microsoft.com/office/powerpoint/2010/main" val="418608946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AD6F3-573E-B88C-D8AD-9B63111F91D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A1005A-3980-0D78-D24C-8DAE92AD8DB3}"/>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3" name="Graphic 2" descr="Robot with solid fill">
            <a:extLst>
              <a:ext uri="{FF2B5EF4-FFF2-40B4-BE49-F238E27FC236}">
                <a16:creationId xmlns:a16="http://schemas.microsoft.com/office/drawing/2014/main" id="{4A3A1572-539C-1418-BBE7-B68E9F567A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grpSp>
        <p:nvGrpSpPr>
          <p:cNvPr id="125" name="Group 124">
            <a:extLst>
              <a:ext uri="{FF2B5EF4-FFF2-40B4-BE49-F238E27FC236}">
                <a16:creationId xmlns:a16="http://schemas.microsoft.com/office/drawing/2014/main" id="{B6590655-787A-70DE-CD9E-E694EBA1AE2E}"/>
              </a:ext>
            </a:extLst>
          </p:cNvPr>
          <p:cNvGrpSpPr/>
          <p:nvPr/>
        </p:nvGrpSpPr>
        <p:grpSpPr>
          <a:xfrm>
            <a:off x="6927847" y="1937852"/>
            <a:ext cx="2997201" cy="3760810"/>
            <a:chOff x="6927847" y="1937852"/>
            <a:chExt cx="2997201" cy="3760810"/>
          </a:xfrm>
        </p:grpSpPr>
        <p:sp>
          <p:nvSpPr>
            <p:cNvPr id="79" name="Rectangle: Rounded Corners 78">
              <a:extLst>
                <a:ext uri="{FF2B5EF4-FFF2-40B4-BE49-F238E27FC236}">
                  <a16:creationId xmlns:a16="http://schemas.microsoft.com/office/drawing/2014/main" id="{554DE873-401D-5A8D-E003-E07E47F64994}"/>
                </a:ext>
              </a:extLst>
            </p:cNvPr>
            <p:cNvSpPr/>
            <p:nvPr/>
          </p:nvSpPr>
          <p:spPr>
            <a:xfrm>
              <a:off x="6927848" y="1937852"/>
              <a:ext cx="2997200" cy="584775"/>
            </a:xfrm>
            <a:prstGeom prst="roundRect">
              <a:avLst>
                <a:gd name="adj" fmla="val 39302"/>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580A232F-562B-8F3F-3C1E-565CC620224A}"/>
                </a:ext>
              </a:extLst>
            </p:cNvPr>
            <p:cNvSpPr txBox="1"/>
            <p:nvPr/>
          </p:nvSpPr>
          <p:spPr>
            <a:xfrm>
              <a:off x="6927847" y="1968629"/>
              <a:ext cx="2997200" cy="523220"/>
            </a:xfrm>
            <a:prstGeom prst="rect">
              <a:avLst/>
            </a:prstGeom>
            <a:noFill/>
          </p:spPr>
          <p:txBody>
            <a:bodyPr wrap="square" rtlCol="0">
              <a:spAutoFit/>
            </a:bodyPr>
            <a:lstStyle/>
            <a:p>
              <a:pPr algn="ctr"/>
              <a:r>
                <a:rPr lang="en-US" sz="2800" dirty="0">
                  <a:solidFill>
                    <a:srgbClr val="BFBFBF"/>
                  </a:solidFill>
                  <a:latin typeface="Berlin Sans FB" panose="020E0602020502020306" pitchFamily="34" charset="0"/>
                </a:rPr>
                <a:t>Neural Network</a:t>
              </a:r>
            </a:p>
          </p:txBody>
        </p:sp>
        <p:cxnSp>
          <p:nvCxnSpPr>
            <p:cNvPr id="87" name="Straight Arrow Connector 86">
              <a:extLst>
                <a:ext uri="{FF2B5EF4-FFF2-40B4-BE49-F238E27FC236}">
                  <a16:creationId xmlns:a16="http://schemas.microsoft.com/office/drawing/2014/main" id="{63E76BCA-897C-188E-6CB2-E4374CFC37E5}"/>
                </a:ext>
              </a:extLst>
            </p:cNvPr>
            <p:cNvCxnSpPr>
              <a:cxnSpLocks/>
              <a:stCxn id="79" idx="2"/>
              <a:endCxn id="88" idx="0"/>
            </p:cNvCxnSpPr>
            <p:nvPr/>
          </p:nvCxnSpPr>
          <p:spPr>
            <a:xfrm flipH="1">
              <a:off x="8426447" y="2522627"/>
              <a:ext cx="1" cy="2690261"/>
            </a:xfrm>
            <a:prstGeom prst="straightConnector1">
              <a:avLst/>
            </a:prstGeom>
            <a:ln>
              <a:solidFill>
                <a:srgbClr val="0C355D"/>
              </a:solidFill>
              <a:tailEnd type="triangle"/>
            </a:ln>
          </p:spPr>
          <p:style>
            <a:lnRef idx="2">
              <a:schemeClr val="accent1"/>
            </a:lnRef>
            <a:fillRef idx="0">
              <a:schemeClr val="accent1"/>
            </a:fillRef>
            <a:effectRef idx="1">
              <a:schemeClr val="accent1"/>
            </a:effectRef>
            <a:fontRef idx="minor">
              <a:schemeClr val="tx1"/>
            </a:fontRef>
          </p:style>
        </p:cxnSp>
        <p:sp>
          <p:nvSpPr>
            <p:cNvPr id="88" name="Rectangle: Rounded Corners 87">
              <a:extLst>
                <a:ext uri="{FF2B5EF4-FFF2-40B4-BE49-F238E27FC236}">
                  <a16:creationId xmlns:a16="http://schemas.microsoft.com/office/drawing/2014/main" id="{E6AB6F5D-1D46-0CB5-CDE4-5E16CF834807}"/>
                </a:ext>
              </a:extLst>
            </p:cNvPr>
            <p:cNvSpPr/>
            <p:nvPr/>
          </p:nvSpPr>
          <p:spPr>
            <a:xfrm>
              <a:off x="7187206" y="5212888"/>
              <a:ext cx="2478481" cy="485774"/>
            </a:xfrm>
            <a:prstGeom prst="roundRect">
              <a:avLst>
                <a:gd name="adj" fmla="val 44118"/>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TextBox 88">
              <a:extLst>
                <a:ext uri="{FF2B5EF4-FFF2-40B4-BE49-F238E27FC236}">
                  <a16:creationId xmlns:a16="http://schemas.microsoft.com/office/drawing/2014/main" id="{32C1B47E-CDAD-42CC-8CA6-45AEEA4AEAFF}"/>
                </a:ext>
              </a:extLst>
            </p:cNvPr>
            <p:cNvSpPr txBox="1"/>
            <p:nvPr/>
          </p:nvSpPr>
          <p:spPr>
            <a:xfrm>
              <a:off x="7142951" y="5224942"/>
              <a:ext cx="2565405" cy="461665"/>
            </a:xfrm>
            <a:prstGeom prst="rect">
              <a:avLst/>
            </a:prstGeom>
            <a:noFill/>
          </p:spPr>
          <p:txBody>
            <a:bodyPr wrap="square">
              <a:spAutoFit/>
            </a:bodyPr>
            <a:lstStyle/>
            <a:p>
              <a:pPr algn="ctr"/>
              <a:r>
                <a:rPr lang="en-US" sz="2400" dirty="0">
                  <a:solidFill>
                    <a:srgbClr val="BFBFBF"/>
                  </a:solidFill>
                  <a:latin typeface="Berlin Sans FB" panose="020E0602020502020306" pitchFamily="34" charset="0"/>
                </a:rPr>
                <a:t>Diseases Chatbot</a:t>
              </a:r>
            </a:p>
          </p:txBody>
        </p:sp>
      </p:grpSp>
      <p:grpSp>
        <p:nvGrpSpPr>
          <p:cNvPr id="123" name="Group 122">
            <a:extLst>
              <a:ext uri="{FF2B5EF4-FFF2-40B4-BE49-F238E27FC236}">
                <a16:creationId xmlns:a16="http://schemas.microsoft.com/office/drawing/2014/main" id="{D419EF00-3286-2DA9-F50C-7E744BB999FF}"/>
              </a:ext>
            </a:extLst>
          </p:cNvPr>
          <p:cNvGrpSpPr/>
          <p:nvPr/>
        </p:nvGrpSpPr>
        <p:grpSpPr>
          <a:xfrm>
            <a:off x="819153" y="1971605"/>
            <a:ext cx="5892802" cy="3705618"/>
            <a:chOff x="808034" y="1970180"/>
            <a:chExt cx="5892802" cy="3705618"/>
          </a:xfrm>
        </p:grpSpPr>
        <p:sp>
          <p:nvSpPr>
            <p:cNvPr id="95" name="Rectangle: Rounded Corners 94">
              <a:extLst>
                <a:ext uri="{FF2B5EF4-FFF2-40B4-BE49-F238E27FC236}">
                  <a16:creationId xmlns:a16="http://schemas.microsoft.com/office/drawing/2014/main" id="{C093F1FE-2C81-464A-55B7-B53A9A07150C}"/>
                </a:ext>
              </a:extLst>
            </p:cNvPr>
            <p:cNvSpPr/>
            <p:nvPr/>
          </p:nvSpPr>
          <p:spPr>
            <a:xfrm>
              <a:off x="2255838" y="1970180"/>
              <a:ext cx="2997200" cy="584776"/>
            </a:xfrm>
            <a:prstGeom prst="roundRect">
              <a:avLst>
                <a:gd name="adj" fmla="val 39302"/>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TextBox 95">
              <a:extLst>
                <a:ext uri="{FF2B5EF4-FFF2-40B4-BE49-F238E27FC236}">
                  <a16:creationId xmlns:a16="http://schemas.microsoft.com/office/drawing/2014/main" id="{50A95787-0C1C-1E2B-DB8E-BB35A3198E2F}"/>
                </a:ext>
              </a:extLst>
            </p:cNvPr>
            <p:cNvSpPr txBox="1"/>
            <p:nvPr/>
          </p:nvSpPr>
          <p:spPr>
            <a:xfrm>
              <a:off x="2214572" y="2000958"/>
              <a:ext cx="3079741" cy="523220"/>
            </a:xfrm>
            <a:prstGeom prst="rect">
              <a:avLst/>
            </a:prstGeom>
            <a:noFill/>
          </p:spPr>
          <p:txBody>
            <a:bodyPr wrap="square" rtlCol="0">
              <a:spAutoFit/>
            </a:bodyPr>
            <a:lstStyle/>
            <a:p>
              <a:pPr algn="ctr"/>
              <a:r>
                <a:rPr lang="en-US" sz="2800" dirty="0">
                  <a:solidFill>
                    <a:srgbClr val="BFBFBF"/>
                  </a:solidFill>
                  <a:latin typeface="Berlin Sans FB" panose="020E0602020502020306" pitchFamily="34" charset="0"/>
                </a:rPr>
                <a:t>Machine learning</a:t>
              </a:r>
            </a:p>
          </p:txBody>
        </p:sp>
        <p:cxnSp>
          <p:nvCxnSpPr>
            <p:cNvPr id="97" name="Straight Arrow Connector 96">
              <a:extLst>
                <a:ext uri="{FF2B5EF4-FFF2-40B4-BE49-F238E27FC236}">
                  <a16:creationId xmlns:a16="http://schemas.microsoft.com/office/drawing/2014/main" id="{DA53BCB5-E318-B48C-B583-D5F2CF52949D}"/>
                </a:ext>
              </a:extLst>
            </p:cNvPr>
            <p:cNvCxnSpPr>
              <a:cxnSpLocks/>
              <a:stCxn id="95" idx="2"/>
            </p:cNvCxnSpPr>
            <p:nvPr/>
          </p:nvCxnSpPr>
          <p:spPr>
            <a:xfrm flipH="1">
              <a:off x="3754437" y="2554956"/>
              <a:ext cx="1" cy="2627154"/>
            </a:xfrm>
            <a:prstGeom prst="straightConnector1">
              <a:avLst/>
            </a:prstGeom>
            <a:ln>
              <a:solidFill>
                <a:srgbClr val="0C355D"/>
              </a:solidFill>
              <a:tailEnd type="triangle"/>
            </a:ln>
          </p:spPr>
          <p:style>
            <a:lnRef idx="2">
              <a:schemeClr val="accent1"/>
            </a:lnRef>
            <a:fillRef idx="0">
              <a:schemeClr val="accent1"/>
            </a:fillRef>
            <a:effectRef idx="1">
              <a:schemeClr val="accent1"/>
            </a:effectRef>
            <a:fontRef idx="minor">
              <a:schemeClr val="tx1"/>
            </a:fontRef>
          </p:style>
        </p:cxnSp>
        <p:sp>
          <p:nvSpPr>
            <p:cNvPr id="98" name="Rectangle: Rounded Corners 97">
              <a:extLst>
                <a:ext uri="{FF2B5EF4-FFF2-40B4-BE49-F238E27FC236}">
                  <a16:creationId xmlns:a16="http://schemas.microsoft.com/office/drawing/2014/main" id="{0557F0F0-8A9D-A6C1-67FA-18F571D23132}"/>
                </a:ext>
              </a:extLst>
            </p:cNvPr>
            <p:cNvSpPr/>
            <p:nvPr/>
          </p:nvSpPr>
          <p:spPr>
            <a:xfrm>
              <a:off x="2585244" y="5190024"/>
              <a:ext cx="2338386" cy="485774"/>
            </a:xfrm>
            <a:prstGeom prst="roundRect">
              <a:avLst>
                <a:gd name="adj" fmla="val 44118"/>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Box 98">
              <a:extLst>
                <a:ext uri="{FF2B5EF4-FFF2-40B4-BE49-F238E27FC236}">
                  <a16:creationId xmlns:a16="http://schemas.microsoft.com/office/drawing/2014/main" id="{D77B4877-AF03-48AF-DB58-8A016AB6B0FB}"/>
                </a:ext>
              </a:extLst>
            </p:cNvPr>
            <p:cNvSpPr txBox="1"/>
            <p:nvPr/>
          </p:nvSpPr>
          <p:spPr>
            <a:xfrm>
              <a:off x="2472525" y="5202079"/>
              <a:ext cx="2565405" cy="461665"/>
            </a:xfrm>
            <a:prstGeom prst="rect">
              <a:avLst/>
            </a:prstGeom>
            <a:noFill/>
          </p:spPr>
          <p:txBody>
            <a:bodyPr wrap="square">
              <a:spAutoFit/>
            </a:bodyPr>
            <a:lstStyle/>
            <a:p>
              <a:pPr algn="ctr"/>
              <a:r>
                <a:rPr lang="en-US" sz="2400" dirty="0">
                  <a:solidFill>
                    <a:srgbClr val="BFBFBF"/>
                  </a:solidFill>
                  <a:latin typeface="Berlin Sans FB" panose="020E0602020502020306" pitchFamily="34" charset="0"/>
                </a:rPr>
                <a:t>Stroke</a:t>
              </a:r>
            </a:p>
          </p:txBody>
        </p:sp>
        <p:cxnSp>
          <p:nvCxnSpPr>
            <p:cNvPr id="101" name="Connector: Curved 100">
              <a:extLst>
                <a:ext uri="{FF2B5EF4-FFF2-40B4-BE49-F238E27FC236}">
                  <a16:creationId xmlns:a16="http://schemas.microsoft.com/office/drawing/2014/main" id="{4552BEA4-47AE-5161-9A75-D1E439C0FCCD}"/>
                </a:ext>
              </a:extLst>
            </p:cNvPr>
            <p:cNvCxnSpPr>
              <a:cxnSpLocks/>
            </p:cNvCxnSpPr>
            <p:nvPr/>
          </p:nvCxnSpPr>
          <p:spPr>
            <a:xfrm>
              <a:off x="3754436" y="2559337"/>
              <a:ext cx="1663698" cy="1317413"/>
            </a:xfrm>
            <a:prstGeom prst="curvedConnector3">
              <a:avLst>
                <a:gd name="adj1" fmla="val 100015"/>
              </a:avLst>
            </a:prstGeom>
            <a:ln>
              <a:solidFill>
                <a:srgbClr val="0C355D"/>
              </a:solidFill>
              <a:tailEnd type="triangle"/>
            </a:ln>
          </p:spPr>
          <p:style>
            <a:lnRef idx="2">
              <a:schemeClr val="accent1"/>
            </a:lnRef>
            <a:fillRef idx="0">
              <a:schemeClr val="accent1"/>
            </a:fillRef>
            <a:effectRef idx="1">
              <a:schemeClr val="accent1"/>
            </a:effectRef>
            <a:fontRef idx="minor">
              <a:schemeClr val="tx1"/>
            </a:fontRef>
          </p:style>
        </p:cxnSp>
        <p:cxnSp>
          <p:nvCxnSpPr>
            <p:cNvPr id="108" name="Connector: Curved 107">
              <a:extLst>
                <a:ext uri="{FF2B5EF4-FFF2-40B4-BE49-F238E27FC236}">
                  <a16:creationId xmlns:a16="http://schemas.microsoft.com/office/drawing/2014/main" id="{D7FE82BB-2A4C-D314-B0FB-91535AA8BBC6}"/>
                </a:ext>
              </a:extLst>
            </p:cNvPr>
            <p:cNvCxnSpPr>
              <a:cxnSpLocks/>
            </p:cNvCxnSpPr>
            <p:nvPr/>
          </p:nvCxnSpPr>
          <p:spPr>
            <a:xfrm flipH="1">
              <a:off x="2090737" y="2559337"/>
              <a:ext cx="1663698" cy="1317413"/>
            </a:xfrm>
            <a:prstGeom prst="curvedConnector3">
              <a:avLst>
                <a:gd name="adj1" fmla="val 100015"/>
              </a:avLst>
            </a:prstGeom>
            <a:ln>
              <a:solidFill>
                <a:srgbClr val="0C355D"/>
              </a:solidFill>
              <a:tailEnd type="triangle"/>
            </a:ln>
          </p:spPr>
          <p:style>
            <a:lnRef idx="2">
              <a:schemeClr val="accent1"/>
            </a:lnRef>
            <a:fillRef idx="0">
              <a:schemeClr val="accent1"/>
            </a:fillRef>
            <a:effectRef idx="1">
              <a:schemeClr val="accent1"/>
            </a:effectRef>
            <a:fontRef idx="minor">
              <a:schemeClr val="tx1"/>
            </a:fontRef>
          </p:style>
        </p:cxnSp>
        <p:sp>
          <p:nvSpPr>
            <p:cNvPr id="113" name="Rectangle: Rounded Corners 112">
              <a:extLst>
                <a:ext uri="{FF2B5EF4-FFF2-40B4-BE49-F238E27FC236}">
                  <a16:creationId xmlns:a16="http://schemas.microsoft.com/office/drawing/2014/main" id="{D058800F-F69C-B715-F5DE-E67410916810}"/>
                </a:ext>
              </a:extLst>
            </p:cNvPr>
            <p:cNvSpPr/>
            <p:nvPr/>
          </p:nvSpPr>
          <p:spPr>
            <a:xfrm>
              <a:off x="4248150" y="3884665"/>
              <a:ext cx="2338386" cy="485774"/>
            </a:xfrm>
            <a:prstGeom prst="roundRect">
              <a:avLst>
                <a:gd name="adj" fmla="val 44118"/>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03DAE525-60DB-8BDE-3E7C-B2216DDD9242}"/>
                </a:ext>
              </a:extLst>
            </p:cNvPr>
            <p:cNvSpPr txBox="1"/>
            <p:nvPr/>
          </p:nvSpPr>
          <p:spPr>
            <a:xfrm>
              <a:off x="4135431" y="3896720"/>
              <a:ext cx="2565405" cy="461665"/>
            </a:xfrm>
            <a:prstGeom prst="rect">
              <a:avLst/>
            </a:prstGeom>
            <a:noFill/>
          </p:spPr>
          <p:txBody>
            <a:bodyPr wrap="square">
              <a:spAutoFit/>
            </a:bodyPr>
            <a:lstStyle/>
            <a:p>
              <a:pPr algn="ctr"/>
              <a:r>
                <a:rPr lang="en-US" sz="2400" dirty="0">
                  <a:solidFill>
                    <a:srgbClr val="BFBFBF"/>
                  </a:solidFill>
                  <a:latin typeface="Berlin Sans FB" panose="020E0602020502020306" pitchFamily="34" charset="0"/>
                </a:rPr>
                <a:t>Autism</a:t>
              </a:r>
            </a:p>
          </p:txBody>
        </p:sp>
        <p:sp>
          <p:nvSpPr>
            <p:cNvPr id="115" name="Rectangle: Rounded Corners 114">
              <a:extLst>
                <a:ext uri="{FF2B5EF4-FFF2-40B4-BE49-F238E27FC236}">
                  <a16:creationId xmlns:a16="http://schemas.microsoft.com/office/drawing/2014/main" id="{AE9928EF-ED31-9BF5-8B0D-8E45B37E22E4}"/>
                </a:ext>
              </a:extLst>
            </p:cNvPr>
            <p:cNvSpPr/>
            <p:nvPr/>
          </p:nvSpPr>
          <p:spPr>
            <a:xfrm>
              <a:off x="920753" y="3885511"/>
              <a:ext cx="2338386" cy="485774"/>
            </a:xfrm>
            <a:prstGeom prst="roundRect">
              <a:avLst>
                <a:gd name="adj" fmla="val 44118"/>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B76E389A-2729-5A44-59C5-441C4AC6A7F2}"/>
                </a:ext>
              </a:extLst>
            </p:cNvPr>
            <p:cNvSpPr txBox="1"/>
            <p:nvPr/>
          </p:nvSpPr>
          <p:spPr>
            <a:xfrm>
              <a:off x="808034" y="3897566"/>
              <a:ext cx="2565405" cy="461665"/>
            </a:xfrm>
            <a:prstGeom prst="rect">
              <a:avLst/>
            </a:prstGeom>
            <a:noFill/>
          </p:spPr>
          <p:txBody>
            <a:bodyPr wrap="square">
              <a:spAutoFit/>
            </a:bodyPr>
            <a:lstStyle/>
            <a:p>
              <a:pPr algn="ctr"/>
              <a:r>
                <a:rPr lang="en-US" sz="2400" dirty="0">
                  <a:solidFill>
                    <a:srgbClr val="BFBFBF"/>
                  </a:solidFill>
                  <a:latin typeface="Berlin Sans FB" panose="020E0602020502020306" pitchFamily="34" charset="0"/>
                </a:rPr>
                <a:t>Asthma</a:t>
              </a:r>
            </a:p>
          </p:txBody>
        </p:sp>
      </p:grpSp>
      <p:cxnSp>
        <p:nvCxnSpPr>
          <p:cNvPr id="4" name="Straight Connector 3">
            <a:extLst>
              <a:ext uri="{FF2B5EF4-FFF2-40B4-BE49-F238E27FC236}">
                <a16:creationId xmlns:a16="http://schemas.microsoft.com/office/drawing/2014/main" id="{FD06C414-F74C-75C8-408C-D0330A879F2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739611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34428-EE29-EB01-180D-977F60AFFC20}"/>
            </a:ext>
          </a:extLst>
        </p:cNvPr>
        <p:cNvGrpSpPr/>
        <p:nvPr/>
      </p:nvGrpSpPr>
      <p:grpSpPr>
        <a:xfrm>
          <a:off x="0" y="0"/>
          <a:ext cx="0" cy="0"/>
          <a:chOff x="0" y="0"/>
          <a:chExt cx="0" cy="0"/>
        </a:xfrm>
      </p:grpSpPr>
      <p:grpSp>
        <p:nvGrpSpPr>
          <p:cNvPr id="113" name="Group 112">
            <a:extLst>
              <a:ext uri="{FF2B5EF4-FFF2-40B4-BE49-F238E27FC236}">
                <a16:creationId xmlns:a16="http://schemas.microsoft.com/office/drawing/2014/main" id="{36B8F344-A028-3E92-A790-6FC01702DE40}"/>
              </a:ext>
            </a:extLst>
          </p:cNvPr>
          <p:cNvGrpSpPr>
            <a:grpSpLocks noChangeAspect="1"/>
          </p:cNvGrpSpPr>
          <p:nvPr/>
        </p:nvGrpSpPr>
        <p:grpSpPr>
          <a:xfrm rot="8790316">
            <a:off x="-1331133" y="-1117879"/>
            <a:ext cx="1128013" cy="1529993"/>
            <a:chOff x="6238879" y="2353032"/>
            <a:chExt cx="2190745" cy="2971442"/>
          </a:xfrm>
          <a:effectLst>
            <a:outerShdw blurRad="50800" dist="38100" dir="8640000" algn="l" rotWithShape="0">
              <a:prstClr val="black">
                <a:alpha val="40000"/>
              </a:prstClr>
            </a:outerShdw>
          </a:effectLst>
        </p:grpSpPr>
        <p:sp>
          <p:nvSpPr>
            <p:cNvPr id="114" name="Freeform: Shape 113">
              <a:extLst>
                <a:ext uri="{FF2B5EF4-FFF2-40B4-BE49-F238E27FC236}">
                  <a16:creationId xmlns:a16="http://schemas.microsoft.com/office/drawing/2014/main" id="{400E4BC0-EA8B-D1FC-C489-DD620CB99D92}"/>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15" name="Freeform: Shape 114">
              <a:extLst>
                <a:ext uri="{FF2B5EF4-FFF2-40B4-BE49-F238E27FC236}">
                  <a16:creationId xmlns:a16="http://schemas.microsoft.com/office/drawing/2014/main" id="{DFC8B3D5-D9DB-8195-6449-C26825F3D62C}"/>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grpSp>
        <p:nvGrpSpPr>
          <p:cNvPr id="116" name="Group 115">
            <a:extLst>
              <a:ext uri="{FF2B5EF4-FFF2-40B4-BE49-F238E27FC236}">
                <a16:creationId xmlns:a16="http://schemas.microsoft.com/office/drawing/2014/main" id="{FBFC5194-F755-3E7A-37AB-397FE2E800C0}"/>
              </a:ext>
            </a:extLst>
          </p:cNvPr>
          <p:cNvGrpSpPr/>
          <p:nvPr/>
        </p:nvGrpSpPr>
        <p:grpSpPr>
          <a:xfrm>
            <a:off x="7454721" y="7590485"/>
            <a:ext cx="2403858" cy="1922772"/>
            <a:chOff x="4349750" y="804305"/>
            <a:chExt cx="4089400" cy="2047857"/>
          </a:xfrm>
        </p:grpSpPr>
        <p:sp>
          <p:nvSpPr>
            <p:cNvPr id="117" name="TextBox 116">
              <a:extLst>
                <a:ext uri="{FF2B5EF4-FFF2-40B4-BE49-F238E27FC236}">
                  <a16:creationId xmlns:a16="http://schemas.microsoft.com/office/drawing/2014/main" id="{91FE385D-9C8B-5AC9-30FB-A0E414C4017D}"/>
                </a:ext>
              </a:extLst>
            </p:cNvPr>
            <p:cNvSpPr txBox="1"/>
            <p:nvPr/>
          </p:nvSpPr>
          <p:spPr>
            <a:xfrm>
              <a:off x="5739950" y="804305"/>
              <a:ext cx="1309001" cy="1278416"/>
            </a:xfrm>
            <a:prstGeom prst="rect">
              <a:avLst/>
            </a:prstGeom>
            <a:noFill/>
          </p:spPr>
          <p:txBody>
            <a:bodyPr wrap="square" rtlCol="0">
              <a:spAutoFit/>
            </a:bodyPr>
            <a:lstStyle/>
            <a:p>
              <a:r>
                <a:rPr lang="en-US" sz="3600" dirty="0">
                  <a:solidFill>
                    <a:srgbClr val="011B40"/>
                  </a:solidFill>
                  <a:latin typeface="Berlin Sans FB" panose="020E0602020502020306" pitchFamily="34" charset="0"/>
                </a:rPr>
                <a:t>04</a:t>
              </a:r>
            </a:p>
          </p:txBody>
        </p:sp>
        <p:sp>
          <p:nvSpPr>
            <p:cNvPr id="118" name="TextBox 117">
              <a:extLst>
                <a:ext uri="{FF2B5EF4-FFF2-40B4-BE49-F238E27FC236}">
                  <a16:creationId xmlns:a16="http://schemas.microsoft.com/office/drawing/2014/main" id="{F48A1C63-1608-99A7-4760-F91C5AD90A2B}"/>
                </a:ext>
              </a:extLst>
            </p:cNvPr>
            <p:cNvSpPr txBox="1"/>
            <p:nvPr/>
          </p:nvSpPr>
          <p:spPr>
            <a:xfrm>
              <a:off x="4349750" y="1573746"/>
              <a:ext cx="4089400" cy="1278416"/>
            </a:xfrm>
            <a:prstGeom prst="rect">
              <a:avLst/>
            </a:prstGeom>
            <a:noFill/>
          </p:spPr>
          <p:txBody>
            <a:bodyPr wrap="square" rtlCol="0">
              <a:spAutoFit/>
            </a:bodyPr>
            <a:lstStyle/>
            <a:p>
              <a:pPr algn="ctr"/>
              <a:r>
                <a:rPr lang="en-US" sz="3600" dirty="0">
                  <a:solidFill>
                    <a:srgbClr val="011B40"/>
                  </a:solidFill>
                  <a:latin typeface="Berlin Sans FB" panose="020E0602020502020306" pitchFamily="34" charset="0"/>
                </a:rPr>
                <a:t>Model</a:t>
              </a:r>
            </a:p>
            <a:p>
              <a:pPr algn="ctr"/>
              <a:r>
                <a:rPr lang="en-US" sz="3600" dirty="0">
                  <a:solidFill>
                    <a:srgbClr val="011B40"/>
                  </a:solidFill>
                  <a:latin typeface="Berlin Sans FB" panose="020E0602020502020306" pitchFamily="34" charset="0"/>
                </a:rPr>
                <a:t>Training</a:t>
              </a:r>
            </a:p>
          </p:txBody>
        </p:sp>
      </p:grpSp>
      <p:grpSp>
        <p:nvGrpSpPr>
          <p:cNvPr id="119" name="Group 118">
            <a:extLst>
              <a:ext uri="{FF2B5EF4-FFF2-40B4-BE49-F238E27FC236}">
                <a16:creationId xmlns:a16="http://schemas.microsoft.com/office/drawing/2014/main" id="{E6B2959E-953C-2310-E4D1-DB6D581B8848}"/>
              </a:ext>
            </a:extLst>
          </p:cNvPr>
          <p:cNvGrpSpPr/>
          <p:nvPr/>
        </p:nvGrpSpPr>
        <p:grpSpPr>
          <a:xfrm>
            <a:off x="5347446" y="7590485"/>
            <a:ext cx="2074950" cy="3064822"/>
            <a:chOff x="4349750" y="817248"/>
            <a:chExt cx="2444749" cy="3064822"/>
          </a:xfrm>
        </p:grpSpPr>
        <p:sp>
          <p:nvSpPr>
            <p:cNvPr id="120" name="TextBox 119">
              <a:extLst>
                <a:ext uri="{FF2B5EF4-FFF2-40B4-BE49-F238E27FC236}">
                  <a16:creationId xmlns:a16="http://schemas.microsoft.com/office/drawing/2014/main" id="{45CD825D-72E8-8A1B-66DE-6261219B79B4}"/>
                </a:ext>
              </a:extLst>
            </p:cNvPr>
            <p:cNvSpPr txBox="1"/>
            <p:nvPr/>
          </p:nvSpPr>
          <p:spPr>
            <a:xfrm>
              <a:off x="5106707" y="817248"/>
              <a:ext cx="930834" cy="1200329"/>
            </a:xfrm>
            <a:prstGeom prst="rect">
              <a:avLst/>
            </a:prstGeom>
            <a:noFill/>
          </p:spPr>
          <p:txBody>
            <a:bodyPr wrap="square" rtlCol="0">
              <a:spAutoFit/>
            </a:bodyPr>
            <a:lstStyle/>
            <a:p>
              <a:r>
                <a:rPr lang="en-US" sz="3600" dirty="0">
                  <a:solidFill>
                    <a:srgbClr val="011B40"/>
                  </a:solidFill>
                  <a:latin typeface="Berlin Sans FB" panose="020E0602020502020306" pitchFamily="34" charset="0"/>
                </a:rPr>
                <a:t>03</a:t>
              </a:r>
            </a:p>
          </p:txBody>
        </p:sp>
        <p:sp>
          <p:nvSpPr>
            <p:cNvPr id="121" name="TextBox 120">
              <a:extLst>
                <a:ext uri="{FF2B5EF4-FFF2-40B4-BE49-F238E27FC236}">
                  <a16:creationId xmlns:a16="http://schemas.microsoft.com/office/drawing/2014/main" id="{E1177F00-45A9-93C7-C233-13C3A47B588C}"/>
                </a:ext>
              </a:extLst>
            </p:cNvPr>
            <p:cNvSpPr txBox="1"/>
            <p:nvPr/>
          </p:nvSpPr>
          <p:spPr>
            <a:xfrm>
              <a:off x="4349750" y="1573746"/>
              <a:ext cx="2444749" cy="2308324"/>
            </a:xfrm>
            <a:prstGeom prst="rect">
              <a:avLst/>
            </a:prstGeom>
            <a:noFill/>
          </p:spPr>
          <p:txBody>
            <a:bodyPr wrap="square" rtlCol="0">
              <a:spAutoFit/>
            </a:bodyPr>
            <a:lstStyle/>
            <a:p>
              <a:pPr algn="ctr"/>
              <a:r>
                <a:rPr lang="en-US" sz="3600" dirty="0">
                  <a:solidFill>
                    <a:srgbClr val="011B40"/>
                  </a:solidFill>
                  <a:latin typeface="Berlin Sans FB" panose="020E0602020502020306" pitchFamily="34" charset="0"/>
                </a:rPr>
                <a:t>Feature Selection</a:t>
              </a:r>
            </a:p>
          </p:txBody>
        </p:sp>
      </p:grpSp>
      <p:grpSp>
        <p:nvGrpSpPr>
          <p:cNvPr id="122" name="Group 121">
            <a:extLst>
              <a:ext uri="{FF2B5EF4-FFF2-40B4-BE49-F238E27FC236}">
                <a16:creationId xmlns:a16="http://schemas.microsoft.com/office/drawing/2014/main" id="{CA358136-E9E5-9E34-76D9-321E0DF70390}"/>
              </a:ext>
            </a:extLst>
          </p:cNvPr>
          <p:cNvGrpSpPr/>
          <p:nvPr/>
        </p:nvGrpSpPr>
        <p:grpSpPr>
          <a:xfrm>
            <a:off x="9788142" y="7590485"/>
            <a:ext cx="2403858" cy="1679828"/>
            <a:chOff x="4349750" y="817248"/>
            <a:chExt cx="4089400" cy="1679828"/>
          </a:xfrm>
        </p:grpSpPr>
        <p:sp>
          <p:nvSpPr>
            <p:cNvPr id="123" name="TextBox 122">
              <a:extLst>
                <a:ext uri="{FF2B5EF4-FFF2-40B4-BE49-F238E27FC236}">
                  <a16:creationId xmlns:a16="http://schemas.microsoft.com/office/drawing/2014/main" id="{859D0EF8-7192-C2B6-281E-0763DCFC1A0E}"/>
                </a:ext>
              </a:extLst>
            </p:cNvPr>
            <p:cNvSpPr txBox="1"/>
            <p:nvPr/>
          </p:nvSpPr>
          <p:spPr>
            <a:xfrm>
              <a:off x="5930422" y="817248"/>
              <a:ext cx="1309001" cy="1200329"/>
            </a:xfrm>
            <a:prstGeom prst="rect">
              <a:avLst/>
            </a:prstGeom>
            <a:noFill/>
          </p:spPr>
          <p:txBody>
            <a:bodyPr wrap="square" rtlCol="0">
              <a:spAutoFit/>
            </a:bodyPr>
            <a:lstStyle/>
            <a:p>
              <a:r>
                <a:rPr lang="en-US" sz="3600" dirty="0">
                  <a:solidFill>
                    <a:srgbClr val="011B40"/>
                  </a:solidFill>
                  <a:latin typeface="Berlin Sans FB" panose="020E0602020502020306" pitchFamily="34" charset="0"/>
                </a:rPr>
                <a:t>05</a:t>
              </a:r>
            </a:p>
          </p:txBody>
        </p:sp>
        <p:sp>
          <p:nvSpPr>
            <p:cNvPr id="124" name="TextBox 123">
              <a:extLst>
                <a:ext uri="{FF2B5EF4-FFF2-40B4-BE49-F238E27FC236}">
                  <a16:creationId xmlns:a16="http://schemas.microsoft.com/office/drawing/2014/main" id="{2CABC778-0DD5-8AE2-EF38-0B755DD88976}"/>
                </a:ext>
              </a:extLst>
            </p:cNvPr>
            <p:cNvSpPr txBox="1"/>
            <p:nvPr/>
          </p:nvSpPr>
          <p:spPr>
            <a:xfrm>
              <a:off x="4349750" y="1850745"/>
              <a:ext cx="4089400" cy="646331"/>
            </a:xfrm>
            <a:prstGeom prst="rect">
              <a:avLst/>
            </a:prstGeom>
            <a:noFill/>
          </p:spPr>
          <p:txBody>
            <a:bodyPr wrap="square" rtlCol="0" anchor="ctr">
              <a:spAutoFit/>
            </a:bodyPr>
            <a:lstStyle/>
            <a:p>
              <a:pPr algn="ctr"/>
              <a:r>
                <a:rPr lang="en-US" sz="3600" dirty="0">
                  <a:solidFill>
                    <a:srgbClr val="011B40"/>
                  </a:solidFill>
                  <a:latin typeface="Berlin Sans FB" panose="020E0602020502020306" pitchFamily="34" charset="0"/>
                </a:rPr>
                <a:t>Evaluation</a:t>
              </a:r>
            </a:p>
          </p:txBody>
        </p:sp>
      </p:grpSp>
      <p:grpSp>
        <p:nvGrpSpPr>
          <p:cNvPr id="125" name="Group 124">
            <a:extLst>
              <a:ext uri="{FF2B5EF4-FFF2-40B4-BE49-F238E27FC236}">
                <a16:creationId xmlns:a16="http://schemas.microsoft.com/office/drawing/2014/main" id="{CEF922BA-7F75-B0ED-24BE-EF9898322B2B}"/>
              </a:ext>
            </a:extLst>
          </p:cNvPr>
          <p:cNvGrpSpPr/>
          <p:nvPr/>
        </p:nvGrpSpPr>
        <p:grpSpPr>
          <a:xfrm>
            <a:off x="2170766" y="7590485"/>
            <a:ext cx="2918209" cy="1679828"/>
            <a:chOff x="4349750" y="817248"/>
            <a:chExt cx="2444749" cy="1679828"/>
          </a:xfrm>
        </p:grpSpPr>
        <p:sp>
          <p:nvSpPr>
            <p:cNvPr id="126" name="TextBox 125">
              <a:extLst>
                <a:ext uri="{FF2B5EF4-FFF2-40B4-BE49-F238E27FC236}">
                  <a16:creationId xmlns:a16="http://schemas.microsoft.com/office/drawing/2014/main" id="{5517440F-3766-3DFE-4546-1F505383B135}"/>
                </a:ext>
              </a:extLst>
            </p:cNvPr>
            <p:cNvSpPr txBox="1"/>
            <p:nvPr/>
          </p:nvSpPr>
          <p:spPr>
            <a:xfrm>
              <a:off x="5241196" y="817248"/>
              <a:ext cx="661857" cy="1200329"/>
            </a:xfrm>
            <a:prstGeom prst="rect">
              <a:avLst/>
            </a:prstGeom>
            <a:noFill/>
          </p:spPr>
          <p:txBody>
            <a:bodyPr wrap="square" rtlCol="0">
              <a:spAutoFit/>
            </a:bodyPr>
            <a:lstStyle/>
            <a:p>
              <a:r>
                <a:rPr lang="en-US" sz="3600" dirty="0">
                  <a:solidFill>
                    <a:srgbClr val="011B40"/>
                  </a:solidFill>
                  <a:latin typeface="Berlin Sans FB" panose="020E0602020502020306" pitchFamily="34" charset="0"/>
                </a:rPr>
                <a:t>02</a:t>
              </a:r>
            </a:p>
          </p:txBody>
        </p:sp>
        <p:sp>
          <p:nvSpPr>
            <p:cNvPr id="127" name="TextBox 126">
              <a:extLst>
                <a:ext uri="{FF2B5EF4-FFF2-40B4-BE49-F238E27FC236}">
                  <a16:creationId xmlns:a16="http://schemas.microsoft.com/office/drawing/2014/main" id="{DD81360D-2F59-201F-F11C-2EC92EC09ABB}"/>
                </a:ext>
              </a:extLst>
            </p:cNvPr>
            <p:cNvSpPr txBox="1"/>
            <p:nvPr/>
          </p:nvSpPr>
          <p:spPr>
            <a:xfrm>
              <a:off x="4349750" y="1850745"/>
              <a:ext cx="2444749" cy="646331"/>
            </a:xfrm>
            <a:prstGeom prst="rect">
              <a:avLst/>
            </a:prstGeom>
            <a:noFill/>
          </p:spPr>
          <p:txBody>
            <a:bodyPr wrap="square" rtlCol="0" anchor="ctr">
              <a:spAutoFit/>
            </a:bodyPr>
            <a:lstStyle/>
            <a:p>
              <a:pPr algn="ctr"/>
              <a:r>
                <a:rPr lang="en-US" sz="3600" dirty="0">
                  <a:solidFill>
                    <a:srgbClr val="011B40"/>
                  </a:solidFill>
                  <a:latin typeface="Berlin Sans FB" panose="020E0602020502020306" pitchFamily="34" charset="0"/>
                </a:rPr>
                <a:t>Preprocessing</a:t>
              </a:r>
            </a:p>
          </p:txBody>
        </p:sp>
      </p:grpSp>
      <p:grpSp>
        <p:nvGrpSpPr>
          <p:cNvPr id="128" name="Group 127">
            <a:extLst>
              <a:ext uri="{FF2B5EF4-FFF2-40B4-BE49-F238E27FC236}">
                <a16:creationId xmlns:a16="http://schemas.microsoft.com/office/drawing/2014/main" id="{1EA2B297-6E93-7C00-AA42-6AD2084E6906}"/>
              </a:ext>
            </a:extLst>
          </p:cNvPr>
          <p:cNvGrpSpPr/>
          <p:nvPr/>
        </p:nvGrpSpPr>
        <p:grpSpPr>
          <a:xfrm>
            <a:off x="106919" y="7622238"/>
            <a:ext cx="2074950" cy="1956827"/>
            <a:chOff x="4349750" y="817248"/>
            <a:chExt cx="2444749" cy="1956827"/>
          </a:xfrm>
        </p:grpSpPr>
        <p:sp>
          <p:nvSpPr>
            <p:cNvPr id="129" name="TextBox 128">
              <a:extLst>
                <a:ext uri="{FF2B5EF4-FFF2-40B4-BE49-F238E27FC236}">
                  <a16:creationId xmlns:a16="http://schemas.microsoft.com/office/drawing/2014/main" id="{5650203F-3443-A018-8D6A-501CD5755628}"/>
                </a:ext>
              </a:extLst>
            </p:cNvPr>
            <p:cNvSpPr txBox="1"/>
            <p:nvPr/>
          </p:nvSpPr>
          <p:spPr>
            <a:xfrm>
              <a:off x="5106707" y="817248"/>
              <a:ext cx="930834" cy="646331"/>
            </a:xfrm>
            <a:prstGeom prst="rect">
              <a:avLst/>
            </a:prstGeom>
            <a:noFill/>
          </p:spPr>
          <p:txBody>
            <a:bodyPr wrap="square" rtlCol="0">
              <a:spAutoFit/>
            </a:bodyPr>
            <a:lstStyle/>
            <a:p>
              <a:r>
                <a:rPr lang="en-US" sz="3600" dirty="0">
                  <a:solidFill>
                    <a:srgbClr val="011B40"/>
                  </a:solidFill>
                  <a:latin typeface="Berlin Sans FB" panose="020E0602020502020306" pitchFamily="34" charset="0"/>
                </a:rPr>
                <a:t>01</a:t>
              </a:r>
            </a:p>
          </p:txBody>
        </p:sp>
        <p:sp>
          <p:nvSpPr>
            <p:cNvPr id="130" name="TextBox 129">
              <a:extLst>
                <a:ext uri="{FF2B5EF4-FFF2-40B4-BE49-F238E27FC236}">
                  <a16:creationId xmlns:a16="http://schemas.microsoft.com/office/drawing/2014/main" id="{95D79B81-999C-9B38-ADBF-3BBDB92CE06E}"/>
                </a:ext>
              </a:extLst>
            </p:cNvPr>
            <p:cNvSpPr txBox="1"/>
            <p:nvPr/>
          </p:nvSpPr>
          <p:spPr>
            <a:xfrm>
              <a:off x="4349750" y="1573746"/>
              <a:ext cx="2444749" cy="1200329"/>
            </a:xfrm>
            <a:prstGeom prst="rect">
              <a:avLst/>
            </a:prstGeom>
            <a:noFill/>
          </p:spPr>
          <p:txBody>
            <a:bodyPr wrap="square" rtlCol="0">
              <a:spAutoFit/>
            </a:bodyPr>
            <a:lstStyle/>
            <a:p>
              <a:pPr algn="ctr"/>
              <a:r>
                <a:rPr lang="en-US" sz="3600" dirty="0">
                  <a:solidFill>
                    <a:srgbClr val="011B40"/>
                  </a:solidFill>
                  <a:latin typeface="Berlin Sans FB" panose="020E0602020502020306" pitchFamily="34" charset="0"/>
                </a:rPr>
                <a:t>Data</a:t>
              </a:r>
            </a:p>
            <a:p>
              <a:pPr algn="ctr"/>
              <a:r>
                <a:rPr lang="en-US" sz="3600" dirty="0">
                  <a:solidFill>
                    <a:srgbClr val="011B40"/>
                  </a:solidFill>
                  <a:latin typeface="Berlin Sans FB" panose="020E0602020502020306" pitchFamily="34" charset="0"/>
                </a:rPr>
                <a:t>Collection</a:t>
              </a:r>
            </a:p>
          </p:txBody>
        </p:sp>
      </p:grpSp>
      <p:sp>
        <p:nvSpPr>
          <p:cNvPr id="6" name="TextBox 5">
            <a:extLst>
              <a:ext uri="{FF2B5EF4-FFF2-40B4-BE49-F238E27FC236}">
                <a16:creationId xmlns:a16="http://schemas.microsoft.com/office/drawing/2014/main" id="{183E5981-94E8-0907-93B5-02FD752B815F}"/>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7" name="Graphic 6" descr="Robot with solid fill">
            <a:extLst>
              <a:ext uri="{FF2B5EF4-FFF2-40B4-BE49-F238E27FC236}">
                <a16:creationId xmlns:a16="http://schemas.microsoft.com/office/drawing/2014/main" id="{59698DD8-CDB3-1EE1-A433-6D71ED43AB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8" name="Straight Connector 7">
            <a:extLst>
              <a:ext uri="{FF2B5EF4-FFF2-40B4-BE49-F238E27FC236}">
                <a16:creationId xmlns:a16="http://schemas.microsoft.com/office/drawing/2014/main" id="{EECE846D-9848-977B-E9AE-83F0F530783A}"/>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BE8F456-3DFC-9F5E-EE1C-0B11467C4FD7}"/>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Tree>
    <p:extLst>
      <p:ext uri="{BB962C8B-B14F-4D97-AF65-F5344CB8AC3E}">
        <p14:creationId xmlns:p14="http://schemas.microsoft.com/office/powerpoint/2010/main" val="4181357636"/>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B4FDD-BEF4-16C2-562F-D81D08821B91}"/>
            </a:ext>
          </a:extLst>
        </p:cNvPr>
        <p:cNvGrpSpPr/>
        <p:nvPr/>
      </p:nvGrpSpPr>
      <p:grpSpPr>
        <a:xfrm>
          <a:off x="0" y="0"/>
          <a:ext cx="0" cy="0"/>
          <a:chOff x="0" y="0"/>
          <a:chExt cx="0" cy="0"/>
        </a:xfrm>
      </p:grpSpPr>
      <p:grpSp>
        <p:nvGrpSpPr>
          <p:cNvPr id="105" name="Group 104">
            <a:extLst>
              <a:ext uri="{FF2B5EF4-FFF2-40B4-BE49-F238E27FC236}">
                <a16:creationId xmlns:a16="http://schemas.microsoft.com/office/drawing/2014/main" id="{FABB2AFA-4328-94FF-7DE9-02FDEB44CB63}"/>
              </a:ext>
            </a:extLst>
          </p:cNvPr>
          <p:cNvGrpSpPr>
            <a:grpSpLocks noChangeAspect="1"/>
          </p:cNvGrpSpPr>
          <p:nvPr/>
        </p:nvGrpSpPr>
        <p:grpSpPr>
          <a:xfrm rot="7554865">
            <a:off x="667463" y="1601099"/>
            <a:ext cx="1128013" cy="1529993"/>
            <a:chOff x="6238879" y="2353032"/>
            <a:chExt cx="2190745" cy="2971442"/>
          </a:xfrm>
          <a:effectLst>
            <a:outerShdw blurRad="50800" dist="38100" dir="8640000" algn="l" rotWithShape="0">
              <a:prstClr val="black">
                <a:alpha val="40000"/>
              </a:prstClr>
            </a:outerShdw>
          </a:effectLst>
        </p:grpSpPr>
        <p:sp>
          <p:nvSpPr>
            <p:cNvPr id="106" name="Freeform: Shape 105">
              <a:extLst>
                <a:ext uri="{FF2B5EF4-FFF2-40B4-BE49-F238E27FC236}">
                  <a16:creationId xmlns:a16="http://schemas.microsoft.com/office/drawing/2014/main" id="{6BAD2F50-6BE4-D414-DBDA-28F522906E91}"/>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07" name="Freeform: Shape 106">
              <a:extLst>
                <a:ext uri="{FF2B5EF4-FFF2-40B4-BE49-F238E27FC236}">
                  <a16:creationId xmlns:a16="http://schemas.microsoft.com/office/drawing/2014/main" id="{7768D6BF-C7E4-EE73-298C-7E1CC45B914D}"/>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6" name="TextBox 5">
            <a:extLst>
              <a:ext uri="{FF2B5EF4-FFF2-40B4-BE49-F238E27FC236}">
                <a16:creationId xmlns:a16="http://schemas.microsoft.com/office/drawing/2014/main" id="{550DA80A-026A-2C0E-9697-2E48F4EFCE7B}"/>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7" name="Graphic 6" descr="Robot with solid fill">
            <a:extLst>
              <a:ext uri="{FF2B5EF4-FFF2-40B4-BE49-F238E27FC236}">
                <a16:creationId xmlns:a16="http://schemas.microsoft.com/office/drawing/2014/main" id="{4734B7B0-8EAA-A2B2-884E-FBB9C22D90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8" name="Straight Connector 7">
            <a:extLst>
              <a:ext uri="{FF2B5EF4-FFF2-40B4-BE49-F238E27FC236}">
                <a16:creationId xmlns:a16="http://schemas.microsoft.com/office/drawing/2014/main" id="{B7431319-E56A-C46F-B7B0-0D4223302190}"/>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4B421C9E-A52C-7A5C-B50C-606A09810A79}"/>
              </a:ext>
            </a:extLst>
          </p:cNvPr>
          <p:cNvGrpSpPr/>
          <p:nvPr/>
        </p:nvGrpSpPr>
        <p:grpSpPr>
          <a:xfrm>
            <a:off x="7454721" y="8267653"/>
            <a:ext cx="2403858" cy="2045882"/>
            <a:chOff x="4349750" y="804305"/>
            <a:chExt cx="4089400" cy="2178976"/>
          </a:xfrm>
        </p:grpSpPr>
        <p:sp>
          <p:nvSpPr>
            <p:cNvPr id="10" name="TextBox 9">
              <a:extLst>
                <a:ext uri="{FF2B5EF4-FFF2-40B4-BE49-F238E27FC236}">
                  <a16:creationId xmlns:a16="http://schemas.microsoft.com/office/drawing/2014/main" id="{85248CC4-5824-22D7-A8E5-CF7F3BF0D838}"/>
                </a:ext>
              </a:extLst>
            </p:cNvPr>
            <p:cNvSpPr txBox="1"/>
            <p:nvPr/>
          </p:nvSpPr>
          <p:spPr>
            <a:xfrm>
              <a:off x="5739951" y="804305"/>
              <a:ext cx="1309002" cy="753937"/>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04</a:t>
              </a:r>
            </a:p>
          </p:txBody>
        </p:sp>
        <p:sp>
          <p:nvSpPr>
            <p:cNvPr id="11" name="TextBox 10">
              <a:extLst>
                <a:ext uri="{FF2B5EF4-FFF2-40B4-BE49-F238E27FC236}">
                  <a16:creationId xmlns:a16="http://schemas.microsoft.com/office/drawing/2014/main" id="{C796160E-5F5B-5BDB-2148-2A18C8F0E183}"/>
                </a:ext>
              </a:extLst>
            </p:cNvPr>
            <p:cNvSpPr txBox="1"/>
            <p:nvPr/>
          </p:nvSpPr>
          <p:spPr>
            <a:xfrm>
              <a:off x="4349750" y="1573746"/>
              <a:ext cx="4089400" cy="1409535"/>
            </a:xfrm>
            <a:prstGeom prst="rect">
              <a:avLst/>
            </a:prstGeom>
            <a:noFill/>
          </p:spPr>
          <p:txBody>
            <a:bodyPr wrap="square" rtlCol="0">
              <a:spAutoFit/>
            </a:bodyPr>
            <a:lstStyle/>
            <a:p>
              <a:pPr algn="ctr"/>
              <a:r>
                <a:rPr lang="en-US" sz="4000" dirty="0">
                  <a:solidFill>
                    <a:srgbClr val="011B40"/>
                  </a:solidFill>
                  <a:latin typeface="Berlin Sans FB" panose="020E0602020502020306" pitchFamily="34" charset="0"/>
                </a:rPr>
                <a:t>Model</a:t>
              </a:r>
            </a:p>
            <a:p>
              <a:pPr algn="ctr"/>
              <a:r>
                <a:rPr lang="en-US" sz="4000" dirty="0">
                  <a:solidFill>
                    <a:srgbClr val="011B40"/>
                  </a:solidFill>
                  <a:latin typeface="Berlin Sans FB" panose="020E0602020502020306" pitchFamily="34" charset="0"/>
                </a:rPr>
                <a:t>Training</a:t>
              </a:r>
            </a:p>
          </p:txBody>
        </p:sp>
      </p:grpSp>
      <p:grpSp>
        <p:nvGrpSpPr>
          <p:cNvPr id="12" name="Group 11">
            <a:extLst>
              <a:ext uri="{FF2B5EF4-FFF2-40B4-BE49-F238E27FC236}">
                <a16:creationId xmlns:a16="http://schemas.microsoft.com/office/drawing/2014/main" id="{8DA7FDFD-A074-E724-EB9E-576D8D0D1CE7}"/>
              </a:ext>
            </a:extLst>
          </p:cNvPr>
          <p:cNvGrpSpPr/>
          <p:nvPr/>
        </p:nvGrpSpPr>
        <p:grpSpPr>
          <a:xfrm>
            <a:off x="5347446" y="9019235"/>
            <a:ext cx="2074950" cy="2079937"/>
            <a:chOff x="4349750" y="817248"/>
            <a:chExt cx="2444749" cy="2079937"/>
          </a:xfrm>
        </p:grpSpPr>
        <p:sp>
          <p:nvSpPr>
            <p:cNvPr id="13" name="TextBox 12">
              <a:extLst>
                <a:ext uri="{FF2B5EF4-FFF2-40B4-BE49-F238E27FC236}">
                  <a16:creationId xmlns:a16="http://schemas.microsoft.com/office/drawing/2014/main" id="{7C8A8C97-044C-A8AA-B651-9A6545E5D70E}"/>
                </a:ext>
              </a:extLst>
            </p:cNvPr>
            <p:cNvSpPr txBox="1"/>
            <p:nvPr/>
          </p:nvSpPr>
          <p:spPr>
            <a:xfrm>
              <a:off x="5106707" y="817248"/>
              <a:ext cx="930834"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03</a:t>
              </a:r>
            </a:p>
          </p:txBody>
        </p:sp>
        <p:sp>
          <p:nvSpPr>
            <p:cNvPr id="14" name="TextBox 13">
              <a:extLst>
                <a:ext uri="{FF2B5EF4-FFF2-40B4-BE49-F238E27FC236}">
                  <a16:creationId xmlns:a16="http://schemas.microsoft.com/office/drawing/2014/main" id="{3EC336E1-34F3-4C7E-5010-0FF733ABA54E}"/>
                </a:ext>
              </a:extLst>
            </p:cNvPr>
            <p:cNvSpPr txBox="1"/>
            <p:nvPr/>
          </p:nvSpPr>
          <p:spPr>
            <a:xfrm>
              <a:off x="4349750" y="1573746"/>
              <a:ext cx="2444749" cy="1323439"/>
            </a:xfrm>
            <a:prstGeom prst="rect">
              <a:avLst/>
            </a:prstGeom>
            <a:noFill/>
          </p:spPr>
          <p:txBody>
            <a:bodyPr wrap="square" rtlCol="0">
              <a:spAutoFit/>
            </a:bodyPr>
            <a:lstStyle/>
            <a:p>
              <a:pPr algn="ctr"/>
              <a:r>
                <a:rPr lang="en-US" sz="4000" dirty="0">
                  <a:solidFill>
                    <a:srgbClr val="011B40"/>
                  </a:solidFill>
                  <a:latin typeface="Berlin Sans FB" panose="020E0602020502020306" pitchFamily="34" charset="0"/>
                </a:rPr>
                <a:t>Feature Selection</a:t>
              </a:r>
            </a:p>
          </p:txBody>
        </p:sp>
      </p:grpSp>
      <p:grpSp>
        <p:nvGrpSpPr>
          <p:cNvPr id="15" name="Group 14">
            <a:extLst>
              <a:ext uri="{FF2B5EF4-FFF2-40B4-BE49-F238E27FC236}">
                <a16:creationId xmlns:a16="http://schemas.microsoft.com/office/drawing/2014/main" id="{EBFB78D1-FDA2-CE2C-9314-60B19047FF90}"/>
              </a:ext>
            </a:extLst>
          </p:cNvPr>
          <p:cNvGrpSpPr/>
          <p:nvPr/>
        </p:nvGrpSpPr>
        <p:grpSpPr>
          <a:xfrm>
            <a:off x="9479640" y="7373462"/>
            <a:ext cx="2631751" cy="2018382"/>
            <a:chOff x="4349748" y="817248"/>
            <a:chExt cx="4202826" cy="2018382"/>
          </a:xfrm>
        </p:grpSpPr>
        <p:sp>
          <p:nvSpPr>
            <p:cNvPr id="16" name="TextBox 15">
              <a:extLst>
                <a:ext uri="{FF2B5EF4-FFF2-40B4-BE49-F238E27FC236}">
                  <a16:creationId xmlns:a16="http://schemas.microsoft.com/office/drawing/2014/main" id="{EA24E2AB-8D73-C619-1CEB-E9A6438C0C16}"/>
                </a:ext>
              </a:extLst>
            </p:cNvPr>
            <p:cNvSpPr txBox="1"/>
            <p:nvPr/>
          </p:nvSpPr>
          <p:spPr>
            <a:xfrm>
              <a:off x="5796658" y="817248"/>
              <a:ext cx="1309002"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05</a:t>
              </a:r>
            </a:p>
          </p:txBody>
        </p:sp>
        <p:sp>
          <p:nvSpPr>
            <p:cNvPr id="17" name="TextBox 16">
              <a:extLst>
                <a:ext uri="{FF2B5EF4-FFF2-40B4-BE49-F238E27FC236}">
                  <a16:creationId xmlns:a16="http://schemas.microsoft.com/office/drawing/2014/main" id="{FD1B91D7-4C7E-A7EC-6813-5043141018AD}"/>
                </a:ext>
              </a:extLst>
            </p:cNvPr>
            <p:cNvSpPr txBox="1"/>
            <p:nvPr/>
          </p:nvSpPr>
          <p:spPr>
            <a:xfrm>
              <a:off x="4349748" y="1512191"/>
              <a:ext cx="4202826" cy="1323439"/>
            </a:xfrm>
            <a:prstGeom prst="rect">
              <a:avLst/>
            </a:prstGeom>
            <a:noFill/>
          </p:spPr>
          <p:txBody>
            <a:bodyPr wrap="square" rtlCol="0" anchor="ctr">
              <a:spAutoFit/>
            </a:bodyPr>
            <a:lstStyle/>
            <a:p>
              <a:pPr algn="ctr"/>
              <a:r>
                <a:rPr lang="en-US" sz="4000" dirty="0">
                  <a:solidFill>
                    <a:srgbClr val="011B40"/>
                  </a:solidFill>
                  <a:latin typeface="Berlin Sans FB" panose="020E0602020502020306" pitchFamily="34" charset="0"/>
                </a:rPr>
                <a:t>Evaluation</a:t>
              </a:r>
            </a:p>
          </p:txBody>
        </p:sp>
      </p:grpSp>
      <p:grpSp>
        <p:nvGrpSpPr>
          <p:cNvPr id="18" name="Group 17">
            <a:extLst>
              <a:ext uri="{FF2B5EF4-FFF2-40B4-BE49-F238E27FC236}">
                <a16:creationId xmlns:a16="http://schemas.microsoft.com/office/drawing/2014/main" id="{6C559B9F-2534-D9D7-DF87-979617218694}"/>
              </a:ext>
            </a:extLst>
          </p:cNvPr>
          <p:cNvGrpSpPr/>
          <p:nvPr/>
        </p:nvGrpSpPr>
        <p:grpSpPr>
          <a:xfrm>
            <a:off x="2170766" y="8267653"/>
            <a:ext cx="3072380" cy="1710605"/>
            <a:chOff x="4349750" y="817248"/>
            <a:chExt cx="2573907" cy="1710605"/>
          </a:xfrm>
        </p:grpSpPr>
        <p:sp>
          <p:nvSpPr>
            <p:cNvPr id="19" name="TextBox 18">
              <a:extLst>
                <a:ext uri="{FF2B5EF4-FFF2-40B4-BE49-F238E27FC236}">
                  <a16:creationId xmlns:a16="http://schemas.microsoft.com/office/drawing/2014/main" id="{4DB1A61E-79FE-FDA7-900E-770418FBDF48}"/>
                </a:ext>
              </a:extLst>
            </p:cNvPr>
            <p:cNvSpPr txBox="1"/>
            <p:nvPr/>
          </p:nvSpPr>
          <p:spPr>
            <a:xfrm>
              <a:off x="5305775" y="817248"/>
              <a:ext cx="661857"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02</a:t>
              </a:r>
            </a:p>
          </p:txBody>
        </p:sp>
        <p:sp>
          <p:nvSpPr>
            <p:cNvPr id="20" name="TextBox 19">
              <a:extLst>
                <a:ext uri="{FF2B5EF4-FFF2-40B4-BE49-F238E27FC236}">
                  <a16:creationId xmlns:a16="http://schemas.microsoft.com/office/drawing/2014/main" id="{6B96D0B4-0647-900D-E157-8CCFC997BFA9}"/>
                </a:ext>
              </a:extLst>
            </p:cNvPr>
            <p:cNvSpPr txBox="1"/>
            <p:nvPr/>
          </p:nvSpPr>
          <p:spPr>
            <a:xfrm>
              <a:off x="4349750" y="1819967"/>
              <a:ext cx="2573907" cy="707886"/>
            </a:xfrm>
            <a:prstGeom prst="rect">
              <a:avLst/>
            </a:prstGeom>
            <a:noFill/>
          </p:spPr>
          <p:txBody>
            <a:bodyPr wrap="square" rtlCol="0" anchor="ctr">
              <a:spAutoFit/>
            </a:bodyPr>
            <a:lstStyle/>
            <a:p>
              <a:pPr algn="ctr"/>
              <a:r>
                <a:rPr lang="en-US" sz="4000" dirty="0">
                  <a:solidFill>
                    <a:srgbClr val="011B40"/>
                  </a:solidFill>
                  <a:latin typeface="Berlin Sans FB" panose="020E0602020502020306" pitchFamily="34" charset="0"/>
                </a:rPr>
                <a:t>Preprocessing</a:t>
              </a:r>
            </a:p>
          </p:txBody>
        </p:sp>
      </p:grpSp>
      <p:grpSp>
        <p:nvGrpSpPr>
          <p:cNvPr id="24" name="Group 23">
            <a:extLst>
              <a:ext uri="{FF2B5EF4-FFF2-40B4-BE49-F238E27FC236}">
                <a16:creationId xmlns:a16="http://schemas.microsoft.com/office/drawing/2014/main" id="{1A09BC56-B813-8699-3D43-9C8D01CECDB4}"/>
              </a:ext>
            </a:extLst>
          </p:cNvPr>
          <p:cNvGrpSpPr/>
          <p:nvPr/>
        </p:nvGrpSpPr>
        <p:grpSpPr>
          <a:xfrm>
            <a:off x="106919" y="3030062"/>
            <a:ext cx="2226502" cy="2079937"/>
            <a:chOff x="4349750" y="817248"/>
            <a:chExt cx="2623311" cy="2079937"/>
          </a:xfrm>
        </p:grpSpPr>
        <p:sp>
          <p:nvSpPr>
            <p:cNvPr id="25" name="TextBox 24">
              <a:extLst>
                <a:ext uri="{FF2B5EF4-FFF2-40B4-BE49-F238E27FC236}">
                  <a16:creationId xmlns:a16="http://schemas.microsoft.com/office/drawing/2014/main" id="{02DEF930-53EE-5860-2B4C-919202DB0BA7}"/>
                </a:ext>
              </a:extLst>
            </p:cNvPr>
            <p:cNvSpPr txBox="1"/>
            <p:nvPr/>
          </p:nvSpPr>
          <p:spPr>
            <a:xfrm>
              <a:off x="5188355" y="817248"/>
              <a:ext cx="930835"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01</a:t>
              </a:r>
            </a:p>
          </p:txBody>
        </p:sp>
        <p:sp>
          <p:nvSpPr>
            <p:cNvPr id="26" name="TextBox 25">
              <a:extLst>
                <a:ext uri="{FF2B5EF4-FFF2-40B4-BE49-F238E27FC236}">
                  <a16:creationId xmlns:a16="http://schemas.microsoft.com/office/drawing/2014/main" id="{BA9694D1-0EA7-A09F-E0EF-9EFCE062FB83}"/>
                </a:ext>
              </a:extLst>
            </p:cNvPr>
            <p:cNvSpPr txBox="1"/>
            <p:nvPr/>
          </p:nvSpPr>
          <p:spPr>
            <a:xfrm>
              <a:off x="4349750" y="1573746"/>
              <a:ext cx="2623311"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Data</a:t>
              </a:r>
            </a:p>
            <a:p>
              <a:pPr algn="ctr"/>
              <a:r>
                <a:rPr lang="en-US" sz="4000" dirty="0">
                  <a:solidFill>
                    <a:srgbClr val="0C355D"/>
                  </a:solidFill>
                  <a:latin typeface="Berlin Sans FB" panose="020E0602020502020306" pitchFamily="34" charset="0"/>
                </a:rPr>
                <a:t>Collection</a:t>
              </a:r>
            </a:p>
          </p:txBody>
        </p:sp>
      </p:grpSp>
      <p:sp>
        <p:nvSpPr>
          <p:cNvPr id="27" name="TextBox 26">
            <a:extLst>
              <a:ext uri="{FF2B5EF4-FFF2-40B4-BE49-F238E27FC236}">
                <a16:creationId xmlns:a16="http://schemas.microsoft.com/office/drawing/2014/main" id="{FFECD001-F4AB-C183-75B1-FE978B0A5E40}"/>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Tree>
    <p:extLst>
      <p:ext uri="{BB962C8B-B14F-4D97-AF65-F5344CB8AC3E}">
        <p14:creationId xmlns:p14="http://schemas.microsoft.com/office/powerpoint/2010/main" val="193340556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2581A-4862-8DAC-0AF6-DA3C3D535D3B}"/>
            </a:ext>
          </a:extLst>
        </p:cNvPr>
        <p:cNvGrpSpPr/>
        <p:nvPr/>
      </p:nvGrpSpPr>
      <p:grpSpPr>
        <a:xfrm>
          <a:off x="0" y="0"/>
          <a:ext cx="0" cy="0"/>
          <a:chOff x="0" y="0"/>
          <a:chExt cx="0" cy="0"/>
        </a:xfrm>
      </p:grpSpPr>
      <p:grpSp>
        <p:nvGrpSpPr>
          <p:cNvPr id="110" name="Group 109">
            <a:extLst>
              <a:ext uri="{FF2B5EF4-FFF2-40B4-BE49-F238E27FC236}">
                <a16:creationId xmlns:a16="http://schemas.microsoft.com/office/drawing/2014/main" id="{D0B2C097-011D-FED5-4785-67B7B9BD2D03}"/>
              </a:ext>
            </a:extLst>
          </p:cNvPr>
          <p:cNvGrpSpPr>
            <a:grpSpLocks noChangeAspect="1"/>
          </p:cNvGrpSpPr>
          <p:nvPr/>
        </p:nvGrpSpPr>
        <p:grpSpPr>
          <a:xfrm rot="6696760">
            <a:off x="3065864" y="2160089"/>
            <a:ext cx="1128013" cy="1529993"/>
            <a:chOff x="6238879" y="2353032"/>
            <a:chExt cx="2190745" cy="2971442"/>
          </a:xfrm>
          <a:effectLst>
            <a:outerShdw blurRad="50800" dist="38100" dir="8640000" algn="l" rotWithShape="0">
              <a:prstClr val="black">
                <a:alpha val="40000"/>
              </a:prstClr>
            </a:outerShdw>
          </a:effectLst>
        </p:grpSpPr>
        <p:sp>
          <p:nvSpPr>
            <p:cNvPr id="111" name="Freeform: Shape 110">
              <a:extLst>
                <a:ext uri="{FF2B5EF4-FFF2-40B4-BE49-F238E27FC236}">
                  <a16:creationId xmlns:a16="http://schemas.microsoft.com/office/drawing/2014/main" id="{0A8FB254-37EF-B53C-4B0C-C23807DCD9CA}"/>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12" name="Freeform: Shape 111">
              <a:extLst>
                <a:ext uri="{FF2B5EF4-FFF2-40B4-BE49-F238E27FC236}">
                  <a16:creationId xmlns:a16="http://schemas.microsoft.com/office/drawing/2014/main" id="{F8E665A0-3B14-2CF6-F58D-A5D297D33F6A}"/>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6" name="TextBox 5">
            <a:extLst>
              <a:ext uri="{FF2B5EF4-FFF2-40B4-BE49-F238E27FC236}">
                <a16:creationId xmlns:a16="http://schemas.microsoft.com/office/drawing/2014/main" id="{68BEAA71-2D36-55D6-8437-59EBEE5963BC}"/>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7" name="Graphic 6" descr="Robot with solid fill">
            <a:extLst>
              <a:ext uri="{FF2B5EF4-FFF2-40B4-BE49-F238E27FC236}">
                <a16:creationId xmlns:a16="http://schemas.microsoft.com/office/drawing/2014/main" id="{F7B1BFCD-F842-6294-FC93-9D10BD8903C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8" name="Straight Connector 7">
            <a:extLst>
              <a:ext uri="{FF2B5EF4-FFF2-40B4-BE49-F238E27FC236}">
                <a16:creationId xmlns:a16="http://schemas.microsoft.com/office/drawing/2014/main" id="{00DAF050-F68A-BBE2-9F3C-59F18A3731C4}"/>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8959994C-BA6A-E1D5-6032-515B1ABE39FA}"/>
              </a:ext>
            </a:extLst>
          </p:cNvPr>
          <p:cNvGrpSpPr/>
          <p:nvPr/>
        </p:nvGrpSpPr>
        <p:grpSpPr>
          <a:xfrm>
            <a:off x="7454721" y="8267653"/>
            <a:ext cx="2403858" cy="2045882"/>
            <a:chOff x="4349750" y="804305"/>
            <a:chExt cx="4089400" cy="2178976"/>
          </a:xfrm>
        </p:grpSpPr>
        <p:sp>
          <p:nvSpPr>
            <p:cNvPr id="10" name="TextBox 9">
              <a:extLst>
                <a:ext uri="{FF2B5EF4-FFF2-40B4-BE49-F238E27FC236}">
                  <a16:creationId xmlns:a16="http://schemas.microsoft.com/office/drawing/2014/main" id="{50C73E37-B2C0-DCEF-CDA5-C0EC84E5D7AC}"/>
                </a:ext>
              </a:extLst>
            </p:cNvPr>
            <p:cNvSpPr txBox="1"/>
            <p:nvPr/>
          </p:nvSpPr>
          <p:spPr>
            <a:xfrm>
              <a:off x="5739951" y="804305"/>
              <a:ext cx="1309002" cy="753937"/>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04</a:t>
              </a:r>
            </a:p>
          </p:txBody>
        </p:sp>
        <p:sp>
          <p:nvSpPr>
            <p:cNvPr id="11" name="TextBox 10">
              <a:extLst>
                <a:ext uri="{FF2B5EF4-FFF2-40B4-BE49-F238E27FC236}">
                  <a16:creationId xmlns:a16="http://schemas.microsoft.com/office/drawing/2014/main" id="{4A0425E8-D77D-AC60-143D-70F4D625430B}"/>
                </a:ext>
              </a:extLst>
            </p:cNvPr>
            <p:cNvSpPr txBox="1"/>
            <p:nvPr/>
          </p:nvSpPr>
          <p:spPr>
            <a:xfrm>
              <a:off x="4349750" y="1573746"/>
              <a:ext cx="4089400" cy="1409535"/>
            </a:xfrm>
            <a:prstGeom prst="rect">
              <a:avLst/>
            </a:prstGeom>
            <a:noFill/>
          </p:spPr>
          <p:txBody>
            <a:bodyPr wrap="square" rtlCol="0">
              <a:spAutoFit/>
            </a:bodyPr>
            <a:lstStyle/>
            <a:p>
              <a:pPr algn="ctr"/>
              <a:r>
                <a:rPr lang="en-US" sz="4000" dirty="0">
                  <a:solidFill>
                    <a:srgbClr val="011B40"/>
                  </a:solidFill>
                  <a:latin typeface="Berlin Sans FB" panose="020E0602020502020306" pitchFamily="34" charset="0"/>
                </a:rPr>
                <a:t>Model</a:t>
              </a:r>
            </a:p>
            <a:p>
              <a:pPr algn="ctr"/>
              <a:r>
                <a:rPr lang="en-US" sz="4000" dirty="0">
                  <a:solidFill>
                    <a:srgbClr val="011B40"/>
                  </a:solidFill>
                  <a:latin typeface="Berlin Sans FB" panose="020E0602020502020306" pitchFamily="34" charset="0"/>
                </a:rPr>
                <a:t>Training</a:t>
              </a:r>
            </a:p>
          </p:txBody>
        </p:sp>
      </p:grpSp>
      <p:grpSp>
        <p:nvGrpSpPr>
          <p:cNvPr id="12" name="Group 11">
            <a:extLst>
              <a:ext uri="{FF2B5EF4-FFF2-40B4-BE49-F238E27FC236}">
                <a16:creationId xmlns:a16="http://schemas.microsoft.com/office/drawing/2014/main" id="{6EA1DD12-7727-C095-7E2F-7EC50C101219}"/>
              </a:ext>
            </a:extLst>
          </p:cNvPr>
          <p:cNvGrpSpPr/>
          <p:nvPr/>
        </p:nvGrpSpPr>
        <p:grpSpPr>
          <a:xfrm>
            <a:off x="5347446" y="9019235"/>
            <a:ext cx="2074950" cy="2079937"/>
            <a:chOff x="4349750" y="817248"/>
            <a:chExt cx="2444749" cy="2079937"/>
          </a:xfrm>
        </p:grpSpPr>
        <p:sp>
          <p:nvSpPr>
            <p:cNvPr id="13" name="TextBox 12">
              <a:extLst>
                <a:ext uri="{FF2B5EF4-FFF2-40B4-BE49-F238E27FC236}">
                  <a16:creationId xmlns:a16="http://schemas.microsoft.com/office/drawing/2014/main" id="{43470D9B-1309-97D5-33FA-C602CD7AD968}"/>
                </a:ext>
              </a:extLst>
            </p:cNvPr>
            <p:cNvSpPr txBox="1"/>
            <p:nvPr/>
          </p:nvSpPr>
          <p:spPr>
            <a:xfrm>
              <a:off x="5106707" y="817248"/>
              <a:ext cx="930834"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03</a:t>
              </a:r>
            </a:p>
          </p:txBody>
        </p:sp>
        <p:sp>
          <p:nvSpPr>
            <p:cNvPr id="14" name="TextBox 13">
              <a:extLst>
                <a:ext uri="{FF2B5EF4-FFF2-40B4-BE49-F238E27FC236}">
                  <a16:creationId xmlns:a16="http://schemas.microsoft.com/office/drawing/2014/main" id="{C5394A8E-048B-E989-6EE9-D306F132105D}"/>
                </a:ext>
              </a:extLst>
            </p:cNvPr>
            <p:cNvSpPr txBox="1"/>
            <p:nvPr/>
          </p:nvSpPr>
          <p:spPr>
            <a:xfrm>
              <a:off x="4349750" y="1573746"/>
              <a:ext cx="2444749" cy="1323439"/>
            </a:xfrm>
            <a:prstGeom prst="rect">
              <a:avLst/>
            </a:prstGeom>
            <a:noFill/>
          </p:spPr>
          <p:txBody>
            <a:bodyPr wrap="square" rtlCol="0">
              <a:spAutoFit/>
            </a:bodyPr>
            <a:lstStyle/>
            <a:p>
              <a:pPr algn="ctr"/>
              <a:r>
                <a:rPr lang="en-US" sz="4000" dirty="0">
                  <a:solidFill>
                    <a:srgbClr val="011B40"/>
                  </a:solidFill>
                  <a:latin typeface="Berlin Sans FB" panose="020E0602020502020306" pitchFamily="34" charset="0"/>
                </a:rPr>
                <a:t>Feature Selection</a:t>
              </a:r>
            </a:p>
          </p:txBody>
        </p:sp>
      </p:grpSp>
      <p:grpSp>
        <p:nvGrpSpPr>
          <p:cNvPr id="15" name="Group 14">
            <a:extLst>
              <a:ext uri="{FF2B5EF4-FFF2-40B4-BE49-F238E27FC236}">
                <a16:creationId xmlns:a16="http://schemas.microsoft.com/office/drawing/2014/main" id="{1B72BA10-CC1A-8A8C-0AB5-183433814BFF}"/>
              </a:ext>
            </a:extLst>
          </p:cNvPr>
          <p:cNvGrpSpPr/>
          <p:nvPr/>
        </p:nvGrpSpPr>
        <p:grpSpPr>
          <a:xfrm>
            <a:off x="9479640" y="7373462"/>
            <a:ext cx="2631751" cy="2018382"/>
            <a:chOff x="4349748" y="817248"/>
            <a:chExt cx="4202826" cy="2018382"/>
          </a:xfrm>
        </p:grpSpPr>
        <p:sp>
          <p:nvSpPr>
            <p:cNvPr id="16" name="TextBox 15">
              <a:extLst>
                <a:ext uri="{FF2B5EF4-FFF2-40B4-BE49-F238E27FC236}">
                  <a16:creationId xmlns:a16="http://schemas.microsoft.com/office/drawing/2014/main" id="{51464F96-E163-8CF1-8965-57EFA7104E79}"/>
                </a:ext>
              </a:extLst>
            </p:cNvPr>
            <p:cNvSpPr txBox="1"/>
            <p:nvPr/>
          </p:nvSpPr>
          <p:spPr>
            <a:xfrm>
              <a:off x="5796658" y="817248"/>
              <a:ext cx="1309002"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05</a:t>
              </a:r>
            </a:p>
          </p:txBody>
        </p:sp>
        <p:sp>
          <p:nvSpPr>
            <p:cNvPr id="17" name="TextBox 16">
              <a:extLst>
                <a:ext uri="{FF2B5EF4-FFF2-40B4-BE49-F238E27FC236}">
                  <a16:creationId xmlns:a16="http://schemas.microsoft.com/office/drawing/2014/main" id="{F87CBBA7-08E5-7C80-9D4F-B50B6F760805}"/>
                </a:ext>
              </a:extLst>
            </p:cNvPr>
            <p:cNvSpPr txBox="1"/>
            <p:nvPr/>
          </p:nvSpPr>
          <p:spPr>
            <a:xfrm>
              <a:off x="4349748" y="1512191"/>
              <a:ext cx="4202826" cy="1323439"/>
            </a:xfrm>
            <a:prstGeom prst="rect">
              <a:avLst/>
            </a:prstGeom>
            <a:noFill/>
          </p:spPr>
          <p:txBody>
            <a:bodyPr wrap="square" rtlCol="0" anchor="ctr">
              <a:spAutoFit/>
            </a:bodyPr>
            <a:lstStyle/>
            <a:p>
              <a:pPr algn="ctr"/>
              <a:r>
                <a:rPr lang="en-US" sz="4000" dirty="0">
                  <a:solidFill>
                    <a:srgbClr val="011B40"/>
                  </a:solidFill>
                  <a:latin typeface="Berlin Sans FB" panose="020E0602020502020306" pitchFamily="34" charset="0"/>
                </a:rPr>
                <a:t>Evaluation</a:t>
              </a:r>
            </a:p>
          </p:txBody>
        </p:sp>
      </p:grpSp>
      <p:grpSp>
        <p:nvGrpSpPr>
          <p:cNvPr id="24" name="Group 23">
            <a:extLst>
              <a:ext uri="{FF2B5EF4-FFF2-40B4-BE49-F238E27FC236}">
                <a16:creationId xmlns:a16="http://schemas.microsoft.com/office/drawing/2014/main" id="{E54722CF-225A-EA4E-DBDE-3DABC028364C}"/>
              </a:ext>
            </a:extLst>
          </p:cNvPr>
          <p:cNvGrpSpPr/>
          <p:nvPr/>
        </p:nvGrpSpPr>
        <p:grpSpPr>
          <a:xfrm>
            <a:off x="2170766" y="3924253"/>
            <a:ext cx="3072380" cy="1710605"/>
            <a:chOff x="4349750" y="817248"/>
            <a:chExt cx="2573907" cy="1710605"/>
          </a:xfrm>
        </p:grpSpPr>
        <p:sp>
          <p:nvSpPr>
            <p:cNvPr id="25" name="TextBox 24">
              <a:extLst>
                <a:ext uri="{FF2B5EF4-FFF2-40B4-BE49-F238E27FC236}">
                  <a16:creationId xmlns:a16="http://schemas.microsoft.com/office/drawing/2014/main" id="{916FBF8C-B8AF-C93A-7685-89D582F9BE2D}"/>
                </a:ext>
              </a:extLst>
            </p:cNvPr>
            <p:cNvSpPr txBox="1"/>
            <p:nvPr/>
          </p:nvSpPr>
          <p:spPr>
            <a:xfrm>
              <a:off x="5305775" y="817248"/>
              <a:ext cx="661857"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02</a:t>
              </a:r>
            </a:p>
          </p:txBody>
        </p:sp>
        <p:sp>
          <p:nvSpPr>
            <p:cNvPr id="26" name="TextBox 25">
              <a:extLst>
                <a:ext uri="{FF2B5EF4-FFF2-40B4-BE49-F238E27FC236}">
                  <a16:creationId xmlns:a16="http://schemas.microsoft.com/office/drawing/2014/main" id="{A5215D23-CDFE-1DAA-CA8D-E57F86575776}"/>
                </a:ext>
              </a:extLst>
            </p:cNvPr>
            <p:cNvSpPr txBox="1"/>
            <p:nvPr/>
          </p:nvSpPr>
          <p:spPr>
            <a:xfrm>
              <a:off x="4349750" y="1819967"/>
              <a:ext cx="2573907" cy="707886"/>
            </a:xfrm>
            <a:prstGeom prst="rect">
              <a:avLst/>
            </a:prstGeom>
            <a:noFill/>
          </p:spPr>
          <p:txBody>
            <a:bodyPr wrap="square" rtlCol="0" anchor="ctr">
              <a:spAutoFit/>
            </a:bodyPr>
            <a:lstStyle/>
            <a:p>
              <a:pPr algn="ctr"/>
              <a:r>
                <a:rPr lang="en-US" sz="4000" dirty="0">
                  <a:solidFill>
                    <a:srgbClr val="0C355D"/>
                  </a:solidFill>
                  <a:latin typeface="Berlin Sans FB" panose="020E0602020502020306" pitchFamily="34" charset="0"/>
                </a:rPr>
                <a:t>Preprocessing</a:t>
              </a:r>
            </a:p>
          </p:txBody>
        </p:sp>
      </p:grpSp>
      <p:grpSp>
        <p:nvGrpSpPr>
          <p:cNvPr id="27" name="Group 26">
            <a:extLst>
              <a:ext uri="{FF2B5EF4-FFF2-40B4-BE49-F238E27FC236}">
                <a16:creationId xmlns:a16="http://schemas.microsoft.com/office/drawing/2014/main" id="{8E1D09FE-77C4-E63E-CB9A-B59733288103}"/>
              </a:ext>
            </a:extLst>
          </p:cNvPr>
          <p:cNvGrpSpPr/>
          <p:nvPr/>
        </p:nvGrpSpPr>
        <p:grpSpPr>
          <a:xfrm>
            <a:off x="106919" y="3030062"/>
            <a:ext cx="2226502" cy="2079937"/>
            <a:chOff x="4349750" y="817248"/>
            <a:chExt cx="2623311" cy="2079937"/>
          </a:xfrm>
        </p:grpSpPr>
        <p:sp>
          <p:nvSpPr>
            <p:cNvPr id="28" name="TextBox 27">
              <a:extLst>
                <a:ext uri="{FF2B5EF4-FFF2-40B4-BE49-F238E27FC236}">
                  <a16:creationId xmlns:a16="http://schemas.microsoft.com/office/drawing/2014/main" id="{C0F5CE05-DDF8-332B-24C0-A70A83AAE12D}"/>
                </a:ext>
              </a:extLst>
            </p:cNvPr>
            <p:cNvSpPr txBox="1"/>
            <p:nvPr/>
          </p:nvSpPr>
          <p:spPr>
            <a:xfrm>
              <a:off x="5188355" y="817248"/>
              <a:ext cx="930835"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01</a:t>
              </a:r>
            </a:p>
          </p:txBody>
        </p:sp>
        <p:sp>
          <p:nvSpPr>
            <p:cNvPr id="29" name="TextBox 28">
              <a:extLst>
                <a:ext uri="{FF2B5EF4-FFF2-40B4-BE49-F238E27FC236}">
                  <a16:creationId xmlns:a16="http://schemas.microsoft.com/office/drawing/2014/main" id="{389E0FF5-9E86-6ED6-263F-852490DDD55D}"/>
                </a:ext>
              </a:extLst>
            </p:cNvPr>
            <p:cNvSpPr txBox="1"/>
            <p:nvPr/>
          </p:nvSpPr>
          <p:spPr>
            <a:xfrm>
              <a:off x="4349750" y="1573746"/>
              <a:ext cx="2623311"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Data</a:t>
              </a:r>
            </a:p>
            <a:p>
              <a:pPr algn="ctr"/>
              <a:r>
                <a:rPr lang="en-US" sz="4000" dirty="0">
                  <a:solidFill>
                    <a:srgbClr val="0C355D"/>
                  </a:solidFill>
                  <a:latin typeface="Berlin Sans FB" panose="020E0602020502020306" pitchFamily="34" charset="0"/>
                </a:rPr>
                <a:t>Collection</a:t>
              </a:r>
            </a:p>
          </p:txBody>
        </p:sp>
      </p:grpSp>
      <p:sp>
        <p:nvSpPr>
          <p:cNvPr id="30" name="TextBox 29">
            <a:extLst>
              <a:ext uri="{FF2B5EF4-FFF2-40B4-BE49-F238E27FC236}">
                <a16:creationId xmlns:a16="http://schemas.microsoft.com/office/drawing/2014/main" id="{D8E68D56-801B-8F4F-38AF-A77FCD2593F7}"/>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Tree>
    <p:extLst>
      <p:ext uri="{BB962C8B-B14F-4D97-AF65-F5344CB8AC3E}">
        <p14:creationId xmlns:p14="http://schemas.microsoft.com/office/powerpoint/2010/main" val="249423341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4045-A9EB-10CB-A07E-64016008317D}"/>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65E62B45-8AD1-3ECE-1B02-69216472085F}"/>
              </a:ext>
            </a:extLst>
          </p:cNvPr>
          <p:cNvGrpSpPr>
            <a:grpSpLocks noChangeAspect="1"/>
          </p:cNvGrpSpPr>
          <p:nvPr/>
        </p:nvGrpSpPr>
        <p:grpSpPr>
          <a:xfrm rot="5095692">
            <a:off x="5820915" y="2388231"/>
            <a:ext cx="1128013" cy="1529993"/>
            <a:chOff x="6238879" y="2353032"/>
            <a:chExt cx="2190745" cy="2971442"/>
          </a:xfrm>
          <a:effectLst>
            <a:outerShdw blurRad="50800" dist="38100" dir="8640000" algn="l" rotWithShape="0">
              <a:prstClr val="black">
                <a:alpha val="40000"/>
              </a:prstClr>
            </a:outerShdw>
          </a:effectLst>
        </p:grpSpPr>
        <p:sp>
          <p:nvSpPr>
            <p:cNvPr id="14" name="Freeform: Shape 13">
              <a:extLst>
                <a:ext uri="{FF2B5EF4-FFF2-40B4-BE49-F238E27FC236}">
                  <a16:creationId xmlns:a16="http://schemas.microsoft.com/office/drawing/2014/main" id="{2EAA8404-50ED-D6DE-5347-C9A7736B1DB7}"/>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5" name="Freeform: Shape 14">
              <a:extLst>
                <a:ext uri="{FF2B5EF4-FFF2-40B4-BE49-F238E27FC236}">
                  <a16:creationId xmlns:a16="http://schemas.microsoft.com/office/drawing/2014/main" id="{1B9BBC40-5CA0-4BC2-5172-3BE39C5FE85A}"/>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6" name="TextBox 5">
            <a:extLst>
              <a:ext uri="{FF2B5EF4-FFF2-40B4-BE49-F238E27FC236}">
                <a16:creationId xmlns:a16="http://schemas.microsoft.com/office/drawing/2014/main" id="{0B24E39D-7211-E592-61FF-6046137A597D}"/>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7" name="Graphic 6" descr="Robot with solid fill">
            <a:extLst>
              <a:ext uri="{FF2B5EF4-FFF2-40B4-BE49-F238E27FC236}">
                <a16:creationId xmlns:a16="http://schemas.microsoft.com/office/drawing/2014/main" id="{83E247F6-52DD-3A1A-1673-8698876206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8" name="Straight Connector 7">
            <a:extLst>
              <a:ext uri="{FF2B5EF4-FFF2-40B4-BE49-F238E27FC236}">
                <a16:creationId xmlns:a16="http://schemas.microsoft.com/office/drawing/2014/main" id="{0A3B2E6A-3654-7533-E0BA-4D5CE2984EEA}"/>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3D6D1610-3031-3E3F-45C0-1C398043FFB7}"/>
              </a:ext>
            </a:extLst>
          </p:cNvPr>
          <p:cNvGrpSpPr/>
          <p:nvPr/>
        </p:nvGrpSpPr>
        <p:grpSpPr>
          <a:xfrm>
            <a:off x="7454721" y="8267653"/>
            <a:ext cx="2403858" cy="2045882"/>
            <a:chOff x="4349750" y="804305"/>
            <a:chExt cx="4089400" cy="2178976"/>
          </a:xfrm>
        </p:grpSpPr>
        <p:sp>
          <p:nvSpPr>
            <p:cNvPr id="10" name="TextBox 9">
              <a:extLst>
                <a:ext uri="{FF2B5EF4-FFF2-40B4-BE49-F238E27FC236}">
                  <a16:creationId xmlns:a16="http://schemas.microsoft.com/office/drawing/2014/main" id="{B07A56B4-B670-0372-2291-A45D3A86292E}"/>
                </a:ext>
              </a:extLst>
            </p:cNvPr>
            <p:cNvSpPr txBox="1"/>
            <p:nvPr/>
          </p:nvSpPr>
          <p:spPr>
            <a:xfrm>
              <a:off x="5739951" y="804305"/>
              <a:ext cx="1309002" cy="753937"/>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04</a:t>
              </a:r>
            </a:p>
          </p:txBody>
        </p:sp>
        <p:sp>
          <p:nvSpPr>
            <p:cNvPr id="11" name="TextBox 10">
              <a:extLst>
                <a:ext uri="{FF2B5EF4-FFF2-40B4-BE49-F238E27FC236}">
                  <a16:creationId xmlns:a16="http://schemas.microsoft.com/office/drawing/2014/main" id="{82C55193-1FB7-FE5F-CBA0-2C736581A9BE}"/>
                </a:ext>
              </a:extLst>
            </p:cNvPr>
            <p:cNvSpPr txBox="1"/>
            <p:nvPr/>
          </p:nvSpPr>
          <p:spPr>
            <a:xfrm>
              <a:off x="4349750" y="1573746"/>
              <a:ext cx="4089400" cy="1409535"/>
            </a:xfrm>
            <a:prstGeom prst="rect">
              <a:avLst/>
            </a:prstGeom>
            <a:noFill/>
          </p:spPr>
          <p:txBody>
            <a:bodyPr wrap="square" rtlCol="0">
              <a:spAutoFit/>
            </a:bodyPr>
            <a:lstStyle/>
            <a:p>
              <a:pPr algn="ctr"/>
              <a:r>
                <a:rPr lang="en-US" sz="4000" dirty="0">
                  <a:solidFill>
                    <a:srgbClr val="011B40"/>
                  </a:solidFill>
                  <a:latin typeface="Berlin Sans FB" panose="020E0602020502020306" pitchFamily="34" charset="0"/>
                </a:rPr>
                <a:t>Model</a:t>
              </a:r>
            </a:p>
            <a:p>
              <a:pPr algn="ctr"/>
              <a:r>
                <a:rPr lang="en-US" sz="4000" dirty="0">
                  <a:solidFill>
                    <a:srgbClr val="011B40"/>
                  </a:solidFill>
                  <a:latin typeface="Berlin Sans FB" panose="020E0602020502020306" pitchFamily="34" charset="0"/>
                </a:rPr>
                <a:t>Training</a:t>
              </a:r>
            </a:p>
          </p:txBody>
        </p:sp>
      </p:grpSp>
      <p:grpSp>
        <p:nvGrpSpPr>
          <p:cNvPr id="19" name="Group 18">
            <a:extLst>
              <a:ext uri="{FF2B5EF4-FFF2-40B4-BE49-F238E27FC236}">
                <a16:creationId xmlns:a16="http://schemas.microsoft.com/office/drawing/2014/main" id="{5D36232F-9FE0-F685-1825-4899B7000232}"/>
              </a:ext>
            </a:extLst>
          </p:cNvPr>
          <p:cNvGrpSpPr/>
          <p:nvPr/>
        </p:nvGrpSpPr>
        <p:grpSpPr>
          <a:xfrm>
            <a:off x="9479640" y="7373462"/>
            <a:ext cx="2631751" cy="2018382"/>
            <a:chOff x="4349748" y="817248"/>
            <a:chExt cx="4202826" cy="2018382"/>
          </a:xfrm>
        </p:grpSpPr>
        <p:sp>
          <p:nvSpPr>
            <p:cNvPr id="28" name="TextBox 27">
              <a:extLst>
                <a:ext uri="{FF2B5EF4-FFF2-40B4-BE49-F238E27FC236}">
                  <a16:creationId xmlns:a16="http://schemas.microsoft.com/office/drawing/2014/main" id="{50BEC665-863D-B0E1-7801-56886FD5E13F}"/>
                </a:ext>
              </a:extLst>
            </p:cNvPr>
            <p:cNvSpPr txBox="1"/>
            <p:nvPr/>
          </p:nvSpPr>
          <p:spPr>
            <a:xfrm>
              <a:off x="5796658" y="817248"/>
              <a:ext cx="1309002"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05</a:t>
              </a:r>
            </a:p>
          </p:txBody>
        </p:sp>
        <p:sp>
          <p:nvSpPr>
            <p:cNvPr id="29" name="TextBox 28">
              <a:extLst>
                <a:ext uri="{FF2B5EF4-FFF2-40B4-BE49-F238E27FC236}">
                  <a16:creationId xmlns:a16="http://schemas.microsoft.com/office/drawing/2014/main" id="{A4C17E12-C08D-5C72-D76A-99C8F3A84EDF}"/>
                </a:ext>
              </a:extLst>
            </p:cNvPr>
            <p:cNvSpPr txBox="1"/>
            <p:nvPr/>
          </p:nvSpPr>
          <p:spPr>
            <a:xfrm>
              <a:off x="4349748" y="1512191"/>
              <a:ext cx="4202826" cy="1323439"/>
            </a:xfrm>
            <a:prstGeom prst="rect">
              <a:avLst/>
            </a:prstGeom>
            <a:noFill/>
          </p:spPr>
          <p:txBody>
            <a:bodyPr wrap="square" rtlCol="0" anchor="ctr">
              <a:spAutoFit/>
            </a:bodyPr>
            <a:lstStyle/>
            <a:p>
              <a:pPr algn="ctr"/>
              <a:r>
                <a:rPr lang="en-US" sz="4000" dirty="0">
                  <a:solidFill>
                    <a:srgbClr val="011B40"/>
                  </a:solidFill>
                  <a:latin typeface="Berlin Sans FB" panose="020E0602020502020306" pitchFamily="34" charset="0"/>
                </a:rPr>
                <a:t>Evaluation</a:t>
              </a:r>
            </a:p>
          </p:txBody>
        </p:sp>
      </p:grpSp>
      <p:grpSp>
        <p:nvGrpSpPr>
          <p:cNvPr id="36" name="Group 35">
            <a:extLst>
              <a:ext uri="{FF2B5EF4-FFF2-40B4-BE49-F238E27FC236}">
                <a16:creationId xmlns:a16="http://schemas.microsoft.com/office/drawing/2014/main" id="{9AB4BCF9-5B5A-8F5D-1805-4D617AF6FDA7}"/>
              </a:ext>
            </a:extLst>
          </p:cNvPr>
          <p:cNvGrpSpPr/>
          <p:nvPr/>
        </p:nvGrpSpPr>
        <p:grpSpPr>
          <a:xfrm>
            <a:off x="5347446" y="4675835"/>
            <a:ext cx="2074950" cy="2079937"/>
            <a:chOff x="4349750" y="817248"/>
            <a:chExt cx="2444749" cy="2079937"/>
          </a:xfrm>
        </p:grpSpPr>
        <p:sp>
          <p:nvSpPr>
            <p:cNvPr id="37" name="TextBox 36">
              <a:extLst>
                <a:ext uri="{FF2B5EF4-FFF2-40B4-BE49-F238E27FC236}">
                  <a16:creationId xmlns:a16="http://schemas.microsoft.com/office/drawing/2014/main" id="{1E885581-387C-184C-1413-5D3F29A40995}"/>
                </a:ext>
              </a:extLst>
            </p:cNvPr>
            <p:cNvSpPr txBox="1"/>
            <p:nvPr/>
          </p:nvSpPr>
          <p:spPr>
            <a:xfrm>
              <a:off x="5106707" y="817248"/>
              <a:ext cx="930834"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03</a:t>
              </a:r>
            </a:p>
          </p:txBody>
        </p:sp>
        <p:sp>
          <p:nvSpPr>
            <p:cNvPr id="38" name="TextBox 37">
              <a:extLst>
                <a:ext uri="{FF2B5EF4-FFF2-40B4-BE49-F238E27FC236}">
                  <a16:creationId xmlns:a16="http://schemas.microsoft.com/office/drawing/2014/main" id="{B2B3B238-044F-441A-8C4A-7D341D297233}"/>
                </a:ext>
              </a:extLst>
            </p:cNvPr>
            <p:cNvSpPr txBox="1"/>
            <p:nvPr/>
          </p:nvSpPr>
          <p:spPr>
            <a:xfrm>
              <a:off x="4349750" y="1573746"/>
              <a:ext cx="2444749"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Feature Selection</a:t>
              </a:r>
            </a:p>
          </p:txBody>
        </p:sp>
      </p:grpSp>
      <p:grpSp>
        <p:nvGrpSpPr>
          <p:cNvPr id="39" name="Group 38">
            <a:extLst>
              <a:ext uri="{FF2B5EF4-FFF2-40B4-BE49-F238E27FC236}">
                <a16:creationId xmlns:a16="http://schemas.microsoft.com/office/drawing/2014/main" id="{7266A533-B604-1564-DBA4-8820376EFA7F}"/>
              </a:ext>
            </a:extLst>
          </p:cNvPr>
          <p:cNvGrpSpPr/>
          <p:nvPr/>
        </p:nvGrpSpPr>
        <p:grpSpPr>
          <a:xfrm>
            <a:off x="2170766" y="3924253"/>
            <a:ext cx="3072380" cy="1710605"/>
            <a:chOff x="4349750" y="817248"/>
            <a:chExt cx="2573907" cy="1710605"/>
          </a:xfrm>
        </p:grpSpPr>
        <p:sp>
          <p:nvSpPr>
            <p:cNvPr id="40" name="TextBox 39">
              <a:extLst>
                <a:ext uri="{FF2B5EF4-FFF2-40B4-BE49-F238E27FC236}">
                  <a16:creationId xmlns:a16="http://schemas.microsoft.com/office/drawing/2014/main" id="{F2ACFCE3-F780-3208-C36B-FE190592B9A6}"/>
                </a:ext>
              </a:extLst>
            </p:cNvPr>
            <p:cNvSpPr txBox="1"/>
            <p:nvPr/>
          </p:nvSpPr>
          <p:spPr>
            <a:xfrm>
              <a:off x="5305775" y="817248"/>
              <a:ext cx="661857"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02</a:t>
              </a:r>
            </a:p>
          </p:txBody>
        </p:sp>
        <p:sp>
          <p:nvSpPr>
            <p:cNvPr id="41" name="TextBox 40">
              <a:extLst>
                <a:ext uri="{FF2B5EF4-FFF2-40B4-BE49-F238E27FC236}">
                  <a16:creationId xmlns:a16="http://schemas.microsoft.com/office/drawing/2014/main" id="{260AD216-5F3C-E611-1C4A-1844FEAF8C8D}"/>
                </a:ext>
              </a:extLst>
            </p:cNvPr>
            <p:cNvSpPr txBox="1"/>
            <p:nvPr/>
          </p:nvSpPr>
          <p:spPr>
            <a:xfrm>
              <a:off x="4349750" y="1819967"/>
              <a:ext cx="2573907" cy="707886"/>
            </a:xfrm>
            <a:prstGeom prst="rect">
              <a:avLst/>
            </a:prstGeom>
            <a:noFill/>
          </p:spPr>
          <p:txBody>
            <a:bodyPr wrap="square" rtlCol="0" anchor="ctr">
              <a:spAutoFit/>
            </a:bodyPr>
            <a:lstStyle/>
            <a:p>
              <a:pPr algn="ctr"/>
              <a:r>
                <a:rPr lang="en-US" sz="4000" dirty="0">
                  <a:solidFill>
                    <a:srgbClr val="0C355D"/>
                  </a:solidFill>
                  <a:latin typeface="Berlin Sans FB" panose="020E0602020502020306" pitchFamily="34" charset="0"/>
                </a:rPr>
                <a:t>Preprocessing</a:t>
              </a:r>
            </a:p>
          </p:txBody>
        </p:sp>
      </p:grpSp>
      <p:grpSp>
        <p:nvGrpSpPr>
          <p:cNvPr id="42" name="Group 41">
            <a:extLst>
              <a:ext uri="{FF2B5EF4-FFF2-40B4-BE49-F238E27FC236}">
                <a16:creationId xmlns:a16="http://schemas.microsoft.com/office/drawing/2014/main" id="{B134273D-F2C0-2879-A7D5-B20B9C1D171D}"/>
              </a:ext>
            </a:extLst>
          </p:cNvPr>
          <p:cNvGrpSpPr/>
          <p:nvPr/>
        </p:nvGrpSpPr>
        <p:grpSpPr>
          <a:xfrm>
            <a:off x="106919" y="3030062"/>
            <a:ext cx="2226502" cy="2079937"/>
            <a:chOff x="4349750" y="817248"/>
            <a:chExt cx="2623311" cy="2079937"/>
          </a:xfrm>
        </p:grpSpPr>
        <p:sp>
          <p:nvSpPr>
            <p:cNvPr id="43" name="TextBox 42">
              <a:extLst>
                <a:ext uri="{FF2B5EF4-FFF2-40B4-BE49-F238E27FC236}">
                  <a16:creationId xmlns:a16="http://schemas.microsoft.com/office/drawing/2014/main" id="{E5C01A0D-4B62-859E-4670-1875B662BB09}"/>
                </a:ext>
              </a:extLst>
            </p:cNvPr>
            <p:cNvSpPr txBox="1"/>
            <p:nvPr/>
          </p:nvSpPr>
          <p:spPr>
            <a:xfrm>
              <a:off x="5188355" y="817248"/>
              <a:ext cx="930835"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01</a:t>
              </a:r>
            </a:p>
          </p:txBody>
        </p:sp>
        <p:sp>
          <p:nvSpPr>
            <p:cNvPr id="44" name="TextBox 43">
              <a:extLst>
                <a:ext uri="{FF2B5EF4-FFF2-40B4-BE49-F238E27FC236}">
                  <a16:creationId xmlns:a16="http://schemas.microsoft.com/office/drawing/2014/main" id="{E51071A9-9885-3EBC-4DB1-8063D4C0C13F}"/>
                </a:ext>
              </a:extLst>
            </p:cNvPr>
            <p:cNvSpPr txBox="1"/>
            <p:nvPr/>
          </p:nvSpPr>
          <p:spPr>
            <a:xfrm>
              <a:off x="4349750" y="1573746"/>
              <a:ext cx="2623311"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Data</a:t>
              </a:r>
            </a:p>
            <a:p>
              <a:pPr algn="ctr"/>
              <a:r>
                <a:rPr lang="en-US" sz="4000" dirty="0">
                  <a:solidFill>
                    <a:srgbClr val="0C355D"/>
                  </a:solidFill>
                  <a:latin typeface="Berlin Sans FB" panose="020E0602020502020306" pitchFamily="34" charset="0"/>
                </a:rPr>
                <a:t>Collection</a:t>
              </a:r>
            </a:p>
          </p:txBody>
        </p:sp>
      </p:grpSp>
      <p:sp>
        <p:nvSpPr>
          <p:cNvPr id="45" name="TextBox 44">
            <a:extLst>
              <a:ext uri="{FF2B5EF4-FFF2-40B4-BE49-F238E27FC236}">
                <a16:creationId xmlns:a16="http://schemas.microsoft.com/office/drawing/2014/main" id="{05E904E1-E7C5-CCF9-8063-AB6002AD4CCD}"/>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Tree>
    <p:extLst>
      <p:ext uri="{BB962C8B-B14F-4D97-AF65-F5344CB8AC3E}">
        <p14:creationId xmlns:p14="http://schemas.microsoft.com/office/powerpoint/2010/main" val="2845858422"/>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BC853-50F2-650D-F5C7-D96120D6B6C7}"/>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59DF69AC-7A3F-4CB7-912B-74A270999E93}"/>
              </a:ext>
            </a:extLst>
          </p:cNvPr>
          <p:cNvGrpSpPr>
            <a:grpSpLocks noChangeAspect="1"/>
          </p:cNvGrpSpPr>
          <p:nvPr/>
        </p:nvGrpSpPr>
        <p:grpSpPr>
          <a:xfrm rot="4140541">
            <a:off x="8092643" y="1948388"/>
            <a:ext cx="1128013" cy="1529993"/>
            <a:chOff x="6238879" y="2353032"/>
            <a:chExt cx="2190745" cy="2971442"/>
          </a:xfrm>
          <a:effectLst>
            <a:outerShdw blurRad="50800" dist="38100" dir="8640000" algn="l" rotWithShape="0">
              <a:prstClr val="black">
                <a:alpha val="40000"/>
              </a:prstClr>
            </a:outerShdw>
          </a:effectLst>
        </p:grpSpPr>
        <p:sp>
          <p:nvSpPr>
            <p:cNvPr id="16" name="Freeform: Shape 15">
              <a:extLst>
                <a:ext uri="{FF2B5EF4-FFF2-40B4-BE49-F238E27FC236}">
                  <a16:creationId xmlns:a16="http://schemas.microsoft.com/office/drawing/2014/main" id="{7EE10FA3-1DFE-57CA-227B-E7302B5C5A1D}"/>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7" name="Freeform: Shape 16">
              <a:extLst>
                <a:ext uri="{FF2B5EF4-FFF2-40B4-BE49-F238E27FC236}">
                  <a16:creationId xmlns:a16="http://schemas.microsoft.com/office/drawing/2014/main" id="{830CCDE4-86C5-67D2-FA00-E49D54533DD7}"/>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6" name="TextBox 5">
            <a:extLst>
              <a:ext uri="{FF2B5EF4-FFF2-40B4-BE49-F238E27FC236}">
                <a16:creationId xmlns:a16="http://schemas.microsoft.com/office/drawing/2014/main" id="{C99FA91A-30FB-8665-7E8B-FD579CF34534}"/>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7" name="Graphic 6" descr="Robot with solid fill">
            <a:extLst>
              <a:ext uri="{FF2B5EF4-FFF2-40B4-BE49-F238E27FC236}">
                <a16:creationId xmlns:a16="http://schemas.microsoft.com/office/drawing/2014/main" id="{608DC8CD-3F35-C6BC-6BBC-01A826653C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8" name="Straight Connector 7">
            <a:extLst>
              <a:ext uri="{FF2B5EF4-FFF2-40B4-BE49-F238E27FC236}">
                <a16:creationId xmlns:a16="http://schemas.microsoft.com/office/drawing/2014/main" id="{C2073447-941B-B7F3-EF30-425A66856670}"/>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9" name="Group 8">
            <a:extLst>
              <a:ext uri="{FF2B5EF4-FFF2-40B4-BE49-F238E27FC236}">
                <a16:creationId xmlns:a16="http://schemas.microsoft.com/office/drawing/2014/main" id="{120AB3CC-8A35-4E63-6E5D-840C6A8A838E}"/>
              </a:ext>
            </a:extLst>
          </p:cNvPr>
          <p:cNvGrpSpPr/>
          <p:nvPr/>
        </p:nvGrpSpPr>
        <p:grpSpPr>
          <a:xfrm>
            <a:off x="7454721" y="3924253"/>
            <a:ext cx="2403858" cy="2045882"/>
            <a:chOff x="4349750" y="804305"/>
            <a:chExt cx="4089400" cy="2178976"/>
          </a:xfrm>
        </p:grpSpPr>
        <p:sp>
          <p:nvSpPr>
            <p:cNvPr id="10" name="TextBox 9">
              <a:extLst>
                <a:ext uri="{FF2B5EF4-FFF2-40B4-BE49-F238E27FC236}">
                  <a16:creationId xmlns:a16="http://schemas.microsoft.com/office/drawing/2014/main" id="{5E93CF66-656C-7D5E-D8B4-AEA76A1A7807}"/>
                </a:ext>
              </a:extLst>
            </p:cNvPr>
            <p:cNvSpPr txBox="1"/>
            <p:nvPr/>
          </p:nvSpPr>
          <p:spPr>
            <a:xfrm>
              <a:off x="5739951" y="804305"/>
              <a:ext cx="1309002" cy="753937"/>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04</a:t>
              </a:r>
            </a:p>
          </p:txBody>
        </p:sp>
        <p:sp>
          <p:nvSpPr>
            <p:cNvPr id="11" name="TextBox 10">
              <a:extLst>
                <a:ext uri="{FF2B5EF4-FFF2-40B4-BE49-F238E27FC236}">
                  <a16:creationId xmlns:a16="http://schemas.microsoft.com/office/drawing/2014/main" id="{6938C21F-2E0D-5BDE-7626-00DF3F7A0AFD}"/>
                </a:ext>
              </a:extLst>
            </p:cNvPr>
            <p:cNvSpPr txBox="1"/>
            <p:nvPr/>
          </p:nvSpPr>
          <p:spPr>
            <a:xfrm>
              <a:off x="4349750" y="1573746"/>
              <a:ext cx="4089400" cy="1409535"/>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Model</a:t>
              </a:r>
            </a:p>
            <a:p>
              <a:pPr algn="ctr"/>
              <a:r>
                <a:rPr lang="en-US" sz="4000" dirty="0">
                  <a:solidFill>
                    <a:srgbClr val="0C355D"/>
                  </a:solidFill>
                  <a:latin typeface="Berlin Sans FB" panose="020E0602020502020306" pitchFamily="34" charset="0"/>
                </a:rPr>
                <a:t>Training</a:t>
              </a:r>
            </a:p>
          </p:txBody>
        </p:sp>
      </p:grpSp>
      <p:grpSp>
        <p:nvGrpSpPr>
          <p:cNvPr id="12" name="Group 11">
            <a:extLst>
              <a:ext uri="{FF2B5EF4-FFF2-40B4-BE49-F238E27FC236}">
                <a16:creationId xmlns:a16="http://schemas.microsoft.com/office/drawing/2014/main" id="{AA022106-D5E3-E45E-438E-400546E04D57}"/>
              </a:ext>
            </a:extLst>
          </p:cNvPr>
          <p:cNvGrpSpPr/>
          <p:nvPr/>
        </p:nvGrpSpPr>
        <p:grpSpPr>
          <a:xfrm>
            <a:off x="5347446" y="4675835"/>
            <a:ext cx="2074950" cy="2079937"/>
            <a:chOff x="4349750" y="817248"/>
            <a:chExt cx="2444749" cy="2079937"/>
          </a:xfrm>
        </p:grpSpPr>
        <p:sp>
          <p:nvSpPr>
            <p:cNvPr id="13" name="TextBox 12">
              <a:extLst>
                <a:ext uri="{FF2B5EF4-FFF2-40B4-BE49-F238E27FC236}">
                  <a16:creationId xmlns:a16="http://schemas.microsoft.com/office/drawing/2014/main" id="{E37BB310-64E4-7033-228C-95ABCA4AA07C}"/>
                </a:ext>
              </a:extLst>
            </p:cNvPr>
            <p:cNvSpPr txBox="1"/>
            <p:nvPr/>
          </p:nvSpPr>
          <p:spPr>
            <a:xfrm>
              <a:off x="5106707" y="817248"/>
              <a:ext cx="930834"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03</a:t>
              </a:r>
            </a:p>
          </p:txBody>
        </p:sp>
        <p:sp>
          <p:nvSpPr>
            <p:cNvPr id="14" name="TextBox 13">
              <a:extLst>
                <a:ext uri="{FF2B5EF4-FFF2-40B4-BE49-F238E27FC236}">
                  <a16:creationId xmlns:a16="http://schemas.microsoft.com/office/drawing/2014/main" id="{BF4DD281-5357-CE1F-DEE4-A2F1638BC444}"/>
                </a:ext>
              </a:extLst>
            </p:cNvPr>
            <p:cNvSpPr txBox="1"/>
            <p:nvPr/>
          </p:nvSpPr>
          <p:spPr>
            <a:xfrm>
              <a:off x="4349750" y="1573746"/>
              <a:ext cx="2444749"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Feature Selection</a:t>
              </a:r>
            </a:p>
          </p:txBody>
        </p:sp>
      </p:grpSp>
      <p:grpSp>
        <p:nvGrpSpPr>
          <p:cNvPr id="33" name="Group 32">
            <a:extLst>
              <a:ext uri="{FF2B5EF4-FFF2-40B4-BE49-F238E27FC236}">
                <a16:creationId xmlns:a16="http://schemas.microsoft.com/office/drawing/2014/main" id="{DCF44842-6D50-68DD-9681-68E3D99B9188}"/>
              </a:ext>
            </a:extLst>
          </p:cNvPr>
          <p:cNvGrpSpPr/>
          <p:nvPr/>
        </p:nvGrpSpPr>
        <p:grpSpPr>
          <a:xfrm>
            <a:off x="2170766" y="3924253"/>
            <a:ext cx="3072380" cy="1710605"/>
            <a:chOff x="4349750" y="817248"/>
            <a:chExt cx="2573907" cy="1710605"/>
          </a:xfrm>
        </p:grpSpPr>
        <p:sp>
          <p:nvSpPr>
            <p:cNvPr id="34" name="TextBox 33">
              <a:extLst>
                <a:ext uri="{FF2B5EF4-FFF2-40B4-BE49-F238E27FC236}">
                  <a16:creationId xmlns:a16="http://schemas.microsoft.com/office/drawing/2014/main" id="{AB9E0835-069E-EF4A-B3CF-E2C2BBD3E24D}"/>
                </a:ext>
              </a:extLst>
            </p:cNvPr>
            <p:cNvSpPr txBox="1"/>
            <p:nvPr/>
          </p:nvSpPr>
          <p:spPr>
            <a:xfrm>
              <a:off x="5305775" y="817248"/>
              <a:ext cx="661857"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02</a:t>
              </a:r>
            </a:p>
          </p:txBody>
        </p:sp>
        <p:sp>
          <p:nvSpPr>
            <p:cNvPr id="35" name="TextBox 34">
              <a:extLst>
                <a:ext uri="{FF2B5EF4-FFF2-40B4-BE49-F238E27FC236}">
                  <a16:creationId xmlns:a16="http://schemas.microsoft.com/office/drawing/2014/main" id="{F8357404-8A32-BDD4-AD66-31BE9DF15517}"/>
                </a:ext>
              </a:extLst>
            </p:cNvPr>
            <p:cNvSpPr txBox="1"/>
            <p:nvPr/>
          </p:nvSpPr>
          <p:spPr>
            <a:xfrm>
              <a:off x="4349750" y="1819967"/>
              <a:ext cx="2573907" cy="707886"/>
            </a:xfrm>
            <a:prstGeom prst="rect">
              <a:avLst/>
            </a:prstGeom>
            <a:noFill/>
          </p:spPr>
          <p:txBody>
            <a:bodyPr wrap="square" rtlCol="0" anchor="ctr">
              <a:spAutoFit/>
            </a:bodyPr>
            <a:lstStyle/>
            <a:p>
              <a:pPr algn="ctr"/>
              <a:r>
                <a:rPr lang="en-US" sz="4000" dirty="0">
                  <a:solidFill>
                    <a:srgbClr val="0C355D"/>
                  </a:solidFill>
                  <a:latin typeface="Berlin Sans FB" panose="020E0602020502020306" pitchFamily="34" charset="0"/>
                </a:rPr>
                <a:t>Preprocessing</a:t>
              </a:r>
            </a:p>
          </p:txBody>
        </p:sp>
      </p:grpSp>
      <p:grpSp>
        <p:nvGrpSpPr>
          <p:cNvPr id="36" name="Group 35">
            <a:extLst>
              <a:ext uri="{FF2B5EF4-FFF2-40B4-BE49-F238E27FC236}">
                <a16:creationId xmlns:a16="http://schemas.microsoft.com/office/drawing/2014/main" id="{74396E95-1911-2CE2-4A4A-DFD0B0A18A2F}"/>
              </a:ext>
            </a:extLst>
          </p:cNvPr>
          <p:cNvGrpSpPr/>
          <p:nvPr/>
        </p:nvGrpSpPr>
        <p:grpSpPr>
          <a:xfrm>
            <a:off x="106919" y="3030062"/>
            <a:ext cx="2226502" cy="2079937"/>
            <a:chOff x="4349750" y="817248"/>
            <a:chExt cx="2623311" cy="2079937"/>
          </a:xfrm>
        </p:grpSpPr>
        <p:sp>
          <p:nvSpPr>
            <p:cNvPr id="37" name="TextBox 36">
              <a:extLst>
                <a:ext uri="{FF2B5EF4-FFF2-40B4-BE49-F238E27FC236}">
                  <a16:creationId xmlns:a16="http://schemas.microsoft.com/office/drawing/2014/main" id="{733877BB-91BE-5677-9EBD-8CB170318185}"/>
                </a:ext>
              </a:extLst>
            </p:cNvPr>
            <p:cNvSpPr txBox="1"/>
            <p:nvPr/>
          </p:nvSpPr>
          <p:spPr>
            <a:xfrm>
              <a:off x="5188355" y="817248"/>
              <a:ext cx="930835"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01</a:t>
              </a:r>
            </a:p>
          </p:txBody>
        </p:sp>
        <p:sp>
          <p:nvSpPr>
            <p:cNvPr id="38" name="TextBox 37">
              <a:extLst>
                <a:ext uri="{FF2B5EF4-FFF2-40B4-BE49-F238E27FC236}">
                  <a16:creationId xmlns:a16="http://schemas.microsoft.com/office/drawing/2014/main" id="{5C059A95-C02B-9A8E-CF97-E1C4CD45FF88}"/>
                </a:ext>
              </a:extLst>
            </p:cNvPr>
            <p:cNvSpPr txBox="1"/>
            <p:nvPr/>
          </p:nvSpPr>
          <p:spPr>
            <a:xfrm>
              <a:off x="4349750" y="1573746"/>
              <a:ext cx="2623311"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Data</a:t>
              </a:r>
            </a:p>
            <a:p>
              <a:pPr algn="ctr"/>
              <a:r>
                <a:rPr lang="en-US" sz="4000" dirty="0">
                  <a:solidFill>
                    <a:srgbClr val="0C355D"/>
                  </a:solidFill>
                  <a:latin typeface="Berlin Sans FB" panose="020E0602020502020306" pitchFamily="34" charset="0"/>
                </a:rPr>
                <a:t>Collection</a:t>
              </a:r>
            </a:p>
          </p:txBody>
        </p:sp>
      </p:grpSp>
      <p:grpSp>
        <p:nvGrpSpPr>
          <p:cNvPr id="45" name="Group 44">
            <a:extLst>
              <a:ext uri="{FF2B5EF4-FFF2-40B4-BE49-F238E27FC236}">
                <a16:creationId xmlns:a16="http://schemas.microsoft.com/office/drawing/2014/main" id="{7D45BE83-40BC-FC6C-816F-649F52851DCC}"/>
              </a:ext>
            </a:extLst>
          </p:cNvPr>
          <p:cNvGrpSpPr/>
          <p:nvPr/>
        </p:nvGrpSpPr>
        <p:grpSpPr>
          <a:xfrm>
            <a:off x="9479640" y="7373462"/>
            <a:ext cx="2631751" cy="2018382"/>
            <a:chOff x="4349748" y="817248"/>
            <a:chExt cx="4202826" cy="2018382"/>
          </a:xfrm>
        </p:grpSpPr>
        <p:sp>
          <p:nvSpPr>
            <p:cNvPr id="46" name="TextBox 45">
              <a:extLst>
                <a:ext uri="{FF2B5EF4-FFF2-40B4-BE49-F238E27FC236}">
                  <a16:creationId xmlns:a16="http://schemas.microsoft.com/office/drawing/2014/main" id="{F46DBAB8-16AE-AA80-9A2F-A5D01CA1C524}"/>
                </a:ext>
              </a:extLst>
            </p:cNvPr>
            <p:cNvSpPr txBox="1"/>
            <p:nvPr/>
          </p:nvSpPr>
          <p:spPr>
            <a:xfrm>
              <a:off x="5796658" y="817248"/>
              <a:ext cx="1309002" cy="707886"/>
            </a:xfrm>
            <a:prstGeom prst="rect">
              <a:avLst/>
            </a:prstGeom>
            <a:noFill/>
          </p:spPr>
          <p:txBody>
            <a:bodyPr wrap="square" rtlCol="0">
              <a:spAutoFit/>
            </a:bodyPr>
            <a:lstStyle/>
            <a:p>
              <a:r>
                <a:rPr lang="en-US" sz="4000" dirty="0">
                  <a:solidFill>
                    <a:srgbClr val="011B40"/>
                  </a:solidFill>
                  <a:latin typeface="Berlin Sans FB" panose="020E0602020502020306" pitchFamily="34" charset="0"/>
                </a:rPr>
                <a:t>05</a:t>
              </a:r>
            </a:p>
          </p:txBody>
        </p:sp>
        <p:sp>
          <p:nvSpPr>
            <p:cNvPr id="47" name="TextBox 46">
              <a:extLst>
                <a:ext uri="{FF2B5EF4-FFF2-40B4-BE49-F238E27FC236}">
                  <a16:creationId xmlns:a16="http://schemas.microsoft.com/office/drawing/2014/main" id="{F95EF356-7EDE-F6E6-BDCF-2DDD6101A8EC}"/>
                </a:ext>
              </a:extLst>
            </p:cNvPr>
            <p:cNvSpPr txBox="1"/>
            <p:nvPr/>
          </p:nvSpPr>
          <p:spPr>
            <a:xfrm>
              <a:off x="4349748" y="1512191"/>
              <a:ext cx="4202826" cy="1323439"/>
            </a:xfrm>
            <a:prstGeom prst="rect">
              <a:avLst/>
            </a:prstGeom>
            <a:noFill/>
          </p:spPr>
          <p:txBody>
            <a:bodyPr wrap="square" rtlCol="0" anchor="ctr">
              <a:spAutoFit/>
            </a:bodyPr>
            <a:lstStyle/>
            <a:p>
              <a:pPr algn="ctr"/>
              <a:r>
                <a:rPr lang="en-US" sz="4000" dirty="0">
                  <a:solidFill>
                    <a:srgbClr val="011B40"/>
                  </a:solidFill>
                  <a:latin typeface="Berlin Sans FB" panose="020E0602020502020306" pitchFamily="34" charset="0"/>
                </a:rPr>
                <a:t>Evaluation</a:t>
              </a:r>
            </a:p>
          </p:txBody>
        </p:sp>
      </p:grpSp>
      <p:sp>
        <p:nvSpPr>
          <p:cNvPr id="54" name="TextBox 53">
            <a:extLst>
              <a:ext uri="{FF2B5EF4-FFF2-40B4-BE49-F238E27FC236}">
                <a16:creationId xmlns:a16="http://schemas.microsoft.com/office/drawing/2014/main" id="{03EEB4D5-C164-8959-1B84-86C717D89557}"/>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Tree>
    <p:extLst>
      <p:ext uri="{BB962C8B-B14F-4D97-AF65-F5344CB8AC3E}">
        <p14:creationId xmlns:p14="http://schemas.microsoft.com/office/powerpoint/2010/main" val="3808154374"/>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2265A-83DC-C537-4FFB-DD815E34236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F199ED43-0FFF-E448-7C56-0BF993C8EF04}"/>
              </a:ext>
            </a:extLst>
          </p:cNvPr>
          <p:cNvGrpSpPr/>
          <p:nvPr/>
        </p:nvGrpSpPr>
        <p:grpSpPr>
          <a:xfrm>
            <a:off x="7454721" y="3924253"/>
            <a:ext cx="2403858" cy="2045882"/>
            <a:chOff x="4349750" y="804305"/>
            <a:chExt cx="4089400" cy="2178976"/>
          </a:xfrm>
        </p:grpSpPr>
        <p:sp>
          <p:nvSpPr>
            <p:cNvPr id="6" name="TextBox 5">
              <a:extLst>
                <a:ext uri="{FF2B5EF4-FFF2-40B4-BE49-F238E27FC236}">
                  <a16:creationId xmlns:a16="http://schemas.microsoft.com/office/drawing/2014/main" id="{E27B3FC5-9D7A-C165-4818-FD08B931B06F}"/>
                </a:ext>
              </a:extLst>
            </p:cNvPr>
            <p:cNvSpPr txBox="1"/>
            <p:nvPr/>
          </p:nvSpPr>
          <p:spPr>
            <a:xfrm>
              <a:off x="5739951" y="804305"/>
              <a:ext cx="1309002" cy="753937"/>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04</a:t>
              </a:r>
            </a:p>
          </p:txBody>
        </p:sp>
        <p:sp>
          <p:nvSpPr>
            <p:cNvPr id="7" name="TextBox 6">
              <a:extLst>
                <a:ext uri="{FF2B5EF4-FFF2-40B4-BE49-F238E27FC236}">
                  <a16:creationId xmlns:a16="http://schemas.microsoft.com/office/drawing/2014/main" id="{7BBC9294-6950-4978-6AD0-BFF8A48C8CF6}"/>
                </a:ext>
              </a:extLst>
            </p:cNvPr>
            <p:cNvSpPr txBox="1"/>
            <p:nvPr/>
          </p:nvSpPr>
          <p:spPr>
            <a:xfrm>
              <a:off x="4349750" y="1573746"/>
              <a:ext cx="4089400" cy="1409535"/>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Model</a:t>
              </a:r>
            </a:p>
            <a:p>
              <a:pPr algn="ctr"/>
              <a:r>
                <a:rPr lang="en-US" sz="4000" dirty="0">
                  <a:solidFill>
                    <a:srgbClr val="0C355D"/>
                  </a:solidFill>
                  <a:latin typeface="Berlin Sans FB" panose="020E0602020502020306" pitchFamily="34" charset="0"/>
                </a:rPr>
                <a:t>Training</a:t>
              </a:r>
            </a:p>
          </p:txBody>
        </p:sp>
      </p:grpSp>
      <p:grpSp>
        <p:nvGrpSpPr>
          <p:cNvPr id="11" name="Group 10">
            <a:extLst>
              <a:ext uri="{FF2B5EF4-FFF2-40B4-BE49-F238E27FC236}">
                <a16:creationId xmlns:a16="http://schemas.microsoft.com/office/drawing/2014/main" id="{17EA2CF4-842A-5969-42D1-50D1B1CC3C77}"/>
              </a:ext>
            </a:extLst>
          </p:cNvPr>
          <p:cNvGrpSpPr/>
          <p:nvPr/>
        </p:nvGrpSpPr>
        <p:grpSpPr>
          <a:xfrm>
            <a:off x="5347446" y="4675835"/>
            <a:ext cx="2074950" cy="2079937"/>
            <a:chOff x="4349750" y="817248"/>
            <a:chExt cx="2444749" cy="2079937"/>
          </a:xfrm>
        </p:grpSpPr>
        <p:sp>
          <p:nvSpPr>
            <p:cNvPr id="12" name="TextBox 11">
              <a:extLst>
                <a:ext uri="{FF2B5EF4-FFF2-40B4-BE49-F238E27FC236}">
                  <a16:creationId xmlns:a16="http://schemas.microsoft.com/office/drawing/2014/main" id="{E0D5B1DF-F64D-6663-0FD8-E2CC89E02DE2}"/>
                </a:ext>
              </a:extLst>
            </p:cNvPr>
            <p:cNvSpPr txBox="1"/>
            <p:nvPr/>
          </p:nvSpPr>
          <p:spPr>
            <a:xfrm>
              <a:off x="5106707" y="817248"/>
              <a:ext cx="930834"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03</a:t>
              </a:r>
            </a:p>
          </p:txBody>
        </p:sp>
        <p:sp>
          <p:nvSpPr>
            <p:cNvPr id="13" name="TextBox 12">
              <a:extLst>
                <a:ext uri="{FF2B5EF4-FFF2-40B4-BE49-F238E27FC236}">
                  <a16:creationId xmlns:a16="http://schemas.microsoft.com/office/drawing/2014/main" id="{4FED9E65-A6C5-5E34-ACBD-F9B7C96DBBFB}"/>
                </a:ext>
              </a:extLst>
            </p:cNvPr>
            <p:cNvSpPr txBox="1"/>
            <p:nvPr/>
          </p:nvSpPr>
          <p:spPr>
            <a:xfrm>
              <a:off x="4349750" y="1573746"/>
              <a:ext cx="2444749"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Feature Selection</a:t>
              </a:r>
            </a:p>
          </p:txBody>
        </p:sp>
      </p:grpSp>
      <p:grpSp>
        <p:nvGrpSpPr>
          <p:cNvPr id="14" name="Group 13">
            <a:extLst>
              <a:ext uri="{FF2B5EF4-FFF2-40B4-BE49-F238E27FC236}">
                <a16:creationId xmlns:a16="http://schemas.microsoft.com/office/drawing/2014/main" id="{C7084163-45D8-1668-F018-9CD0DD8E53A1}"/>
              </a:ext>
            </a:extLst>
          </p:cNvPr>
          <p:cNvGrpSpPr/>
          <p:nvPr/>
        </p:nvGrpSpPr>
        <p:grpSpPr>
          <a:xfrm>
            <a:off x="9479640" y="3030062"/>
            <a:ext cx="2631751" cy="1710605"/>
            <a:chOff x="4349748" y="817248"/>
            <a:chExt cx="4202826" cy="1710605"/>
          </a:xfrm>
        </p:grpSpPr>
        <p:sp>
          <p:nvSpPr>
            <p:cNvPr id="15" name="TextBox 14">
              <a:extLst>
                <a:ext uri="{FF2B5EF4-FFF2-40B4-BE49-F238E27FC236}">
                  <a16:creationId xmlns:a16="http://schemas.microsoft.com/office/drawing/2014/main" id="{498C1C26-6C0A-12A8-765E-9112C2A1DDBF}"/>
                </a:ext>
              </a:extLst>
            </p:cNvPr>
            <p:cNvSpPr txBox="1"/>
            <p:nvPr/>
          </p:nvSpPr>
          <p:spPr>
            <a:xfrm>
              <a:off x="5796658" y="817248"/>
              <a:ext cx="1309002"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05</a:t>
              </a:r>
            </a:p>
          </p:txBody>
        </p:sp>
        <p:sp>
          <p:nvSpPr>
            <p:cNvPr id="16" name="TextBox 15">
              <a:extLst>
                <a:ext uri="{FF2B5EF4-FFF2-40B4-BE49-F238E27FC236}">
                  <a16:creationId xmlns:a16="http://schemas.microsoft.com/office/drawing/2014/main" id="{DAE4A11B-138D-EE87-8EBB-3C74047198A7}"/>
                </a:ext>
              </a:extLst>
            </p:cNvPr>
            <p:cNvSpPr txBox="1"/>
            <p:nvPr/>
          </p:nvSpPr>
          <p:spPr>
            <a:xfrm>
              <a:off x="4349748" y="1819967"/>
              <a:ext cx="4202826" cy="707886"/>
            </a:xfrm>
            <a:prstGeom prst="rect">
              <a:avLst/>
            </a:prstGeom>
            <a:noFill/>
          </p:spPr>
          <p:txBody>
            <a:bodyPr wrap="square" rtlCol="0" anchor="ctr">
              <a:spAutoFit/>
            </a:bodyPr>
            <a:lstStyle/>
            <a:p>
              <a:pPr algn="ctr"/>
              <a:r>
                <a:rPr lang="en-US" sz="4000" dirty="0">
                  <a:solidFill>
                    <a:srgbClr val="0C355D"/>
                  </a:solidFill>
                  <a:latin typeface="Berlin Sans FB" panose="020E0602020502020306" pitchFamily="34" charset="0"/>
                </a:rPr>
                <a:t>Evaluation</a:t>
              </a:r>
            </a:p>
          </p:txBody>
        </p:sp>
      </p:grpSp>
      <p:grpSp>
        <p:nvGrpSpPr>
          <p:cNvPr id="20" name="Group 19">
            <a:extLst>
              <a:ext uri="{FF2B5EF4-FFF2-40B4-BE49-F238E27FC236}">
                <a16:creationId xmlns:a16="http://schemas.microsoft.com/office/drawing/2014/main" id="{0C9B5864-DB58-D618-0450-715F6D87C990}"/>
              </a:ext>
            </a:extLst>
          </p:cNvPr>
          <p:cNvGrpSpPr/>
          <p:nvPr/>
        </p:nvGrpSpPr>
        <p:grpSpPr>
          <a:xfrm>
            <a:off x="2170766" y="3924253"/>
            <a:ext cx="3072380" cy="1710605"/>
            <a:chOff x="4349750" y="817248"/>
            <a:chExt cx="2573907" cy="1710605"/>
          </a:xfrm>
        </p:grpSpPr>
        <p:sp>
          <p:nvSpPr>
            <p:cNvPr id="21" name="TextBox 20">
              <a:extLst>
                <a:ext uri="{FF2B5EF4-FFF2-40B4-BE49-F238E27FC236}">
                  <a16:creationId xmlns:a16="http://schemas.microsoft.com/office/drawing/2014/main" id="{CC324489-9E89-EB91-AC93-4AB511462979}"/>
                </a:ext>
              </a:extLst>
            </p:cNvPr>
            <p:cNvSpPr txBox="1"/>
            <p:nvPr/>
          </p:nvSpPr>
          <p:spPr>
            <a:xfrm>
              <a:off x="5305775" y="817248"/>
              <a:ext cx="661857"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02</a:t>
              </a:r>
            </a:p>
          </p:txBody>
        </p:sp>
        <p:sp>
          <p:nvSpPr>
            <p:cNvPr id="22" name="TextBox 21">
              <a:extLst>
                <a:ext uri="{FF2B5EF4-FFF2-40B4-BE49-F238E27FC236}">
                  <a16:creationId xmlns:a16="http://schemas.microsoft.com/office/drawing/2014/main" id="{4E922DCF-8A48-EBCF-CDD1-FBF143190AA1}"/>
                </a:ext>
              </a:extLst>
            </p:cNvPr>
            <p:cNvSpPr txBox="1"/>
            <p:nvPr/>
          </p:nvSpPr>
          <p:spPr>
            <a:xfrm>
              <a:off x="4349750" y="1819967"/>
              <a:ext cx="2573907" cy="707886"/>
            </a:xfrm>
            <a:prstGeom prst="rect">
              <a:avLst/>
            </a:prstGeom>
            <a:noFill/>
          </p:spPr>
          <p:txBody>
            <a:bodyPr wrap="square" rtlCol="0" anchor="ctr">
              <a:spAutoFit/>
            </a:bodyPr>
            <a:lstStyle/>
            <a:p>
              <a:pPr algn="ctr"/>
              <a:r>
                <a:rPr lang="en-US" sz="4000" dirty="0">
                  <a:solidFill>
                    <a:srgbClr val="0C355D"/>
                  </a:solidFill>
                  <a:latin typeface="Berlin Sans FB" panose="020E0602020502020306" pitchFamily="34" charset="0"/>
                </a:rPr>
                <a:t>Preprocessing</a:t>
              </a:r>
            </a:p>
          </p:txBody>
        </p:sp>
      </p:grpSp>
      <p:grpSp>
        <p:nvGrpSpPr>
          <p:cNvPr id="23" name="Group 22">
            <a:extLst>
              <a:ext uri="{FF2B5EF4-FFF2-40B4-BE49-F238E27FC236}">
                <a16:creationId xmlns:a16="http://schemas.microsoft.com/office/drawing/2014/main" id="{36696EDB-C7F8-E560-A224-5BFB9A7304C2}"/>
              </a:ext>
            </a:extLst>
          </p:cNvPr>
          <p:cNvGrpSpPr/>
          <p:nvPr/>
        </p:nvGrpSpPr>
        <p:grpSpPr>
          <a:xfrm>
            <a:off x="106919" y="3030062"/>
            <a:ext cx="2226502" cy="2079937"/>
            <a:chOff x="4349750" y="817248"/>
            <a:chExt cx="2623311" cy="2079937"/>
          </a:xfrm>
        </p:grpSpPr>
        <p:sp>
          <p:nvSpPr>
            <p:cNvPr id="24" name="TextBox 23">
              <a:extLst>
                <a:ext uri="{FF2B5EF4-FFF2-40B4-BE49-F238E27FC236}">
                  <a16:creationId xmlns:a16="http://schemas.microsoft.com/office/drawing/2014/main" id="{A624A753-CF4A-7998-A53D-D10A78EC8C2D}"/>
                </a:ext>
              </a:extLst>
            </p:cNvPr>
            <p:cNvSpPr txBox="1"/>
            <p:nvPr/>
          </p:nvSpPr>
          <p:spPr>
            <a:xfrm>
              <a:off x="5188355" y="817248"/>
              <a:ext cx="930835" cy="707886"/>
            </a:xfrm>
            <a:prstGeom prst="rect">
              <a:avLst/>
            </a:prstGeom>
            <a:noFill/>
          </p:spPr>
          <p:txBody>
            <a:bodyPr wrap="square" rtlCol="0">
              <a:spAutoFit/>
            </a:bodyPr>
            <a:lstStyle/>
            <a:p>
              <a:r>
                <a:rPr lang="en-US" sz="4000" dirty="0">
                  <a:solidFill>
                    <a:srgbClr val="0C355D"/>
                  </a:solidFill>
                  <a:latin typeface="Berlin Sans FB" panose="020E0602020502020306" pitchFamily="34" charset="0"/>
                </a:rPr>
                <a:t>01</a:t>
              </a:r>
            </a:p>
          </p:txBody>
        </p:sp>
        <p:sp>
          <p:nvSpPr>
            <p:cNvPr id="25" name="TextBox 24">
              <a:extLst>
                <a:ext uri="{FF2B5EF4-FFF2-40B4-BE49-F238E27FC236}">
                  <a16:creationId xmlns:a16="http://schemas.microsoft.com/office/drawing/2014/main" id="{BDB8EAC3-339A-0EA4-DF4E-B71A95CB0882}"/>
                </a:ext>
              </a:extLst>
            </p:cNvPr>
            <p:cNvSpPr txBox="1"/>
            <p:nvPr/>
          </p:nvSpPr>
          <p:spPr>
            <a:xfrm>
              <a:off x="4349750" y="1573746"/>
              <a:ext cx="2623311" cy="1323439"/>
            </a:xfrm>
            <a:prstGeom prst="rect">
              <a:avLst/>
            </a:prstGeom>
            <a:noFill/>
          </p:spPr>
          <p:txBody>
            <a:bodyPr wrap="square" rtlCol="0">
              <a:spAutoFit/>
            </a:bodyPr>
            <a:lstStyle/>
            <a:p>
              <a:pPr algn="ctr"/>
              <a:r>
                <a:rPr lang="en-US" sz="4000" dirty="0">
                  <a:solidFill>
                    <a:srgbClr val="0C355D"/>
                  </a:solidFill>
                  <a:latin typeface="Berlin Sans FB" panose="020E0602020502020306" pitchFamily="34" charset="0"/>
                </a:rPr>
                <a:t>Data</a:t>
              </a:r>
            </a:p>
            <a:p>
              <a:pPr algn="ctr"/>
              <a:r>
                <a:rPr lang="en-US" sz="4000" dirty="0">
                  <a:solidFill>
                    <a:srgbClr val="0C355D"/>
                  </a:solidFill>
                  <a:latin typeface="Berlin Sans FB" panose="020E0602020502020306" pitchFamily="34" charset="0"/>
                </a:rPr>
                <a:t>Collection</a:t>
              </a:r>
            </a:p>
          </p:txBody>
        </p:sp>
      </p:grpSp>
      <p:grpSp>
        <p:nvGrpSpPr>
          <p:cNvPr id="42" name="Group 41">
            <a:extLst>
              <a:ext uri="{FF2B5EF4-FFF2-40B4-BE49-F238E27FC236}">
                <a16:creationId xmlns:a16="http://schemas.microsoft.com/office/drawing/2014/main" id="{397A0094-BCD1-2350-D181-C9FBFDFB0075}"/>
              </a:ext>
            </a:extLst>
          </p:cNvPr>
          <p:cNvGrpSpPr>
            <a:grpSpLocks noChangeAspect="1"/>
          </p:cNvGrpSpPr>
          <p:nvPr/>
        </p:nvGrpSpPr>
        <p:grpSpPr>
          <a:xfrm rot="2788266">
            <a:off x="10426064" y="673129"/>
            <a:ext cx="1128013" cy="1529993"/>
            <a:chOff x="6238879" y="2353032"/>
            <a:chExt cx="2190745" cy="2971442"/>
          </a:xfrm>
          <a:effectLst>
            <a:outerShdw blurRad="50800" dist="38100" dir="8640000" algn="l" rotWithShape="0">
              <a:prstClr val="black">
                <a:alpha val="40000"/>
              </a:prstClr>
            </a:outerShdw>
          </a:effectLst>
        </p:grpSpPr>
        <p:sp>
          <p:nvSpPr>
            <p:cNvPr id="43" name="Freeform: Shape 42">
              <a:extLst>
                <a:ext uri="{FF2B5EF4-FFF2-40B4-BE49-F238E27FC236}">
                  <a16:creationId xmlns:a16="http://schemas.microsoft.com/office/drawing/2014/main" id="{5C1E020C-324E-1BBB-CE52-1EB8CC43D21D}"/>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44" name="Freeform: Shape 43">
              <a:extLst>
                <a:ext uri="{FF2B5EF4-FFF2-40B4-BE49-F238E27FC236}">
                  <a16:creationId xmlns:a16="http://schemas.microsoft.com/office/drawing/2014/main" id="{16881871-ABFA-2C0E-93B5-7F1B72F8DAD2}"/>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8" name="TextBox 7">
            <a:extLst>
              <a:ext uri="{FF2B5EF4-FFF2-40B4-BE49-F238E27FC236}">
                <a16:creationId xmlns:a16="http://schemas.microsoft.com/office/drawing/2014/main" id="{92699711-D80B-44F4-DBDA-5A0F942469A0}"/>
              </a:ext>
            </a:extLst>
          </p:cNvPr>
          <p:cNvSpPr txBox="1"/>
          <p:nvPr/>
        </p:nvSpPr>
        <p:spPr>
          <a:xfrm flipH="1">
            <a:off x="2680712" y="-7590"/>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Machine learning pipeline for healthy data analysis </a:t>
            </a:r>
          </a:p>
        </p:txBody>
      </p:sp>
      <p:sp>
        <p:nvSpPr>
          <p:cNvPr id="19" name="TextBox 18">
            <a:extLst>
              <a:ext uri="{FF2B5EF4-FFF2-40B4-BE49-F238E27FC236}">
                <a16:creationId xmlns:a16="http://schemas.microsoft.com/office/drawing/2014/main" id="{4A82A70F-01D8-B456-158C-A00141D1C252}"/>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5D8F463D-C719-362C-E4FB-BF11BA62AE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F07FFD80-2C02-E0A5-5A0C-0FF2E72985BE}"/>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0F75D4D4-EE5E-B39A-83FB-F8F3C468C204}"/>
              </a:ext>
            </a:extLst>
          </p:cNvPr>
          <p:cNvSpPr/>
          <p:nvPr/>
        </p:nvSpPr>
        <p:spPr>
          <a:xfrm>
            <a:off x="-278018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7D13A432-5F91-36D9-CCD0-3FF34F5F8414}"/>
              </a:ext>
            </a:extLst>
          </p:cNvPr>
          <p:cNvSpPr/>
          <p:nvPr/>
        </p:nvSpPr>
        <p:spPr>
          <a:xfrm>
            <a:off x="-278018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FFC45CB-3F72-8B9F-DA04-D07283440753}"/>
              </a:ext>
            </a:extLst>
          </p:cNvPr>
          <p:cNvSpPr txBox="1"/>
          <p:nvPr/>
        </p:nvSpPr>
        <p:spPr>
          <a:xfrm>
            <a:off x="-2831467" y="3777537"/>
            <a:ext cx="2687739"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Asthma</a:t>
            </a:r>
          </a:p>
        </p:txBody>
      </p:sp>
      <p:sp>
        <p:nvSpPr>
          <p:cNvPr id="31" name="TextBox 30">
            <a:extLst>
              <a:ext uri="{FF2B5EF4-FFF2-40B4-BE49-F238E27FC236}">
                <a16:creationId xmlns:a16="http://schemas.microsoft.com/office/drawing/2014/main" id="{035C9D6C-6FAD-FC44-0FCF-D511AA524255}"/>
              </a:ext>
            </a:extLst>
          </p:cNvPr>
          <p:cNvSpPr txBox="1"/>
          <p:nvPr/>
        </p:nvSpPr>
        <p:spPr>
          <a:xfrm>
            <a:off x="-2712908" y="3777537"/>
            <a:ext cx="2455326"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Autism</a:t>
            </a:r>
          </a:p>
        </p:txBody>
      </p:sp>
      <p:sp>
        <p:nvSpPr>
          <p:cNvPr id="32" name="Rectangle: Rounded Corners 31">
            <a:extLst>
              <a:ext uri="{FF2B5EF4-FFF2-40B4-BE49-F238E27FC236}">
                <a16:creationId xmlns:a16="http://schemas.microsoft.com/office/drawing/2014/main" id="{B328420C-8D2C-7FD7-5B17-1D5CB577E590}"/>
              </a:ext>
            </a:extLst>
          </p:cNvPr>
          <p:cNvSpPr/>
          <p:nvPr/>
        </p:nvSpPr>
        <p:spPr>
          <a:xfrm>
            <a:off x="-278018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D347434-61CE-71E9-65E5-923EDDB7B989}"/>
              </a:ext>
            </a:extLst>
          </p:cNvPr>
          <p:cNvSpPr txBox="1"/>
          <p:nvPr/>
        </p:nvSpPr>
        <p:spPr>
          <a:xfrm>
            <a:off x="-2608965" y="3777538"/>
            <a:ext cx="2247437"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Stroke</a:t>
            </a:r>
          </a:p>
        </p:txBody>
      </p:sp>
    </p:spTree>
    <p:extLst>
      <p:ext uri="{BB962C8B-B14F-4D97-AF65-F5344CB8AC3E}">
        <p14:creationId xmlns:p14="http://schemas.microsoft.com/office/powerpoint/2010/main" val="30777733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6338D-106F-890A-1859-44153FD28B30}"/>
            </a:ext>
          </a:extLst>
        </p:cNvPr>
        <p:cNvGrpSpPr/>
        <p:nvPr/>
      </p:nvGrpSpPr>
      <p:grpSpPr>
        <a:xfrm>
          <a:off x="0" y="0"/>
          <a:ext cx="0" cy="0"/>
          <a:chOff x="0" y="0"/>
          <a:chExt cx="0" cy="0"/>
        </a:xfrm>
      </p:grpSpPr>
      <p:sp>
        <p:nvSpPr>
          <p:cNvPr id="34" name="Rectangle: Rounded Corners 33">
            <a:extLst>
              <a:ext uri="{FF2B5EF4-FFF2-40B4-BE49-F238E27FC236}">
                <a16:creationId xmlns:a16="http://schemas.microsoft.com/office/drawing/2014/main" id="{CA818FAB-27EE-5EF5-8234-57218460B641}"/>
              </a:ext>
            </a:extLst>
          </p:cNvPr>
          <p:cNvSpPr/>
          <p:nvPr/>
        </p:nvSpPr>
        <p:spPr>
          <a:xfrm>
            <a:off x="480106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69C2FBD0-1429-A175-C4F9-78DB2C8500C1}"/>
              </a:ext>
            </a:extLst>
          </p:cNvPr>
          <p:cNvSpPr/>
          <p:nvPr/>
        </p:nvSpPr>
        <p:spPr>
          <a:xfrm>
            <a:off x="8806539"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40E88685-8FB6-15FD-26E7-6E60F44B14EB}"/>
              </a:ext>
            </a:extLst>
          </p:cNvPr>
          <p:cNvGrpSpPr>
            <a:grpSpLocks noChangeAspect="1"/>
          </p:cNvGrpSpPr>
          <p:nvPr/>
        </p:nvGrpSpPr>
        <p:grpSpPr>
          <a:xfrm rot="2796918">
            <a:off x="12658166" y="-1084310"/>
            <a:ext cx="1128013" cy="1529993"/>
            <a:chOff x="6238879" y="2353032"/>
            <a:chExt cx="2190745" cy="2971442"/>
          </a:xfrm>
          <a:effectLst>
            <a:outerShdw blurRad="50800" dist="38100" dir="8640000" algn="l" rotWithShape="0">
              <a:prstClr val="black">
                <a:alpha val="40000"/>
              </a:prstClr>
            </a:outerShdw>
          </a:effectLst>
        </p:grpSpPr>
        <p:sp>
          <p:nvSpPr>
            <p:cNvPr id="9" name="Freeform: Shape 8">
              <a:extLst>
                <a:ext uri="{FF2B5EF4-FFF2-40B4-BE49-F238E27FC236}">
                  <a16:creationId xmlns:a16="http://schemas.microsoft.com/office/drawing/2014/main" id="{661D1837-92DD-A728-E92C-127CB9972C3D}"/>
                </a:ext>
              </a:extLst>
            </p:cNvPr>
            <p:cNvSpPr/>
            <p:nvPr/>
          </p:nvSpPr>
          <p:spPr>
            <a:xfrm rot="16200000">
              <a:off x="6396216" y="3291065"/>
              <a:ext cx="2971442" cy="1095375"/>
            </a:xfrm>
            <a:custGeom>
              <a:avLst/>
              <a:gdLst>
                <a:gd name="connsiteX0" fmla="*/ 2971442 w 2971442"/>
                <a:gd name="connsiteY0" fmla="*/ 659 h 1095375"/>
                <a:gd name="connsiteX1" fmla="*/ 2971263 w 2971442"/>
                <a:gd name="connsiteY1" fmla="*/ 988 h 1095375"/>
                <a:gd name="connsiteX2" fmla="*/ 0 w 2971442"/>
                <a:gd name="connsiteY2" fmla="*/ 1095375 h 1095375"/>
                <a:gd name="connsiteX3" fmla="*/ 595511 w 2971442"/>
                <a:gd name="connsiteY3" fmla="*/ 2 h 1095375"/>
                <a:gd name="connsiteX4" fmla="*/ 595510 w 2971442"/>
                <a:gd name="connsiteY4" fmla="*/ 0 h 1095375"/>
                <a:gd name="connsiteX5" fmla="*/ 2969657 w 2971442"/>
                <a:gd name="connsiteY5" fmla="*/ 0 h 1095375"/>
                <a:gd name="connsiteX6" fmla="*/ 2971442 w 2971442"/>
                <a:gd name="connsiteY6" fmla="*/ 659 h 1095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71442" h="1095375">
                  <a:moveTo>
                    <a:pt x="2971442" y="659"/>
                  </a:moveTo>
                  <a:lnTo>
                    <a:pt x="2971263" y="988"/>
                  </a:lnTo>
                  <a:lnTo>
                    <a:pt x="0" y="1095375"/>
                  </a:lnTo>
                  <a:lnTo>
                    <a:pt x="595511" y="2"/>
                  </a:lnTo>
                  <a:lnTo>
                    <a:pt x="595510" y="0"/>
                  </a:lnTo>
                  <a:lnTo>
                    <a:pt x="2969657" y="0"/>
                  </a:lnTo>
                  <a:lnTo>
                    <a:pt x="2971442" y="659"/>
                  </a:lnTo>
                  <a:close/>
                </a:path>
              </a:pathLst>
            </a:custGeom>
            <a:solidFill>
              <a:srgbClr val="8AB1EC"/>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10" name="Freeform: Shape 9">
              <a:extLst>
                <a:ext uri="{FF2B5EF4-FFF2-40B4-BE49-F238E27FC236}">
                  <a16:creationId xmlns:a16="http://schemas.microsoft.com/office/drawing/2014/main" id="{BC21B1F6-E05F-E7E8-A3AE-D1A93BB1E01B}"/>
                </a:ext>
              </a:extLst>
            </p:cNvPr>
            <p:cNvSpPr/>
            <p:nvPr/>
          </p:nvSpPr>
          <p:spPr>
            <a:xfrm rot="16200000">
              <a:off x="5301736" y="3291959"/>
              <a:ext cx="2969657" cy="1095372"/>
            </a:xfrm>
            <a:custGeom>
              <a:avLst/>
              <a:gdLst>
                <a:gd name="connsiteX0" fmla="*/ 2969657 w 2969657"/>
                <a:gd name="connsiteY0" fmla="*/ 1095372 h 1095372"/>
                <a:gd name="connsiteX1" fmla="*/ 595510 w 2969657"/>
                <a:gd name="connsiteY1" fmla="*/ 1095372 h 1095372"/>
                <a:gd name="connsiteX2" fmla="*/ 0 w 2969657"/>
                <a:gd name="connsiteY2" fmla="*/ 0 h 1095372"/>
                <a:gd name="connsiteX3" fmla="*/ 2969657 w 2969657"/>
                <a:gd name="connsiteY3" fmla="*/ 1095372 h 1095372"/>
              </a:gdLst>
              <a:ahLst/>
              <a:cxnLst>
                <a:cxn ang="0">
                  <a:pos x="connsiteX0" y="connsiteY0"/>
                </a:cxn>
                <a:cxn ang="0">
                  <a:pos x="connsiteX1" y="connsiteY1"/>
                </a:cxn>
                <a:cxn ang="0">
                  <a:pos x="connsiteX2" y="connsiteY2"/>
                </a:cxn>
                <a:cxn ang="0">
                  <a:pos x="connsiteX3" y="connsiteY3"/>
                </a:cxn>
              </a:cxnLst>
              <a:rect l="l" t="t" r="r" b="b"/>
              <a:pathLst>
                <a:path w="2969657" h="1095372">
                  <a:moveTo>
                    <a:pt x="2969657" y="1095372"/>
                  </a:moveTo>
                  <a:lnTo>
                    <a:pt x="595510" y="1095372"/>
                  </a:lnTo>
                  <a:lnTo>
                    <a:pt x="0" y="0"/>
                  </a:lnTo>
                  <a:lnTo>
                    <a:pt x="2969657" y="1095372"/>
                  </a:lnTo>
                  <a:close/>
                </a:path>
              </a:pathLst>
            </a:custGeom>
            <a:solidFill>
              <a:srgbClr val="5DA8C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grpSp>
      <p:sp>
        <p:nvSpPr>
          <p:cNvPr id="23" name="TextBox 22">
            <a:extLst>
              <a:ext uri="{FF2B5EF4-FFF2-40B4-BE49-F238E27FC236}">
                <a16:creationId xmlns:a16="http://schemas.microsoft.com/office/drawing/2014/main" id="{2352726B-3510-9BB9-00E8-E8CE0AF7B79A}"/>
              </a:ext>
            </a:extLst>
          </p:cNvPr>
          <p:cNvSpPr txBox="1"/>
          <p:nvPr/>
        </p:nvSpPr>
        <p:spPr>
          <a:xfrm>
            <a:off x="4749777" y="3777537"/>
            <a:ext cx="2687739"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Asthma</a:t>
            </a:r>
          </a:p>
        </p:txBody>
      </p:sp>
      <p:sp>
        <p:nvSpPr>
          <p:cNvPr id="24" name="TextBox 23">
            <a:extLst>
              <a:ext uri="{FF2B5EF4-FFF2-40B4-BE49-F238E27FC236}">
                <a16:creationId xmlns:a16="http://schemas.microsoft.com/office/drawing/2014/main" id="{D2908F9F-AE27-3F14-1881-204875A839C0}"/>
              </a:ext>
            </a:extLst>
          </p:cNvPr>
          <p:cNvSpPr txBox="1"/>
          <p:nvPr/>
        </p:nvSpPr>
        <p:spPr>
          <a:xfrm>
            <a:off x="8873813" y="3777537"/>
            <a:ext cx="2455326"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Autism</a:t>
            </a:r>
          </a:p>
        </p:txBody>
      </p:sp>
      <p:sp>
        <p:nvSpPr>
          <p:cNvPr id="25" name="TextBox 24">
            <a:extLst>
              <a:ext uri="{FF2B5EF4-FFF2-40B4-BE49-F238E27FC236}">
                <a16:creationId xmlns:a16="http://schemas.microsoft.com/office/drawing/2014/main" id="{6B3A2262-934F-B2BF-8B64-BD92CF371656}"/>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3CBDD18E-9AED-FE0D-0809-8CCE6FF757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E1238382-E38C-E51C-A958-0D723ABC7373}"/>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06224DC8-A2D8-C524-6E9C-A3249462AD07}"/>
              </a:ext>
            </a:extLst>
          </p:cNvPr>
          <p:cNvSpPr/>
          <p:nvPr/>
        </p:nvSpPr>
        <p:spPr>
          <a:xfrm>
            <a:off x="915518"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6E2DD826-3F7D-69F8-0D99-6BFEDEA1699F}"/>
              </a:ext>
            </a:extLst>
          </p:cNvPr>
          <p:cNvSpPr txBox="1"/>
          <p:nvPr/>
        </p:nvSpPr>
        <p:spPr>
          <a:xfrm>
            <a:off x="1086735" y="3777538"/>
            <a:ext cx="2247437"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Stroke</a:t>
            </a:r>
          </a:p>
        </p:txBody>
      </p:sp>
      <p:sp>
        <p:nvSpPr>
          <p:cNvPr id="42" name="TextBox 41">
            <a:extLst>
              <a:ext uri="{FF2B5EF4-FFF2-40B4-BE49-F238E27FC236}">
                <a16:creationId xmlns:a16="http://schemas.microsoft.com/office/drawing/2014/main" id="{922D26B1-894C-3CA0-78A2-774B6B55F26A}"/>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Tree>
    <p:extLst>
      <p:ext uri="{BB962C8B-B14F-4D97-AF65-F5344CB8AC3E}">
        <p14:creationId xmlns:p14="http://schemas.microsoft.com/office/powerpoint/2010/main" val="396927108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B117F-35C1-32BB-4594-9BA22BA5761B}"/>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0EC9737C-1075-20F5-911F-3A088C1F74C7}"/>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3CD93113-DD6C-3127-DF1B-0CF9CCDEEF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CA5EC603-DC48-F0C8-FBDF-B7A29480AA4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19B3A07-7EE8-7B24-DFAD-54499D13DAFC}"/>
              </a:ext>
            </a:extLst>
          </p:cNvPr>
          <p:cNvSpPr/>
          <p:nvPr/>
        </p:nvSpPr>
        <p:spPr>
          <a:xfrm>
            <a:off x="915518"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8995CC1-6FE1-071F-1E6A-B79D68B2DED4}"/>
              </a:ext>
            </a:extLst>
          </p:cNvPr>
          <p:cNvSpPr txBox="1"/>
          <p:nvPr/>
        </p:nvSpPr>
        <p:spPr>
          <a:xfrm>
            <a:off x="1086735" y="2249169"/>
            <a:ext cx="2247437"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Stroke</a:t>
            </a:r>
          </a:p>
        </p:txBody>
      </p:sp>
      <p:sp>
        <p:nvSpPr>
          <p:cNvPr id="30" name="Rectangle: Rounded Corners 29">
            <a:extLst>
              <a:ext uri="{FF2B5EF4-FFF2-40B4-BE49-F238E27FC236}">
                <a16:creationId xmlns:a16="http://schemas.microsoft.com/office/drawing/2014/main" id="{8BA58774-CAEA-76E2-48E1-8FE4092B0C66}"/>
              </a:ext>
            </a:extLst>
          </p:cNvPr>
          <p:cNvSpPr/>
          <p:nvPr/>
        </p:nvSpPr>
        <p:spPr>
          <a:xfrm>
            <a:off x="480106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620A0BF5-2C11-3EBF-7F82-1F13EEEA6DEF}"/>
              </a:ext>
            </a:extLst>
          </p:cNvPr>
          <p:cNvSpPr/>
          <p:nvPr/>
        </p:nvSpPr>
        <p:spPr>
          <a:xfrm>
            <a:off x="8806540"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B04989C-4262-B22C-97BB-D474B5F54449}"/>
              </a:ext>
            </a:extLst>
          </p:cNvPr>
          <p:cNvSpPr txBox="1"/>
          <p:nvPr/>
        </p:nvSpPr>
        <p:spPr>
          <a:xfrm>
            <a:off x="4749777" y="3777537"/>
            <a:ext cx="2687739"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Asthma</a:t>
            </a:r>
          </a:p>
        </p:txBody>
      </p:sp>
      <p:sp>
        <p:nvSpPr>
          <p:cNvPr id="33" name="TextBox 32">
            <a:extLst>
              <a:ext uri="{FF2B5EF4-FFF2-40B4-BE49-F238E27FC236}">
                <a16:creationId xmlns:a16="http://schemas.microsoft.com/office/drawing/2014/main" id="{D254A6A7-DFAF-FBC2-726F-51F72CCDC115}"/>
              </a:ext>
            </a:extLst>
          </p:cNvPr>
          <p:cNvSpPr txBox="1"/>
          <p:nvPr/>
        </p:nvSpPr>
        <p:spPr>
          <a:xfrm>
            <a:off x="8873813" y="3777537"/>
            <a:ext cx="2455326"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Autism</a:t>
            </a:r>
          </a:p>
        </p:txBody>
      </p:sp>
      <p:sp>
        <p:nvSpPr>
          <p:cNvPr id="39" name="TextBox 38">
            <a:extLst>
              <a:ext uri="{FF2B5EF4-FFF2-40B4-BE49-F238E27FC236}">
                <a16:creationId xmlns:a16="http://schemas.microsoft.com/office/drawing/2014/main" id="{6B83000A-74FA-9059-1A34-555D67931996}"/>
              </a:ext>
            </a:extLst>
          </p:cNvPr>
          <p:cNvSpPr txBox="1"/>
          <p:nvPr/>
        </p:nvSpPr>
        <p:spPr>
          <a:xfrm>
            <a:off x="915518" y="3219398"/>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Stroke is the third leading cause of death in the U.S. and a significant source of long-term disability. Every 40 seconds, someone experiences a stroke, contributing to annual U.S. costs exceeding $56 billion.</a:t>
            </a:r>
          </a:p>
        </p:txBody>
      </p:sp>
      <p:sp>
        <p:nvSpPr>
          <p:cNvPr id="40" name="TextBox 39">
            <a:extLst>
              <a:ext uri="{FF2B5EF4-FFF2-40B4-BE49-F238E27FC236}">
                <a16:creationId xmlns:a16="http://schemas.microsoft.com/office/drawing/2014/main" id="{56423B0B-7F2F-1258-5DA5-2945CA110CF6}"/>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Tree>
    <p:extLst>
      <p:ext uri="{BB962C8B-B14F-4D97-AF65-F5344CB8AC3E}">
        <p14:creationId xmlns:p14="http://schemas.microsoft.com/office/powerpoint/2010/main" val="227372701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F2AF-AD05-0D1A-52CB-80A105D3C47D}"/>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C4BFEBC1-607D-3D2D-A0AD-A277BEB9957E}"/>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3A31FE61-A1B2-7991-1D87-1C6BA771F88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50D67F8B-7E40-57C3-051E-86E40904AA45}"/>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F2AEFD5C-68AA-4D2C-DD68-20EC8E7D8818}"/>
              </a:ext>
            </a:extLst>
          </p:cNvPr>
          <p:cNvSpPr/>
          <p:nvPr/>
        </p:nvSpPr>
        <p:spPr>
          <a:xfrm>
            <a:off x="915518"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6D28C99-95A0-5F9D-EC98-3BEB344B8AEB}"/>
              </a:ext>
            </a:extLst>
          </p:cNvPr>
          <p:cNvSpPr txBox="1"/>
          <p:nvPr/>
        </p:nvSpPr>
        <p:spPr>
          <a:xfrm>
            <a:off x="1086735" y="2249169"/>
            <a:ext cx="2247437"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Stroke</a:t>
            </a:r>
          </a:p>
        </p:txBody>
      </p:sp>
      <p:sp>
        <p:nvSpPr>
          <p:cNvPr id="30" name="Rectangle: Rounded Corners 29">
            <a:extLst>
              <a:ext uri="{FF2B5EF4-FFF2-40B4-BE49-F238E27FC236}">
                <a16:creationId xmlns:a16="http://schemas.microsoft.com/office/drawing/2014/main" id="{01BD54D3-72E2-1989-C51F-BE38A6C6BBDA}"/>
              </a:ext>
            </a:extLst>
          </p:cNvPr>
          <p:cNvSpPr/>
          <p:nvPr/>
        </p:nvSpPr>
        <p:spPr>
          <a:xfrm>
            <a:off x="480106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FEABB002-3CCA-29AA-CE7C-358DBDD3C59C}"/>
              </a:ext>
            </a:extLst>
          </p:cNvPr>
          <p:cNvSpPr/>
          <p:nvPr/>
        </p:nvSpPr>
        <p:spPr>
          <a:xfrm>
            <a:off x="8806540"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3572950-6E1B-C0C6-BC87-875E16335398}"/>
              </a:ext>
            </a:extLst>
          </p:cNvPr>
          <p:cNvSpPr txBox="1"/>
          <p:nvPr/>
        </p:nvSpPr>
        <p:spPr>
          <a:xfrm>
            <a:off x="8873813" y="3777537"/>
            <a:ext cx="2455326" cy="1015663"/>
          </a:xfrm>
          <a:prstGeom prst="rect">
            <a:avLst/>
          </a:prstGeom>
          <a:noFill/>
        </p:spPr>
        <p:txBody>
          <a:bodyPr wrap="square" rtlCol="0" anchor="ctr">
            <a:spAutoFit/>
          </a:bodyPr>
          <a:lstStyle/>
          <a:p>
            <a:pPr algn="ctr"/>
            <a:r>
              <a:rPr lang="en-US" sz="6000" dirty="0">
                <a:solidFill>
                  <a:srgbClr val="BFBFBF"/>
                </a:solidFill>
                <a:latin typeface="Berlin Sans FB" panose="020E0602020502020306" pitchFamily="34" charset="0"/>
              </a:rPr>
              <a:t>Autism</a:t>
            </a:r>
          </a:p>
        </p:txBody>
      </p:sp>
      <p:sp>
        <p:nvSpPr>
          <p:cNvPr id="3" name="TextBox 2">
            <a:extLst>
              <a:ext uri="{FF2B5EF4-FFF2-40B4-BE49-F238E27FC236}">
                <a16:creationId xmlns:a16="http://schemas.microsoft.com/office/drawing/2014/main" id="{2B2E34C1-588D-B1D9-8F71-3F0DB722B419}"/>
              </a:ext>
            </a:extLst>
          </p:cNvPr>
          <p:cNvSpPr txBox="1"/>
          <p:nvPr/>
        </p:nvSpPr>
        <p:spPr>
          <a:xfrm>
            <a:off x="4752128" y="2249169"/>
            <a:ext cx="2687739"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Asthma</a:t>
            </a:r>
          </a:p>
        </p:txBody>
      </p:sp>
      <p:sp>
        <p:nvSpPr>
          <p:cNvPr id="4" name="TextBox 3">
            <a:extLst>
              <a:ext uri="{FF2B5EF4-FFF2-40B4-BE49-F238E27FC236}">
                <a16:creationId xmlns:a16="http://schemas.microsoft.com/office/drawing/2014/main" id="{F6CA55FF-0599-2340-C31A-DA2E414FE2EA}"/>
              </a:ext>
            </a:extLst>
          </p:cNvPr>
          <p:cNvSpPr txBox="1"/>
          <p:nvPr/>
        </p:nvSpPr>
        <p:spPr>
          <a:xfrm>
            <a:off x="915518" y="3219398"/>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Stroke is the third leading cause of death in the U.S. and a significant source of long-term disability. Every 40 seconds, someone experiences a stroke, contributing to annual U.S. costs exceeding $56 billion.</a:t>
            </a:r>
          </a:p>
        </p:txBody>
      </p:sp>
      <p:sp>
        <p:nvSpPr>
          <p:cNvPr id="5" name="TextBox 4">
            <a:extLst>
              <a:ext uri="{FF2B5EF4-FFF2-40B4-BE49-F238E27FC236}">
                <a16:creationId xmlns:a16="http://schemas.microsoft.com/office/drawing/2014/main" id="{C032F1E4-8778-1F6E-F01F-387B639C196E}"/>
              </a:ext>
            </a:extLst>
          </p:cNvPr>
          <p:cNvSpPr txBox="1"/>
          <p:nvPr/>
        </p:nvSpPr>
        <p:spPr>
          <a:xfrm>
            <a:off x="4801062" y="3219399"/>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Affects over 25 million people in the U.S., including 1 in 12 children. Causes more than 1.6 million emergency visits each year and contributes significantly to absenteeism and reduced quality of life.</a:t>
            </a:r>
          </a:p>
        </p:txBody>
      </p:sp>
      <p:sp>
        <p:nvSpPr>
          <p:cNvPr id="6" name="TextBox 5">
            <a:extLst>
              <a:ext uri="{FF2B5EF4-FFF2-40B4-BE49-F238E27FC236}">
                <a16:creationId xmlns:a16="http://schemas.microsoft.com/office/drawing/2014/main" id="{29FBB622-31BC-88A1-72F2-09580CAFEA97}"/>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Tree>
    <p:extLst>
      <p:ext uri="{BB962C8B-B14F-4D97-AF65-F5344CB8AC3E}">
        <p14:creationId xmlns:p14="http://schemas.microsoft.com/office/powerpoint/2010/main" val="35512555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726B5-494B-CB2C-158A-1FC289B6F24F}"/>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20BF647C-1EF8-C2A2-CD72-89AAE0A89F18}"/>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7C62DB15-77D2-9C5E-1441-336A1D41782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F7F5CF74-9628-86F4-0E3A-E943171F758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036B86D1-F9CB-9B4E-C7E7-40F8437156F1}"/>
              </a:ext>
            </a:extLst>
          </p:cNvPr>
          <p:cNvSpPr/>
          <p:nvPr/>
        </p:nvSpPr>
        <p:spPr>
          <a:xfrm>
            <a:off x="915518"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C02AECB-45E7-7C79-4310-EB14357D9C9F}"/>
              </a:ext>
            </a:extLst>
          </p:cNvPr>
          <p:cNvSpPr txBox="1"/>
          <p:nvPr/>
        </p:nvSpPr>
        <p:spPr>
          <a:xfrm>
            <a:off x="1086735" y="2249169"/>
            <a:ext cx="2247437"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Stroke</a:t>
            </a:r>
          </a:p>
        </p:txBody>
      </p:sp>
      <p:sp>
        <p:nvSpPr>
          <p:cNvPr id="28" name="TextBox 27">
            <a:extLst>
              <a:ext uri="{FF2B5EF4-FFF2-40B4-BE49-F238E27FC236}">
                <a16:creationId xmlns:a16="http://schemas.microsoft.com/office/drawing/2014/main" id="{9FE10688-8F8D-9DDA-8F23-F552AF4CC2CE}"/>
              </a:ext>
            </a:extLst>
          </p:cNvPr>
          <p:cNvSpPr txBox="1"/>
          <p:nvPr/>
        </p:nvSpPr>
        <p:spPr>
          <a:xfrm>
            <a:off x="915518" y="3219398"/>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Stroke is the third leading cause of death in the U.S. and a significant source of long-term disability. Every 40 seconds, someone experiences a stroke, contributing to annual U.S. costs exceeding $56 billion.</a:t>
            </a:r>
          </a:p>
        </p:txBody>
      </p:sp>
      <p:sp>
        <p:nvSpPr>
          <p:cNvPr id="30" name="Rectangle: Rounded Corners 29">
            <a:extLst>
              <a:ext uri="{FF2B5EF4-FFF2-40B4-BE49-F238E27FC236}">
                <a16:creationId xmlns:a16="http://schemas.microsoft.com/office/drawing/2014/main" id="{348956E8-8D2E-BEF9-A63C-3371F268D1FD}"/>
              </a:ext>
            </a:extLst>
          </p:cNvPr>
          <p:cNvSpPr/>
          <p:nvPr/>
        </p:nvSpPr>
        <p:spPr>
          <a:xfrm>
            <a:off x="4801062"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FC0E0060-5C40-63F8-6C32-08480E3CFE9A}"/>
              </a:ext>
            </a:extLst>
          </p:cNvPr>
          <p:cNvSpPr/>
          <p:nvPr/>
        </p:nvSpPr>
        <p:spPr>
          <a:xfrm>
            <a:off x="8806540"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A4EEC9D-4F21-5DAC-E6BC-3BF80050B3F7}"/>
              </a:ext>
            </a:extLst>
          </p:cNvPr>
          <p:cNvSpPr txBox="1"/>
          <p:nvPr/>
        </p:nvSpPr>
        <p:spPr>
          <a:xfrm>
            <a:off x="4752128" y="2249169"/>
            <a:ext cx="2687739"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Asthma</a:t>
            </a:r>
          </a:p>
        </p:txBody>
      </p:sp>
      <p:sp>
        <p:nvSpPr>
          <p:cNvPr id="33" name="TextBox 32">
            <a:extLst>
              <a:ext uri="{FF2B5EF4-FFF2-40B4-BE49-F238E27FC236}">
                <a16:creationId xmlns:a16="http://schemas.microsoft.com/office/drawing/2014/main" id="{201A9C80-8303-C539-5CA0-1C7A4FFBB2AE}"/>
              </a:ext>
            </a:extLst>
          </p:cNvPr>
          <p:cNvSpPr txBox="1"/>
          <p:nvPr/>
        </p:nvSpPr>
        <p:spPr>
          <a:xfrm>
            <a:off x="8873813" y="2249169"/>
            <a:ext cx="2455326"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Autism</a:t>
            </a:r>
          </a:p>
        </p:txBody>
      </p:sp>
      <p:sp>
        <p:nvSpPr>
          <p:cNvPr id="3" name="TextBox 2">
            <a:extLst>
              <a:ext uri="{FF2B5EF4-FFF2-40B4-BE49-F238E27FC236}">
                <a16:creationId xmlns:a16="http://schemas.microsoft.com/office/drawing/2014/main" id="{F153D034-CAEC-FC1B-2A27-5DBCE66CC469}"/>
              </a:ext>
            </a:extLst>
          </p:cNvPr>
          <p:cNvSpPr txBox="1"/>
          <p:nvPr/>
        </p:nvSpPr>
        <p:spPr>
          <a:xfrm>
            <a:off x="4801062" y="3219399"/>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Affects over 25 million people in the U.S., including 1 in 12 children. Causes more than 1.6 million emergency visits each year and contributes significantly to absenteeism and reduced quality of life.</a:t>
            </a:r>
          </a:p>
        </p:txBody>
      </p:sp>
      <p:sp>
        <p:nvSpPr>
          <p:cNvPr id="5" name="TextBox 4">
            <a:extLst>
              <a:ext uri="{FF2B5EF4-FFF2-40B4-BE49-F238E27FC236}">
                <a16:creationId xmlns:a16="http://schemas.microsoft.com/office/drawing/2014/main" id="{4650D942-2200-A46C-7B6F-1D5640D2ADC3}"/>
              </a:ext>
            </a:extLst>
          </p:cNvPr>
          <p:cNvSpPr txBox="1"/>
          <p:nvPr/>
        </p:nvSpPr>
        <p:spPr>
          <a:xfrm>
            <a:off x="8806540" y="3219398"/>
            <a:ext cx="2589873" cy="2862322"/>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Affects 1 in 36 children in the U.S., with early signs often evident by 18 months. Diagnosis usually occurs after age 4, impacting lifelong development and requiring ongoing support.</a:t>
            </a:r>
          </a:p>
        </p:txBody>
      </p:sp>
      <p:sp>
        <p:nvSpPr>
          <p:cNvPr id="7" name="TextBox 6">
            <a:extLst>
              <a:ext uri="{FF2B5EF4-FFF2-40B4-BE49-F238E27FC236}">
                <a16:creationId xmlns:a16="http://schemas.microsoft.com/office/drawing/2014/main" id="{FB98088E-B41D-5FE7-0E12-8B51654AE3EE}"/>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Tree>
    <p:extLst>
      <p:ext uri="{BB962C8B-B14F-4D97-AF65-F5344CB8AC3E}">
        <p14:creationId xmlns:p14="http://schemas.microsoft.com/office/powerpoint/2010/main" val="4735636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1B38D-6D65-5A24-B84F-DA940DAF9912}"/>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4C5370F1-5F87-CCBC-3F20-1F93FE7FD636}"/>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C4BFCCC8-3497-E7C2-2EC2-F468259BB9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C85BCC74-055A-CDCE-590C-0ABD86F16B6D}"/>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588E93E0-5865-984B-F049-1C72BF16D08C}"/>
              </a:ext>
            </a:extLst>
          </p:cNvPr>
          <p:cNvSpPr/>
          <p:nvPr/>
        </p:nvSpPr>
        <p:spPr>
          <a:xfrm>
            <a:off x="12509978" y="1957069"/>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FD0F8AFE-D6F9-4968-3A66-EEBBB29E4710}"/>
              </a:ext>
            </a:extLst>
          </p:cNvPr>
          <p:cNvSpPr txBox="1"/>
          <p:nvPr/>
        </p:nvSpPr>
        <p:spPr>
          <a:xfrm>
            <a:off x="12681195" y="2287341"/>
            <a:ext cx="2247437"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Stroke</a:t>
            </a:r>
          </a:p>
        </p:txBody>
      </p:sp>
      <p:sp>
        <p:nvSpPr>
          <p:cNvPr id="28" name="TextBox 27">
            <a:extLst>
              <a:ext uri="{FF2B5EF4-FFF2-40B4-BE49-F238E27FC236}">
                <a16:creationId xmlns:a16="http://schemas.microsoft.com/office/drawing/2014/main" id="{E2CDCEA0-7692-CA36-7F5A-3E1CE15F4E77}"/>
              </a:ext>
            </a:extLst>
          </p:cNvPr>
          <p:cNvSpPr txBox="1"/>
          <p:nvPr/>
        </p:nvSpPr>
        <p:spPr>
          <a:xfrm>
            <a:off x="12509978" y="3257570"/>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Stroke is the third leading cause of death in the U.S. and a significant source of long-term disability. Every 40 seconds, someone experiences a stroke, contributing to annual U.S. costs exceeding $56 billion.</a:t>
            </a:r>
          </a:p>
        </p:txBody>
      </p:sp>
      <p:sp>
        <p:nvSpPr>
          <p:cNvPr id="30" name="Rectangle: Rounded Corners 29">
            <a:extLst>
              <a:ext uri="{FF2B5EF4-FFF2-40B4-BE49-F238E27FC236}">
                <a16:creationId xmlns:a16="http://schemas.microsoft.com/office/drawing/2014/main" id="{C00356A2-95E0-C0CD-8538-E19D654576AE}"/>
              </a:ext>
            </a:extLst>
          </p:cNvPr>
          <p:cNvSpPr/>
          <p:nvPr/>
        </p:nvSpPr>
        <p:spPr>
          <a:xfrm>
            <a:off x="12531469"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Rounded Corners 30">
            <a:extLst>
              <a:ext uri="{FF2B5EF4-FFF2-40B4-BE49-F238E27FC236}">
                <a16:creationId xmlns:a16="http://schemas.microsoft.com/office/drawing/2014/main" id="{8CC55C7E-2CB7-AB61-7812-2D818EDC1A25}"/>
              </a:ext>
            </a:extLst>
          </p:cNvPr>
          <p:cNvSpPr/>
          <p:nvPr/>
        </p:nvSpPr>
        <p:spPr>
          <a:xfrm>
            <a:off x="12482535" y="1918897"/>
            <a:ext cx="2589873" cy="4732946"/>
          </a:xfrm>
          <a:prstGeom prst="roundRect">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283ACD22-E7B7-A50C-CF0C-F46EC322B373}"/>
              </a:ext>
            </a:extLst>
          </p:cNvPr>
          <p:cNvSpPr txBox="1"/>
          <p:nvPr/>
        </p:nvSpPr>
        <p:spPr>
          <a:xfrm>
            <a:off x="12482535" y="2249169"/>
            <a:ext cx="2687739"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Asthma</a:t>
            </a:r>
          </a:p>
        </p:txBody>
      </p:sp>
      <p:sp>
        <p:nvSpPr>
          <p:cNvPr id="33" name="TextBox 32">
            <a:extLst>
              <a:ext uri="{FF2B5EF4-FFF2-40B4-BE49-F238E27FC236}">
                <a16:creationId xmlns:a16="http://schemas.microsoft.com/office/drawing/2014/main" id="{657A0A19-43D7-B202-BE96-20C55FCA464A}"/>
              </a:ext>
            </a:extLst>
          </p:cNvPr>
          <p:cNvSpPr txBox="1"/>
          <p:nvPr/>
        </p:nvSpPr>
        <p:spPr>
          <a:xfrm>
            <a:off x="12549808" y="2249169"/>
            <a:ext cx="2455326"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Autism</a:t>
            </a:r>
          </a:p>
        </p:txBody>
      </p:sp>
      <p:sp>
        <p:nvSpPr>
          <p:cNvPr id="3" name="TextBox 2">
            <a:extLst>
              <a:ext uri="{FF2B5EF4-FFF2-40B4-BE49-F238E27FC236}">
                <a16:creationId xmlns:a16="http://schemas.microsoft.com/office/drawing/2014/main" id="{3C9B46CF-06D0-DD61-2B30-926DEEDF2527}"/>
              </a:ext>
            </a:extLst>
          </p:cNvPr>
          <p:cNvSpPr txBox="1"/>
          <p:nvPr/>
        </p:nvSpPr>
        <p:spPr>
          <a:xfrm>
            <a:off x="12531469" y="3219399"/>
            <a:ext cx="2589873" cy="3170099"/>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Affects over 25 million people in the U.S., including 1 in 12 children. Causes more than 1.6 million emergency visits each year and contributes significantly to absenteeism and reduced quality of life.</a:t>
            </a:r>
          </a:p>
        </p:txBody>
      </p:sp>
      <p:sp>
        <p:nvSpPr>
          <p:cNvPr id="5" name="TextBox 4">
            <a:extLst>
              <a:ext uri="{FF2B5EF4-FFF2-40B4-BE49-F238E27FC236}">
                <a16:creationId xmlns:a16="http://schemas.microsoft.com/office/drawing/2014/main" id="{F1C3E6D6-E477-CDF3-B547-A2DBFA5DB839}"/>
              </a:ext>
            </a:extLst>
          </p:cNvPr>
          <p:cNvSpPr txBox="1"/>
          <p:nvPr/>
        </p:nvSpPr>
        <p:spPr>
          <a:xfrm>
            <a:off x="12482535" y="3219398"/>
            <a:ext cx="2589873" cy="2862322"/>
          </a:xfrm>
          <a:prstGeom prst="rect">
            <a:avLst/>
          </a:prstGeom>
          <a:noFill/>
        </p:spPr>
        <p:txBody>
          <a:bodyPr wrap="square">
            <a:spAutoFit/>
          </a:bodyPr>
          <a:lstStyle/>
          <a:p>
            <a:pPr algn="ctr"/>
            <a:r>
              <a:rPr lang="en-US" sz="2000" dirty="0">
                <a:solidFill>
                  <a:srgbClr val="BFBFBF"/>
                </a:solidFill>
                <a:latin typeface="Berlin Sans FB" panose="020E0602020502020306" pitchFamily="34" charset="0"/>
              </a:rPr>
              <a:t>Affects 1 in 36 children in the U.S., with early signs often evident by 18 months. Diagnosis usually occurs after age 4, impacting lifelong development and requiring ongoing support.</a:t>
            </a:r>
          </a:p>
        </p:txBody>
      </p:sp>
      <p:sp>
        <p:nvSpPr>
          <p:cNvPr id="7" name="TextBox 6">
            <a:extLst>
              <a:ext uri="{FF2B5EF4-FFF2-40B4-BE49-F238E27FC236}">
                <a16:creationId xmlns:a16="http://schemas.microsoft.com/office/drawing/2014/main" id="{2EFC7382-072E-965B-B5DF-3DD9433AAC72}"/>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Tree>
    <p:extLst>
      <p:ext uri="{BB962C8B-B14F-4D97-AF65-F5344CB8AC3E}">
        <p14:creationId xmlns:p14="http://schemas.microsoft.com/office/powerpoint/2010/main" val="3240360539"/>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7012C-48BC-A166-42D9-CB7DEA814851}"/>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3BB060D0-3CA4-5F38-113A-27CE696280AF}"/>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A3B001FE-B805-BA65-021E-1554F7F79B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8827E6D8-2202-CCE9-442A-B9C22BFADA8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ECB7E923-E5DB-157F-094E-5CA8C98F5495}"/>
              </a:ext>
            </a:extLst>
          </p:cNvPr>
          <p:cNvSpPr txBox="1"/>
          <p:nvPr/>
        </p:nvSpPr>
        <p:spPr>
          <a:xfrm>
            <a:off x="4866983" y="1393610"/>
            <a:ext cx="2247437" cy="1015663"/>
          </a:xfrm>
          <a:prstGeom prst="rect">
            <a:avLst/>
          </a:prstGeom>
          <a:noFill/>
        </p:spPr>
        <p:txBody>
          <a:bodyPr wrap="square" rtlCol="0" anchor="ctr">
            <a:spAutoFit/>
          </a:bodyPr>
          <a:lstStyle/>
          <a:p>
            <a:pPr algn="ctr"/>
            <a:r>
              <a:rPr lang="en-US" sz="6000" dirty="0">
                <a:solidFill>
                  <a:srgbClr val="0C355D"/>
                </a:solidFill>
                <a:latin typeface="Berlin Sans FB" panose="020E0602020502020306" pitchFamily="34" charset="0"/>
              </a:rPr>
              <a:t>Stroke</a:t>
            </a:r>
          </a:p>
        </p:txBody>
      </p:sp>
      <p:sp>
        <p:nvSpPr>
          <p:cNvPr id="7" name="TextBox 6">
            <a:extLst>
              <a:ext uri="{FF2B5EF4-FFF2-40B4-BE49-F238E27FC236}">
                <a16:creationId xmlns:a16="http://schemas.microsoft.com/office/drawing/2014/main" id="{E004A750-A6EF-EAC4-7CF2-988C40AE7889}"/>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
        <p:nvSpPr>
          <p:cNvPr id="2" name="TextBox 1">
            <a:extLst>
              <a:ext uri="{FF2B5EF4-FFF2-40B4-BE49-F238E27FC236}">
                <a16:creationId xmlns:a16="http://schemas.microsoft.com/office/drawing/2014/main" id="{8BAE62E6-2A52-4B2F-BC37-BF3B1A58DFFB}"/>
              </a:ext>
            </a:extLst>
          </p:cNvPr>
          <p:cNvSpPr txBox="1"/>
          <p:nvPr/>
        </p:nvSpPr>
        <p:spPr>
          <a:xfrm>
            <a:off x="4571997" y="2360788"/>
            <a:ext cx="3048000"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Optimized Random Forest</a:t>
            </a:r>
          </a:p>
        </p:txBody>
      </p:sp>
      <p:grpSp>
        <p:nvGrpSpPr>
          <p:cNvPr id="39" name="Group 38">
            <a:extLst>
              <a:ext uri="{FF2B5EF4-FFF2-40B4-BE49-F238E27FC236}">
                <a16:creationId xmlns:a16="http://schemas.microsoft.com/office/drawing/2014/main" id="{08F9A81B-56B0-2295-85AB-2509DBF1B151}"/>
              </a:ext>
            </a:extLst>
          </p:cNvPr>
          <p:cNvGrpSpPr/>
          <p:nvPr/>
        </p:nvGrpSpPr>
        <p:grpSpPr>
          <a:xfrm>
            <a:off x="4620142" y="3228825"/>
            <a:ext cx="2951709" cy="3379032"/>
            <a:chOff x="4470275" y="2937301"/>
            <a:chExt cx="2951709" cy="3379032"/>
          </a:xfrm>
        </p:grpSpPr>
        <p:sp>
          <p:nvSpPr>
            <p:cNvPr id="4" name="TextBox 3">
              <a:extLst>
                <a:ext uri="{FF2B5EF4-FFF2-40B4-BE49-F238E27FC236}">
                  <a16:creationId xmlns:a16="http://schemas.microsoft.com/office/drawing/2014/main" id="{F29387E6-A5EC-CD95-65A0-7C94410A5134}"/>
                </a:ext>
              </a:extLst>
            </p:cNvPr>
            <p:cNvSpPr txBox="1"/>
            <p:nvPr/>
          </p:nvSpPr>
          <p:spPr>
            <a:xfrm>
              <a:off x="4470275" y="5900834"/>
              <a:ext cx="1370560"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ROC AUC  </a:t>
              </a:r>
            </a:p>
          </p:txBody>
        </p:sp>
        <p:sp>
          <p:nvSpPr>
            <p:cNvPr id="11" name="TextBox 10">
              <a:extLst>
                <a:ext uri="{FF2B5EF4-FFF2-40B4-BE49-F238E27FC236}">
                  <a16:creationId xmlns:a16="http://schemas.microsoft.com/office/drawing/2014/main" id="{0E38D2CE-E0A4-F7AB-B0C3-67CD718A454C}"/>
                </a:ext>
              </a:extLst>
            </p:cNvPr>
            <p:cNvSpPr txBox="1"/>
            <p:nvPr/>
          </p:nvSpPr>
          <p:spPr>
            <a:xfrm>
              <a:off x="6383759" y="2952690"/>
              <a:ext cx="1038225"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0.9254</a:t>
              </a:r>
            </a:p>
          </p:txBody>
        </p:sp>
        <p:sp>
          <p:nvSpPr>
            <p:cNvPr id="13" name="TextBox 12">
              <a:extLst>
                <a:ext uri="{FF2B5EF4-FFF2-40B4-BE49-F238E27FC236}">
                  <a16:creationId xmlns:a16="http://schemas.microsoft.com/office/drawing/2014/main" id="{E497CD72-7468-1383-3215-D5C13485B0EF}"/>
                </a:ext>
              </a:extLst>
            </p:cNvPr>
            <p:cNvSpPr txBox="1"/>
            <p:nvPr/>
          </p:nvSpPr>
          <p:spPr>
            <a:xfrm>
              <a:off x="4470275" y="2937301"/>
              <a:ext cx="1247600"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Accuracy</a:t>
              </a:r>
            </a:p>
          </p:txBody>
        </p:sp>
        <p:sp>
          <p:nvSpPr>
            <p:cNvPr id="17" name="TextBox 16">
              <a:extLst>
                <a:ext uri="{FF2B5EF4-FFF2-40B4-BE49-F238E27FC236}">
                  <a16:creationId xmlns:a16="http://schemas.microsoft.com/office/drawing/2014/main" id="{CA4D113B-EA88-674A-12AD-BA44F9D0CDA2}"/>
                </a:ext>
              </a:extLst>
            </p:cNvPr>
            <p:cNvSpPr txBox="1"/>
            <p:nvPr/>
          </p:nvSpPr>
          <p:spPr>
            <a:xfrm>
              <a:off x="6388919" y="3743587"/>
              <a:ext cx="1026174"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0.9066</a:t>
              </a:r>
            </a:p>
          </p:txBody>
        </p:sp>
        <p:sp>
          <p:nvSpPr>
            <p:cNvPr id="20" name="TextBox 19">
              <a:extLst>
                <a:ext uri="{FF2B5EF4-FFF2-40B4-BE49-F238E27FC236}">
                  <a16:creationId xmlns:a16="http://schemas.microsoft.com/office/drawing/2014/main" id="{F6411C0B-BD8C-2B26-385A-B100DA869346}"/>
                </a:ext>
              </a:extLst>
            </p:cNvPr>
            <p:cNvSpPr txBox="1"/>
            <p:nvPr/>
          </p:nvSpPr>
          <p:spPr>
            <a:xfrm>
              <a:off x="4470275" y="3728198"/>
              <a:ext cx="1221494"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Precision</a:t>
              </a:r>
            </a:p>
          </p:txBody>
        </p:sp>
        <p:sp>
          <p:nvSpPr>
            <p:cNvPr id="22" name="TextBox 21">
              <a:extLst>
                <a:ext uri="{FF2B5EF4-FFF2-40B4-BE49-F238E27FC236}">
                  <a16:creationId xmlns:a16="http://schemas.microsoft.com/office/drawing/2014/main" id="{2DDE1C40-4D01-EC81-35D9-6A2AD36086C3}"/>
                </a:ext>
              </a:extLst>
            </p:cNvPr>
            <p:cNvSpPr txBox="1"/>
            <p:nvPr/>
          </p:nvSpPr>
          <p:spPr>
            <a:xfrm>
              <a:off x="6383759" y="4495322"/>
              <a:ext cx="1038225"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0.9486</a:t>
              </a:r>
            </a:p>
          </p:txBody>
        </p:sp>
        <p:sp>
          <p:nvSpPr>
            <p:cNvPr id="24" name="TextBox 23">
              <a:extLst>
                <a:ext uri="{FF2B5EF4-FFF2-40B4-BE49-F238E27FC236}">
                  <a16:creationId xmlns:a16="http://schemas.microsoft.com/office/drawing/2014/main" id="{8FD2DA1B-2E67-F244-6F9B-9CE6A1563BDA}"/>
                </a:ext>
              </a:extLst>
            </p:cNvPr>
            <p:cNvSpPr txBox="1"/>
            <p:nvPr/>
          </p:nvSpPr>
          <p:spPr>
            <a:xfrm>
              <a:off x="4470275" y="4519095"/>
              <a:ext cx="1247600"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Recall</a:t>
              </a:r>
            </a:p>
          </p:txBody>
        </p:sp>
        <p:sp>
          <p:nvSpPr>
            <p:cNvPr id="29" name="TextBox 28">
              <a:extLst>
                <a:ext uri="{FF2B5EF4-FFF2-40B4-BE49-F238E27FC236}">
                  <a16:creationId xmlns:a16="http://schemas.microsoft.com/office/drawing/2014/main" id="{43501EDE-7E26-E4EB-7315-E525A3787BF7}"/>
                </a:ext>
              </a:extLst>
            </p:cNvPr>
            <p:cNvSpPr txBox="1"/>
            <p:nvPr/>
          </p:nvSpPr>
          <p:spPr>
            <a:xfrm>
              <a:off x="4470276" y="5309992"/>
              <a:ext cx="1221494"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F1</a:t>
              </a:r>
            </a:p>
          </p:txBody>
        </p:sp>
        <p:sp>
          <p:nvSpPr>
            <p:cNvPr id="35" name="TextBox 34">
              <a:extLst>
                <a:ext uri="{FF2B5EF4-FFF2-40B4-BE49-F238E27FC236}">
                  <a16:creationId xmlns:a16="http://schemas.microsoft.com/office/drawing/2014/main" id="{A26C364A-0BEC-7124-10B3-C164C4C21C52}"/>
                </a:ext>
              </a:extLst>
            </p:cNvPr>
            <p:cNvSpPr txBox="1"/>
            <p:nvPr/>
          </p:nvSpPr>
          <p:spPr>
            <a:xfrm>
              <a:off x="6383759" y="5319167"/>
              <a:ext cx="1038225"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0.9271</a:t>
              </a:r>
            </a:p>
          </p:txBody>
        </p:sp>
        <p:sp>
          <p:nvSpPr>
            <p:cNvPr id="37" name="TextBox 36">
              <a:extLst>
                <a:ext uri="{FF2B5EF4-FFF2-40B4-BE49-F238E27FC236}">
                  <a16:creationId xmlns:a16="http://schemas.microsoft.com/office/drawing/2014/main" id="{DF9A397F-6D82-3F47-D628-A00492FEA811}"/>
                </a:ext>
              </a:extLst>
            </p:cNvPr>
            <p:cNvSpPr txBox="1"/>
            <p:nvPr/>
          </p:nvSpPr>
          <p:spPr>
            <a:xfrm>
              <a:off x="6388918" y="5916223"/>
              <a:ext cx="1026174"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0.9785</a:t>
              </a:r>
            </a:p>
          </p:txBody>
        </p:sp>
      </p:grpSp>
      <p:sp>
        <p:nvSpPr>
          <p:cNvPr id="40" name="TextBox 39">
            <a:extLst>
              <a:ext uri="{FF2B5EF4-FFF2-40B4-BE49-F238E27FC236}">
                <a16:creationId xmlns:a16="http://schemas.microsoft.com/office/drawing/2014/main" id="{BAA3F723-5722-0833-7FD5-5BCBF48238F9}"/>
              </a:ext>
            </a:extLst>
          </p:cNvPr>
          <p:cNvSpPr txBox="1"/>
          <p:nvPr/>
        </p:nvSpPr>
        <p:spPr>
          <a:xfrm>
            <a:off x="12448328" y="2249169"/>
            <a:ext cx="2687739"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Asthma</a:t>
            </a:r>
          </a:p>
        </p:txBody>
      </p:sp>
    </p:spTree>
    <p:extLst>
      <p:ext uri="{BB962C8B-B14F-4D97-AF65-F5344CB8AC3E}">
        <p14:creationId xmlns:p14="http://schemas.microsoft.com/office/powerpoint/2010/main" val="174061105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C2CD6-816A-9CEE-C962-65319E86661A}"/>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513D563F-A6D9-0602-01A8-8D4130B4233E}"/>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04DB6983-A7B8-EA58-1885-9FBE724F46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9C66F74A-D52A-9A3F-F868-1BC1E06C09B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E41DCFE8-E22F-3853-9A80-3EF0E3ECE12C}"/>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
        <p:nvSpPr>
          <p:cNvPr id="3" name="TextBox 2">
            <a:extLst>
              <a:ext uri="{FF2B5EF4-FFF2-40B4-BE49-F238E27FC236}">
                <a16:creationId xmlns:a16="http://schemas.microsoft.com/office/drawing/2014/main" id="{36F37435-4A60-EBF7-B082-EE296559545B}"/>
              </a:ext>
            </a:extLst>
          </p:cNvPr>
          <p:cNvSpPr txBox="1"/>
          <p:nvPr/>
        </p:nvSpPr>
        <p:spPr>
          <a:xfrm>
            <a:off x="4752127" y="1397168"/>
            <a:ext cx="2687739" cy="1015663"/>
          </a:xfrm>
          <a:prstGeom prst="rect">
            <a:avLst/>
          </a:prstGeom>
          <a:noFill/>
        </p:spPr>
        <p:txBody>
          <a:bodyPr wrap="square" rtlCol="0" anchor="ctr">
            <a:spAutoFit/>
          </a:bodyPr>
          <a:lstStyle/>
          <a:p>
            <a:pPr algn="ctr"/>
            <a:r>
              <a:rPr lang="en-US" sz="6000" dirty="0">
                <a:solidFill>
                  <a:srgbClr val="0C355D"/>
                </a:solidFill>
                <a:latin typeface="Berlin Sans FB" panose="020E0602020502020306" pitchFamily="34" charset="0"/>
              </a:rPr>
              <a:t>Asthma</a:t>
            </a:r>
          </a:p>
        </p:txBody>
      </p:sp>
      <p:sp>
        <p:nvSpPr>
          <p:cNvPr id="6" name="TextBox 5">
            <a:extLst>
              <a:ext uri="{FF2B5EF4-FFF2-40B4-BE49-F238E27FC236}">
                <a16:creationId xmlns:a16="http://schemas.microsoft.com/office/drawing/2014/main" id="{5A99C23B-089E-A08D-F357-D4FDEC26BDDC}"/>
              </a:ext>
            </a:extLst>
          </p:cNvPr>
          <p:cNvSpPr txBox="1"/>
          <p:nvPr/>
        </p:nvSpPr>
        <p:spPr>
          <a:xfrm>
            <a:off x="21001" y="3226384"/>
            <a:ext cx="2804636" cy="3034870"/>
          </a:xfrm>
          <a:prstGeom prst="rect">
            <a:avLst/>
          </a:prstGeom>
          <a:noFill/>
        </p:spPr>
        <p:txBody>
          <a:bodyPr wrap="square">
            <a:spAutoFit/>
          </a:bodyPr>
          <a:lstStyle/>
          <a:p>
            <a:pPr>
              <a:lnSpc>
                <a:spcPct val="250000"/>
              </a:lnSpc>
            </a:pPr>
            <a:r>
              <a:rPr lang="en-US" sz="2000" dirty="0">
                <a:solidFill>
                  <a:srgbClr val="0C355D"/>
                </a:solidFill>
                <a:latin typeface="Berlin Sans FB" panose="020E0602020502020306" pitchFamily="34" charset="0"/>
              </a:rPr>
              <a:t>Random Forest</a:t>
            </a:r>
          </a:p>
          <a:p>
            <a:pPr>
              <a:lnSpc>
                <a:spcPct val="250000"/>
              </a:lnSpc>
            </a:pPr>
            <a:r>
              <a:rPr lang="en-US" sz="2000" dirty="0">
                <a:solidFill>
                  <a:srgbClr val="0C355D"/>
                </a:solidFill>
                <a:latin typeface="Berlin Sans FB" panose="020E0602020502020306" pitchFamily="34" charset="0"/>
              </a:rPr>
              <a:t>Logistic Regression </a:t>
            </a:r>
          </a:p>
          <a:p>
            <a:pPr>
              <a:lnSpc>
                <a:spcPct val="250000"/>
              </a:lnSpc>
            </a:pPr>
            <a:r>
              <a:rPr lang="en-US" sz="2000" dirty="0">
                <a:solidFill>
                  <a:srgbClr val="0C355D"/>
                </a:solidFill>
                <a:latin typeface="Berlin Sans FB" panose="020E0602020502020306" pitchFamily="34" charset="0"/>
              </a:rPr>
              <a:t>Support Vector Machine </a:t>
            </a:r>
          </a:p>
          <a:p>
            <a:pPr>
              <a:lnSpc>
                <a:spcPct val="250000"/>
              </a:lnSpc>
            </a:pPr>
            <a:r>
              <a:rPr lang="en-US" sz="2000" dirty="0">
                <a:solidFill>
                  <a:srgbClr val="0C355D"/>
                </a:solidFill>
                <a:latin typeface="Berlin Sans FB" panose="020E0602020502020306" pitchFamily="34" charset="0"/>
              </a:rPr>
              <a:t>K-Nearest Neighbors</a:t>
            </a:r>
          </a:p>
        </p:txBody>
      </p:sp>
      <p:sp>
        <p:nvSpPr>
          <p:cNvPr id="14" name="TextBox 13">
            <a:extLst>
              <a:ext uri="{FF2B5EF4-FFF2-40B4-BE49-F238E27FC236}">
                <a16:creationId xmlns:a16="http://schemas.microsoft.com/office/drawing/2014/main" id="{D1997344-A27D-ED32-DB6D-3209A31746EB}"/>
              </a:ext>
            </a:extLst>
          </p:cNvPr>
          <p:cNvSpPr txBox="1"/>
          <p:nvPr/>
        </p:nvSpPr>
        <p:spPr>
          <a:xfrm>
            <a:off x="2552195" y="2459949"/>
            <a:ext cx="1558871" cy="3804311"/>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Accuracy</a:t>
            </a:r>
          </a:p>
          <a:p>
            <a:pPr algn="ctr">
              <a:lnSpc>
                <a:spcPct val="250000"/>
              </a:lnSpc>
            </a:pPr>
            <a:r>
              <a:rPr lang="en-US" sz="2000" dirty="0">
                <a:solidFill>
                  <a:srgbClr val="0C355D"/>
                </a:solidFill>
                <a:latin typeface="Berlin Sans FB" panose="020E0602020502020306" pitchFamily="34" charset="0"/>
              </a:rPr>
              <a:t>0.965859</a:t>
            </a:r>
          </a:p>
          <a:p>
            <a:pPr algn="ctr">
              <a:lnSpc>
                <a:spcPct val="250000"/>
              </a:lnSpc>
            </a:pPr>
            <a:r>
              <a:rPr lang="en-US" sz="2000" dirty="0">
                <a:solidFill>
                  <a:srgbClr val="0C355D"/>
                </a:solidFill>
                <a:latin typeface="Berlin Sans FB" panose="020E0602020502020306" pitchFamily="34" charset="0"/>
              </a:rPr>
              <a:t>0.879956</a:t>
            </a:r>
          </a:p>
          <a:p>
            <a:pPr algn="ctr">
              <a:lnSpc>
                <a:spcPct val="250000"/>
              </a:lnSpc>
            </a:pPr>
            <a:r>
              <a:rPr lang="en-US" sz="2000" dirty="0">
                <a:solidFill>
                  <a:srgbClr val="0C355D"/>
                </a:solidFill>
                <a:latin typeface="Berlin Sans FB" panose="020E0602020502020306" pitchFamily="34" charset="0"/>
              </a:rPr>
              <a:t>0.809471</a:t>
            </a:r>
          </a:p>
          <a:p>
            <a:pPr algn="ctr">
              <a:lnSpc>
                <a:spcPct val="250000"/>
              </a:lnSpc>
            </a:pPr>
            <a:r>
              <a:rPr lang="en-US" sz="2000" dirty="0">
                <a:solidFill>
                  <a:srgbClr val="0C355D"/>
                </a:solidFill>
                <a:latin typeface="Berlin Sans FB" panose="020E0602020502020306" pitchFamily="34" charset="0"/>
              </a:rPr>
              <a:t>0.801762</a:t>
            </a:r>
          </a:p>
        </p:txBody>
      </p:sp>
      <p:sp>
        <p:nvSpPr>
          <p:cNvPr id="18" name="TextBox 17">
            <a:extLst>
              <a:ext uri="{FF2B5EF4-FFF2-40B4-BE49-F238E27FC236}">
                <a16:creationId xmlns:a16="http://schemas.microsoft.com/office/drawing/2014/main" id="{A85140C7-3714-73F3-4FFD-2169F9EA4A2A}"/>
              </a:ext>
            </a:extLst>
          </p:cNvPr>
          <p:cNvSpPr txBox="1"/>
          <p:nvPr/>
        </p:nvSpPr>
        <p:spPr>
          <a:xfrm>
            <a:off x="3930875" y="2456943"/>
            <a:ext cx="1343873" cy="3804311"/>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Precision</a:t>
            </a:r>
          </a:p>
          <a:p>
            <a:pPr algn="ctr">
              <a:lnSpc>
                <a:spcPct val="250000"/>
              </a:lnSpc>
            </a:pPr>
            <a:r>
              <a:rPr lang="en-US" sz="2000" dirty="0">
                <a:solidFill>
                  <a:srgbClr val="0C355D"/>
                </a:solidFill>
                <a:latin typeface="Berlin Sans FB" panose="020E0602020502020306" pitchFamily="34" charset="0"/>
              </a:rPr>
              <a:t>0.966887</a:t>
            </a:r>
          </a:p>
          <a:p>
            <a:pPr algn="ctr">
              <a:lnSpc>
                <a:spcPct val="250000"/>
              </a:lnSpc>
            </a:pPr>
            <a:r>
              <a:rPr lang="en-US" sz="2000" dirty="0">
                <a:solidFill>
                  <a:srgbClr val="0C355D"/>
                </a:solidFill>
                <a:latin typeface="Berlin Sans FB" panose="020E0602020502020306" pitchFamily="34" charset="0"/>
              </a:rPr>
              <a:t>0.867804</a:t>
            </a:r>
          </a:p>
          <a:p>
            <a:pPr algn="ctr">
              <a:lnSpc>
                <a:spcPct val="250000"/>
              </a:lnSpc>
            </a:pPr>
            <a:r>
              <a:rPr lang="en-US" sz="2000" dirty="0">
                <a:solidFill>
                  <a:srgbClr val="0C355D"/>
                </a:solidFill>
                <a:latin typeface="Berlin Sans FB" panose="020E0602020502020306" pitchFamily="34" charset="0"/>
              </a:rPr>
              <a:t>0.771760</a:t>
            </a:r>
          </a:p>
          <a:p>
            <a:pPr algn="ctr">
              <a:lnSpc>
                <a:spcPct val="250000"/>
              </a:lnSpc>
            </a:pPr>
            <a:r>
              <a:rPr lang="en-US" sz="2000" dirty="0">
                <a:solidFill>
                  <a:srgbClr val="0C355D"/>
                </a:solidFill>
                <a:latin typeface="Berlin Sans FB" panose="020E0602020502020306" pitchFamily="34" charset="0"/>
              </a:rPr>
              <a:t>0.716088</a:t>
            </a:r>
          </a:p>
        </p:txBody>
      </p:sp>
      <p:sp>
        <p:nvSpPr>
          <p:cNvPr id="21" name="TextBox 20">
            <a:extLst>
              <a:ext uri="{FF2B5EF4-FFF2-40B4-BE49-F238E27FC236}">
                <a16:creationId xmlns:a16="http://schemas.microsoft.com/office/drawing/2014/main" id="{52A54B23-0A9F-B3E3-04DF-1FA02B50A2E4}"/>
              </a:ext>
            </a:extLst>
          </p:cNvPr>
          <p:cNvSpPr txBox="1"/>
          <p:nvPr/>
        </p:nvSpPr>
        <p:spPr>
          <a:xfrm>
            <a:off x="5216304" y="2456943"/>
            <a:ext cx="1343873" cy="3804311"/>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Recall</a:t>
            </a:r>
          </a:p>
          <a:p>
            <a:pPr algn="ctr">
              <a:lnSpc>
                <a:spcPct val="250000"/>
              </a:lnSpc>
            </a:pPr>
            <a:r>
              <a:rPr lang="en-US" sz="2000" dirty="0">
                <a:solidFill>
                  <a:srgbClr val="0C355D"/>
                </a:solidFill>
                <a:latin typeface="Berlin Sans FB" panose="020E0602020502020306" pitchFamily="34" charset="0"/>
              </a:rPr>
              <a:t>0.964758</a:t>
            </a:r>
          </a:p>
          <a:p>
            <a:pPr algn="ctr">
              <a:lnSpc>
                <a:spcPct val="250000"/>
              </a:lnSpc>
            </a:pPr>
            <a:r>
              <a:rPr lang="en-US" sz="2000" dirty="0">
                <a:solidFill>
                  <a:srgbClr val="0C355D"/>
                </a:solidFill>
                <a:latin typeface="Berlin Sans FB" panose="020E0602020502020306" pitchFamily="34" charset="0"/>
              </a:rPr>
              <a:t>0.896476</a:t>
            </a:r>
          </a:p>
          <a:p>
            <a:pPr algn="ctr">
              <a:lnSpc>
                <a:spcPct val="250000"/>
              </a:lnSpc>
            </a:pPr>
            <a:r>
              <a:rPr lang="en-US" sz="2000" dirty="0">
                <a:solidFill>
                  <a:srgbClr val="0C355D"/>
                </a:solidFill>
                <a:latin typeface="Berlin Sans FB" panose="020E0602020502020306" pitchFamily="34" charset="0"/>
              </a:rPr>
              <a:t>0.878855</a:t>
            </a:r>
          </a:p>
          <a:p>
            <a:pPr algn="ctr">
              <a:lnSpc>
                <a:spcPct val="250000"/>
              </a:lnSpc>
            </a:pPr>
            <a:r>
              <a:rPr lang="en-US" sz="2000" dirty="0">
                <a:solidFill>
                  <a:srgbClr val="0C355D"/>
                </a:solidFill>
                <a:latin typeface="Berlin Sans FB" panose="020E0602020502020306" pitchFamily="34" charset="0"/>
              </a:rPr>
              <a:t>1.000000</a:t>
            </a:r>
          </a:p>
        </p:txBody>
      </p:sp>
      <p:sp>
        <p:nvSpPr>
          <p:cNvPr id="28" name="TextBox 27">
            <a:extLst>
              <a:ext uri="{FF2B5EF4-FFF2-40B4-BE49-F238E27FC236}">
                <a16:creationId xmlns:a16="http://schemas.microsoft.com/office/drawing/2014/main" id="{C11D9DCA-2832-AF5D-DA1B-9F4169E19A0E}"/>
              </a:ext>
            </a:extLst>
          </p:cNvPr>
          <p:cNvSpPr txBox="1"/>
          <p:nvPr/>
        </p:nvSpPr>
        <p:spPr>
          <a:xfrm>
            <a:off x="6560177" y="2456943"/>
            <a:ext cx="1343873" cy="3804311"/>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F1</a:t>
            </a:r>
          </a:p>
          <a:p>
            <a:pPr algn="ctr">
              <a:lnSpc>
                <a:spcPct val="250000"/>
              </a:lnSpc>
            </a:pPr>
            <a:r>
              <a:rPr lang="en-US" sz="2000" dirty="0">
                <a:solidFill>
                  <a:srgbClr val="0C355D"/>
                </a:solidFill>
                <a:latin typeface="Berlin Sans FB" panose="020E0602020502020306" pitchFamily="34" charset="0"/>
              </a:rPr>
              <a:t>0.965821</a:t>
            </a:r>
          </a:p>
          <a:p>
            <a:pPr algn="ctr">
              <a:lnSpc>
                <a:spcPct val="250000"/>
              </a:lnSpc>
            </a:pPr>
            <a:r>
              <a:rPr lang="en-US" sz="2000" dirty="0">
                <a:solidFill>
                  <a:srgbClr val="0C355D"/>
                </a:solidFill>
                <a:latin typeface="Berlin Sans FB" panose="020E0602020502020306" pitchFamily="34" charset="0"/>
              </a:rPr>
              <a:t>0.881907</a:t>
            </a:r>
          </a:p>
          <a:p>
            <a:pPr algn="ctr">
              <a:lnSpc>
                <a:spcPct val="250000"/>
              </a:lnSpc>
            </a:pPr>
            <a:r>
              <a:rPr lang="en-US" sz="2000" dirty="0">
                <a:solidFill>
                  <a:srgbClr val="0C355D"/>
                </a:solidFill>
                <a:latin typeface="Berlin Sans FB" panose="020E0602020502020306" pitchFamily="34" charset="0"/>
              </a:rPr>
              <a:t>0.821833</a:t>
            </a:r>
          </a:p>
          <a:p>
            <a:pPr algn="ctr">
              <a:lnSpc>
                <a:spcPct val="250000"/>
              </a:lnSpc>
            </a:pPr>
            <a:r>
              <a:rPr lang="en-US" sz="2000" dirty="0">
                <a:solidFill>
                  <a:srgbClr val="0C355D"/>
                </a:solidFill>
                <a:latin typeface="Berlin Sans FB" panose="020E0602020502020306" pitchFamily="34" charset="0"/>
              </a:rPr>
              <a:t>0.834559</a:t>
            </a:r>
          </a:p>
        </p:txBody>
      </p:sp>
      <p:sp>
        <p:nvSpPr>
          <p:cNvPr id="31" name="TextBox 30">
            <a:extLst>
              <a:ext uri="{FF2B5EF4-FFF2-40B4-BE49-F238E27FC236}">
                <a16:creationId xmlns:a16="http://schemas.microsoft.com/office/drawing/2014/main" id="{238E1367-CBDE-1845-FB4F-273AC5247FA7}"/>
              </a:ext>
            </a:extLst>
          </p:cNvPr>
          <p:cNvSpPr txBox="1"/>
          <p:nvPr/>
        </p:nvSpPr>
        <p:spPr>
          <a:xfrm>
            <a:off x="7665415" y="2443029"/>
            <a:ext cx="2566326" cy="3818225"/>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Confusion Matrix</a:t>
            </a:r>
          </a:p>
          <a:p>
            <a:pPr algn="ctr">
              <a:lnSpc>
                <a:spcPct val="250000"/>
              </a:lnSpc>
            </a:pPr>
            <a:r>
              <a:rPr lang="en-US" sz="2000" dirty="0">
                <a:solidFill>
                  <a:srgbClr val="0C355D"/>
                </a:solidFill>
                <a:latin typeface="Berlin Sans FB" panose="020E0602020502020306" pitchFamily="34" charset="0"/>
              </a:rPr>
              <a:t> [[439, 15], [16, 438]]</a:t>
            </a:r>
          </a:p>
          <a:p>
            <a:pPr algn="ctr">
              <a:lnSpc>
                <a:spcPct val="250000"/>
              </a:lnSpc>
            </a:pPr>
            <a:r>
              <a:rPr lang="en-US" sz="2000" dirty="0">
                <a:solidFill>
                  <a:srgbClr val="0C355D"/>
                </a:solidFill>
                <a:latin typeface="Berlin Sans FB" panose="020E0602020502020306" pitchFamily="34" charset="0"/>
              </a:rPr>
              <a:t>[[392, 62], [47, 407]]</a:t>
            </a:r>
          </a:p>
          <a:p>
            <a:pPr algn="ctr">
              <a:lnSpc>
                <a:spcPct val="250000"/>
              </a:lnSpc>
            </a:pPr>
            <a:r>
              <a:rPr lang="en-US" sz="2000" dirty="0">
                <a:solidFill>
                  <a:srgbClr val="0C355D"/>
                </a:solidFill>
                <a:latin typeface="Berlin Sans FB" panose="020E0602020502020306" pitchFamily="34" charset="0"/>
              </a:rPr>
              <a:t>[[336, 118], [55, 399]]</a:t>
            </a:r>
          </a:p>
          <a:p>
            <a:pPr algn="ctr">
              <a:lnSpc>
                <a:spcPct val="250000"/>
              </a:lnSpc>
            </a:pPr>
            <a:r>
              <a:rPr lang="en-US" sz="2000" dirty="0">
                <a:solidFill>
                  <a:srgbClr val="0C355D"/>
                </a:solidFill>
                <a:latin typeface="Berlin Sans FB" panose="020E0602020502020306" pitchFamily="34" charset="0"/>
              </a:rPr>
              <a:t>[[274, 180], [0, 454]]</a:t>
            </a:r>
          </a:p>
        </p:txBody>
      </p:sp>
      <p:sp>
        <p:nvSpPr>
          <p:cNvPr id="33" name="TextBox 32">
            <a:extLst>
              <a:ext uri="{FF2B5EF4-FFF2-40B4-BE49-F238E27FC236}">
                <a16:creationId xmlns:a16="http://schemas.microsoft.com/office/drawing/2014/main" id="{53D4B260-4562-B43B-2A42-92D3AD4A7778}"/>
              </a:ext>
            </a:extLst>
          </p:cNvPr>
          <p:cNvSpPr txBox="1"/>
          <p:nvPr/>
        </p:nvSpPr>
        <p:spPr>
          <a:xfrm>
            <a:off x="10114526" y="2456943"/>
            <a:ext cx="1343873" cy="3804311"/>
          </a:xfrm>
          <a:prstGeom prst="rect">
            <a:avLst/>
          </a:prstGeom>
          <a:noFill/>
        </p:spPr>
        <p:txBody>
          <a:bodyPr wrap="square">
            <a:spAutoFit/>
          </a:bodyPr>
          <a:lstStyle/>
          <a:p>
            <a:pPr algn="ctr">
              <a:lnSpc>
                <a:spcPct val="250000"/>
              </a:lnSpc>
            </a:pPr>
            <a:r>
              <a:rPr lang="en-US" sz="2000" dirty="0">
                <a:solidFill>
                  <a:srgbClr val="0C355D"/>
                </a:solidFill>
                <a:latin typeface="Berlin Sans FB" panose="020E0602020502020306" pitchFamily="34" charset="0"/>
              </a:rPr>
              <a:t>ROC AUC</a:t>
            </a:r>
          </a:p>
          <a:p>
            <a:pPr algn="ctr">
              <a:lnSpc>
                <a:spcPct val="250000"/>
              </a:lnSpc>
            </a:pPr>
            <a:r>
              <a:rPr lang="en-US" sz="2000" dirty="0">
                <a:solidFill>
                  <a:srgbClr val="0C355D"/>
                </a:solidFill>
                <a:latin typeface="Berlin Sans FB" panose="020E0602020502020306" pitchFamily="34" charset="0"/>
              </a:rPr>
              <a:t>0.992102</a:t>
            </a:r>
          </a:p>
          <a:p>
            <a:pPr algn="ctr">
              <a:lnSpc>
                <a:spcPct val="250000"/>
              </a:lnSpc>
            </a:pPr>
            <a:r>
              <a:rPr lang="en-US" sz="2000" dirty="0">
                <a:solidFill>
                  <a:srgbClr val="0C355D"/>
                </a:solidFill>
                <a:latin typeface="Berlin Sans FB" panose="020E0602020502020306" pitchFamily="34" charset="0"/>
              </a:rPr>
              <a:t>0.942479</a:t>
            </a:r>
          </a:p>
          <a:p>
            <a:pPr algn="ctr">
              <a:lnSpc>
                <a:spcPct val="250000"/>
              </a:lnSpc>
            </a:pPr>
            <a:r>
              <a:rPr lang="en-US" sz="2000" dirty="0">
                <a:solidFill>
                  <a:srgbClr val="0C355D"/>
                </a:solidFill>
                <a:latin typeface="Berlin Sans FB" panose="020E0602020502020306" pitchFamily="34" charset="0"/>
              </a:rPr>
              <a:t>0.886923</a:t>
            </a:r>
          </a:p>
          <a:p>
            <a:pPr algn="ctr">
              <a:lnSpc>
                <a:spcPct val="250000"/>
              </a:lnSpc>
            </a:pPr>
            <a:r>
              <a:rPr lang="en-US" sz="2000" dirty="0">
                <a:solidFill>
                  <a:srgbClr val="0C355D"/>
                </a:solidFill>
                <a:latin typeface="Berlin Sans FB" panose="020E0602020502020306" pitchFamily="34" charset="0"/>
              </a:rPr>
              <a:t>0.941547</a:t>
            </a:r>
          </a:p>
        </p:txBody>
      </p:sp>
      <p:sp>
        <p:nvSpPr>
          <p:cNvPr id="46" name="TextBox 45">
            <a:extLst>
              <a:ext uri="{FF2B5EF4-FFF2-40B4-BE49-F238E27FC236}">
                <a16:creationId xmlns:a16="http://schemas.microsoft.com/office/drawing/2014/main" id="{4A2CA341-09F2-48BD-45B4-305C9425FF9A}"/>
              </a:ext>
            </a:extLst>
          </p:cNvPr>
          <p:cNvSpPr txBox="1"/>
          <p:nvPr/>
        </p:nvSpPr>
        <p:spPr>
          <a:xfrm>
            <a:off x="12328213" y="2249169"/>
            <a:ext cx="2455326" cy="707886"/>
          </a:xfrm>
          <a:prstGeom prst="rect">
            <a:avLst/>
          </a:prstGeom>
          <a:noFill/>
        </p:spPr>
        <p:txBody>
          <a:bodyPr wrap="square" rtlCol="0" anchor="ctr">
            <a:spAutoFit/>
          </a:bodyPr>
          <a:lstStyle/>
          <a:p>
            <a:pPr algn="ctr"/>
            <a:r>
              <a:rPr lang="en-US" sz="4000" dirty="0">
                <a:solidFill>
                  <a:srgbClr val="BFBFBF"/>
                </a:solidFill>
                <a:latin typeface="Berlin Sans FB" panose="020E0602020502020306" pitchFamily="34" charset="0"/>
              </a:rPr>
              <a:t>Autism</a:t>
            </a:r>
          </a:p>
        </p:txBody>
      </p:sp>
    </p:spTree>
    <p:extLst>
      <p:ext uri="{BB962C8B-B14F-4D97-AF65-F5344CB8AC3E}">
        <p14:creationId xmlns:p14="http://schemas.microsoft.com/office/powerpoint/2010/main" val="239661592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3833-A80E-020B-E6F2-7F003D6EF2FA}"/>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8F2A44FD-12B4-9144-D811-0C24F1337D07}"/>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B7DCC209-DD3F-1C35-F774-8EB9B897CF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2B67FB79-F3F3-3405-2F3B-7B26ABFC8CFB}"/>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DFEF8CF-21BE-F87E-2537-CED06D292596}"/>
              </a:ext>
            </a:extLst>
          </p:cNvPr>
          <p:cNvSpPr txBox="1"/>
          <p:nvPr/>
        </p:nvSpPr>
        <p:spPr>
          <a:xfrm>
            <a:off x="2857675" y="250143"/>
            <a:ext cx="6476645" cy="923330"/>
          </a:xfrm>
          <a:prstGeom prst="rect">
            <a:avLst/>
          </a:prstGeom>
          <a:noFill/>
        </p:spPr>
        <p:txBody>
          <a:bodyPr vert="wordArtVert" wrap="square" rtlCol="0" anchor="ctr">
            <a:spAutoFit/>
          </a:bodyPr>
          <a:lstStyle/>
          <a:p>
            <a:pPr algn="ctr"/>
            <a:r>
              <a:rPr lang="en-US" sz="4800" dirty="0">
                <a:solidFill>
                  <a:srgbClr val="0C355D"/>
                </a:solidFill>
                <a:latin typeface="Berlin Sans FB" panose="020E0602020502020306" pitchFamily="34" charset="0"/>
              </a:rPr>
              <a:t>Diseases</a:t>
            </a:r>
          </a:p>
        </p:txBody>
      </p:sp>
      <p:sp>
        <p:nvSpPr>
          <p:cNvPr id="3" name="TextBox 2">
            <a:extLst>
              <a:ext uri="{FF2B5EF4-FFF2-40B4-BE49-F238E27FC236}">
                <a16:creationId xmlns:a16="http://schemas.microsoft.com/office/drawing/2014/main" id="{3838B5D0-0170-46E1-89B3-65AB9A8BFB12}"/>
              </a:ext>
            </a:extLst>
          </p:cNvPr>
          <p:cNvSpPr txBox="1"/>
          <p:nvPr/>
        </p:nvSpPr>
        <p:spPr>
          <a:xfrm>
            <a:off x="4752127" y="1397168"/>
            <a:ext cx="2687739" cy="1015663"/>
          </a:xfrm>
          <a:prstGeom prst="rect">
            <a:avLst/>
          </a:prstGeom>
          <a:noFill/>
        </p:spPr>
        <p:txBody>
          <a:bodyPr wrap="square" rtlCol="0" anchor="ctr">
            <a:spAutoFit/>
          </a:bodyPr>
          <a:lstStyle/>
          <a:p>
            <a:pPr algn="ctr"/>
            <a:r>
              <a:rPr lang="en-US" sz="6000" dirty="0">
                <a:solidFill>
                  <a:srgbClr val="0C355D"/>
                </a:solidFill>
                <a:latin typeface="Berlin Sans FB" panose="020E0602020502020306" pitchFamily="34" charset="0"/>
              </a:rPr>
              <a:t>Autism</a:t>
            </a:r>
          </a:p>
        </p:txBody>
      </p:sp>
      <p:sp>
        <p:nvSpPr>
          <p:cNvPr id="17" name="TextBox 16">
            <a:extLst>
              <a:ext uri="{FF2B5EF4-FFF2-40B4-BE49-F238E27FC236}">
                <a16:creationId xmlns:a16="http://schemas.microsoft.com/office/drawing/2014/main" id="{FA1289B6-909B-8D01-CE93-66B948E3C80C}"/>
              </a:ext>
            </a:extLst>
          </p:cNvPr>
          <p:cNvSpPr txBox="1"/>
          <p:nvPr/>
        </p:nvSpPr>
        <p:spPr>
          <a:xfrm>
            <a:off x="4571996" y="2307316"/>
            <a:ext cx="3048000" cy="400110"/>
          </a:xfrm>
          <a:prstGeom prst="rect">
            <a:avLst/>
          </a:prstGeom>
          <a:noFill/>
        </p:spPr>
        <p:txBody>
          <a:bodyPr wrap="square">
            <a:spAutoFit/>
          </a:bodyPr>
          <a:lstStyle/>
          <a:p>
            <a:pPr algn="ctr"/>
            <a:r>
              <a:rPr lang="en-US" sz="2000" dirty="0">
                <a:solidFill>
                  <a:srgbClr val="0C355D"/>
                </a:solidFill>
                <a:latin typeface="Berlin Sans FB" panose="020E0602020502020306" pitchFamily="34" charset="0"/>
              </a:rPr>
              <a:t>Optimized </a:t>
            </a:r>
            <a:r>
              <a:rPr lang="en-US" sz="2000" dirty="0" err="1">
                <a:solidFill>
                  <a:srgbClr val="0C355D"/>
                </a:solidFill>
                <a:latin typeface="Berlin Sans FB" panose="020E0602020502020306" pitchFamily="34" charset="0"/>
              </a:rPr>
              <a:t>GaussianNB</a:t>
            </a:r>
            <a:endParaRPr lang="en-US" sz="2000" dirty="0">
              <a:solidFill>
                <a:srgbClr val="0C355D"/>
              </a:solidFill>
              <a:latin typeface="Berlin Sans FB" panose="020E0602020502020306" pitchFamily="34" charset="0"/>
            </a:endParaRPr>
          </a:p>
        </p:txBody>
      </p:sp>
      <p:grpSp>
        <p:nvGrpSpPr>
          <p:cNvPr id="37" name="Group 36">
            <a:extLst>
              <a:ext uri="{FF2B5EF4-FFF2-40B4-BE49-F238E27FC236}">
                <a16:creationId xmlns:a16="http://schemas.microsoft.com/office/drawing/2014/main" id="{B9A82832-2039-F692-1114-64A4C19F463E}"/>
              </a:ext>
            </a:extLst>
          </p:cNvPr>
          <p:cNvGrpSpPr/>
          <p:nvPr/>
        </p:nvGrpSpPr>
        <p:grpSpPr>
          <a:xfrm>
            <a:off x="4062670" y="3228825"/>
            <a:ext cx="4066652" cy="2781976"/>
            <a:chOff x="4470275" y="2937301"/>
            <a:chExt cx="2951710" cy="2781976"/>
          </a:xfrm>
        </p:grpSpPr>
        <p:sp>
          <p:nvSpPr>
            <p:cNvPr id="39" name="TextBox 38">
              <a:extLst>
                <a:ext uri="{FF2B5EF4-FFF2-40B4-BE49-F238E27FC236}">
                  <a16:creationId xmlns:a16="http://schemas.microsoft.com/office/drawing/2014/main" id="{9372D0F9-A792-5A54-4A6D-C5DFB5302439}"/>
                </a:ext>
              </a:extLst>
            </p:cNvPr>
            <p:cNvSpPr txBox="1"/>
            <p:nvPr/>
          </p:nvSpPr>
          <p:spPr>
            <a:xfrm>
              <a:off x="6174385" y="2952690"/>
              <a:ext cx="1247600"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0.971564</a:t>
              </a:r>
            </a:p>
          </p:txBody>
        </p:sp>
        <p:sp>
          <p:nvSpPr>
            <p:cNvPr id="40" name="TextBox 39">
              <a:extLst>
                <a:ext uri="{FF2B5EF4-FFF2-40B4-BE49-F238E27FC236}">
                  <a16:creationId xmlns:a16="http://schemas.microsoft.com/office/drawing/2014/main" id="{CFF8E901-40B0-2205-9925-1043D96DFF4F}"/>
                </a:ext>
              </a:extLst>
            </p:cNvPr>
            <p:cNvSpPr txBox="1"/>
            <p:nvPr/>
          </p:nvSpPr>
          <p:spPr>
            <a:xfrm>
              <a:off x="4470275" y="2937301"/>
              <a:ext cx="1247600"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Accuracy</a:t>
              </a:r>
            </a:p>
          </p:txBody>
        </p:sp>
        <p:sp>
          <p:nvSpPr>
            <p:cNvPr id="41" name="TextBox 40">
              <a:extLst>
                <a:ext uri="{FF2B5EF4-FFF2-40B4-BE49-F238E27FC236}">
                  <a16:creationId xmlns:a16="http://schemas.microsoft.com/office/drawing/2014/main" id="{179AA7CC-0608-D0AF-D224-E86F668E7805}"/>
                </a:ext>
              </a:extLst>
            </p:cNvPr>
            <p:cNvSpPr txBox="1"/>
            <p:nvPr/>
          </p:nvSpPr>
          <p:spPr>
            <a:xfrm>
              <a:off x="6200499" y="3743587"/>
              <a:ext cx="1214594"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0.949153</a:t>
              </a:r>
            </a:p>
          </p:txBody>
        </p:sp>
        <p:sp>
          <p:nvSpPr>
            <p:cNvPr id="42" name="TextBox 41">
              <a:extLst>
                <a:ext uri="{FF2B5EF4-FFF2-40B4-BE49-F238E27FC236}">
                  <a16:creationId xmlns:a16="http://schemas.microsoft.com/office/drawing/2014/main" id="{8845DFD8-FB6E-C020-C593-8214ED0978A5}"/>
                </a:ext>
              </a:extLst>
            </p:cNvPr>
            <p:cNvSpPr txBox="1"/>
            <p:nvPr/>
          </p:nvSpPr>
          <p:spPr>
            <a:xfrm>
              <a:off x="4470275" y="3728198"/>
              <a:ext cx="1474893" cy="707886"/>
            </a:xfrm>
            <a:prstGeom prst="rect">
              <a:avLst/>
            </a:prstGeom>
            <a:noFill/>
          </p:spPr>
          <p:txBody>
            <a:bodyPr wrap="square">
              <a:spAutoFit/>
            </a:bodyPr>
            <a:lstStyle/>
            <a:p>
              <a:r>
                <a:rPr lang="en-US" sz="2000" dirty="0">
                  <a:solidFill>
                    <a:srgbClr val="0C355D"/>
                  </a:solidFill>
                  <a:latin typeface="Berlin Sans FB" panose="020E0602020502020306" pitchFamily="34" charset="0"/>
                </a:rPr>
                <a:t>Precision (Macro)</a:t>
              </a:r>
            </a:p>
            <a:p>
              <a:endParaRPr lang="en-US" sz="2000" dirty="0">
                <a:solidFill>
                  <a:srgbClr val="0C355D"/>
                </a:solidFill>
                <a:latin typeface="Berlin Sans FB" panose="020E0602020502020306" pitchFamily="34" charset="0"/>
              </a:endParaRPr>
            </a:p>
          </p:txBody>
        </p:sp>
        <p:sp>
          <p:nvSpPr>
            <p:cNvPr id="43" name="TextBox 42">
              <a:extLst>
                <a:ext uri="{FF2B5EF4-FFF2-40B4-BE49-F238E27FC236}">
                  <a16:creationId xmlns:a16="http://schemas.microsoft.com/office/drawing/2014/main" id="{8F871A12-6006-22FD-BB65-FCE28B35DB29}"/>
                </a:ext>
              </a:extLst>
            </p:cNvPr>
            <p:cNvSpPr txBox="1"/>
            <p:nvPr/>
          </p:nvSpPr>
          <p:spPr>
            <a:xfrm>
              <a:off x="6200499" y="4495322"/>
              <a:ext cx="1221485"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0.981013</a:t>
              </a:r>
            </a:p>
          </p:txBody>
        </p:sp>
        <p:sp>
          <p:nvSpPr>
            <p:cNvPr id="44" name="TextBox 43">
              <a:extLst>
                <a:ext uri="{FF2B5EF4-FFF2-40B4-BE49-F238E27FC236}">
                  <a16:creationId xmlns:a16="http://schemas.microsoft.com/office/drawing/2014/main" id="{09460818-23C6-61D2-7722-FDDF28893C76}"/>
                </a:ext>
              </a:extLst>
            </p:cNvPr>
            <p:cNvSpPr txBox="1"/>
            <p:nvPr/>
          </p:nvSpPr>
          <p:spPr>
            <a:xfrm>
              <a:off x="4470275" y="4519095"/>
              <a:ext cx="1247600"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Recall (Macro)</a:t>
              </a:r>
            </a:p>
          </p:txBody>
        </p:sp>
        <p:sp>
          <p:nvSpPr>
            <p:cNvPr id="45" name="TextBox 44">
              <a:extLst>
                <a:ext uri="{FF2B5EF4-FFF2-40B4-BE49-F238E27FC236}">
                  <a16:creationId xmlns:a16="http://schemas.microsoft.com/office/drawing/2014/main" id="{AE436DCB-6467-8DDA-17E7-004E909978A4}"/>
                </a:ext>
              </a:extLst>
            </p:cNvPr>
            <p:cNvSpPr txBox="1"/>
            <p:nvPr/>
          </p:nvSpPr>
          <p:spPr>
            <a:xfrm>
              <a:off x="4470276" y="5309992"/>
              <a:ext cx="1221494"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F1 (Macro)</a:t>
              </a:r>
            </a:p>
          </p:txBody>
        </p:sp>
        <p:sp>
          <p:nvSpPr>
            <p:cNvPr id="46" name="TextBox 45">
              <a:extLst>
                <a:ext uri="{FF2B5EF4-FFF2-40B4-BE49-F238E27FC236}">
                  <a16:creationId xmlns:a16="http://schemas.microsoft.com/office/drawing/2014/main" id="{F6E004A4-F91E-433A-2F30-B1239FF6EBB3}"/>
                </a:ext>
              </a:extLst>
            </p:cNvPr>
            <p:cNvSpPr txBox="1"/>
            <p:nvPr/>
          </p:nvSpPr>
          <p:spPr>
            <a:xfrm>
              <a:off x="6200491" y="5319167"/>
              <a:ext cx="1221494" cy="400110"/>
            </a:xfrm>
            <a:prstGeom prst="rect">
              <a:avLst/>
            </a:prstGeom>
            <a:noFill/>
          </p:spPr>
          <p:txBody>
            <a:bodyPr wrap="square">
              <a:spAutoFit/>
            </a:bodyPr>
            <a:lstStyle/>
            <a:p>
              <a:r>
                <a:rPr lang="en-US" sz="2000" dirty="0">
                  <a:solidFill>
                    <a:srgbClr val="0C355D"/>
                  </a:solidFill>
                  <a:latin typeface="Berlin Sans FB" panose="020E0602020502020306" pitchFamily="34" charset="0"/>
                </a:rPr>
                <a:t>0.963537</a:t>
              </a:r>
            </a:p>
          </p:txBody>
        </p:sp>
      </p:grpSp>
    </p:spTree>
    <p:extLst>
      <p:ext uri="{BB962C8B-B14F-4D97-AF65-F5344CB8AC3E}">
        <p14:creationId xmlns:p14="http://schemas.microsoft.com/office/powerpoint/2010/main" val="57419408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A401-75A6-DC3D-D155-529DFF0D0DC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92FAD81B-6C84-9395-942D-2A1798F8150C}"/>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C72740C8-92A9-3146-8BB1-EF2D1D4993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C4FA9AF3-61A9-87E4-E046-355CEB95627C}"/>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D62BD904-82F8-F1F2-C966-F205613AA2F7}"/>
              </a:ext>
            </a:extLst>
          </p:cNvPr>
          <p:cNvSpPr txBox="1"/>
          <p:nvPr/>
        </p:nvSpPr>
        <p:spPr>
          <a:xfrm>
            <a:off x="3644174" y="296309"/>
            <a:ext cx="4903650" cy="830997"/>
          </a:xfrm>
          <a:prstGeom prst="rect">
            <a:avLst/>
          </a:prstGeom>
          <a:noFill/>
        </p:spPr>
        <p:txBody>
          <a:bodyPr vert="horz" wrap="square" rtlCol="0" anchor="ctr">
            <a:spAutoFit/>
          </a:bodyPr>
          <a:lstStyle/>
          <a:p>
            <a:pPr algn="ctr"/>
            <a:r>
              <a:rPr lang="en-US" sz="4800" dirty="0">
                <a:solidFill>
                  <a:srgbClr val="0C355D"/>
                </a:solidFill>
                <a:latin typeface="Berlin Sans FB" panose="020E0602020502020306" pitchFamily="34" charset="0"/>
              </a:rPr>
              <a:t>Result Validation</a:t>
            </a:r>
          </a:p>
        </p:txBody>
      </p:sp>
      <p:pic>
        <p:nvPicPr>
          <p:cNvPr id="2" name="Picture 1" descr="A screenshot of a computer&#10;&#10;AI-generated content may be incorrect.">
            <a:extLst>
              <a:ext uri="{FF2B5EF4-FFF2-40B4-BE49-F238E27FC236}">
                <a16:creationId xmlns:a16="http://schemas.microsoft.com/office/drawing/2014/main" id="{8D832E36-1F29-C12C-17B2-F4A9059BCB7C}"/>
              </a:ext>
            </a:extLst>
          </p:cNvPr>
          <p:cNvPicPr>
            <a:picLocks noChangeAspect="1"/>
          </p:cNvPicPr>
          <p:nvPr/>
        </p:nvPicPr>
        <p:blipFill>
          <a:blip r:embed="rId5"/>
          <a:stretch>
            <a:fillRect/>
          </a:stretch>
        </p:blipFill>
        <p:spPr>
          <a:xfrm>
            <a:off x="914400" y="1485754"/>
            <a:ext cx="4775201" cy="2797693"/>
          </a:xfrm>
          <a:prstGeom prst="rect">
            <a:avLst/>
          </a:prstGeom>
        </p:spPr>
      </p:pic>
      <p:pic>
        <p:nvPicPr>
          <p:cNvPr id="4" name="Picture 3">
            <a:extLst>
              <a:ext uri="{FF2B5EF4-FFF2-40B4-BE49-F238E27FC236}">
                <a16:creationId xmlns:a16="http://schemas.microsoft.com/office/drawing/2014/main" id="{187CC6C1-0F6C-0699-5C52-4E5A6E90D7BF}"/>
              </a:ext>
            </a:extLst>
          </p:cNvPr>
          <p:cNvPicPr>
            <a:picLocks noChangeAspect="1"/>
          </p:cNvPicPr>
          <p:nvPr/>
        </p:nvPicPr>
        <p:blipFill>
          <a:blip r:embed="rId6"/>
          <a:stretch>
            <a:fillRect/>
          </a:stretch>
        </p:blipFill>
        <p:spPr>
          <a:xfrm>
            <a:off x="7122896" y="1485754"/>
            <a:ext cx="4154704" cy="2797694"/>
          </a:xfrm>
          <a:prstGeom prst="rect">
            <a:avLst/>
          </a:prstGeom>
        </p:spPr>
      </p:pic>
      <p:pic>
        <p:nvPicPr>
          <p:cNvPr id="5" name="Picture 4">
            <a:extLst>
              <a:ext uri="{FF2B5EF4-FFF2-40B4-BE49-F238E27FC236}">
                <a16:creationId xmlns:a16="http://schemas.microsoft.com/office/drawing/2014/main" id="{6909102D-83C5-94D8-5452-001B0EFFB5AF}"/>
              </a:ext>
            </a:extLst>
          </p:cNvPr>
          <p:cNvPicPr>
            <a:picLocks noChangeAspect="1"/>
          </p:cNvPicPr>
          <p:nvPr/>
        </p:nvPicPr>
        <p:blipFill>
          <a:blip r:embed="rId7"/>
          <a:stretch>
            <a:fillRect/>
          </a:stretch>
        </p:blipFill>
        <p:spPr>
          <a:xfrm>
            <a:off x="906816" y="4728094"/>
            <a:ext cx="6607113" cy="594412"/>
          </a:xfrm>
          <a:prstGeom prst="rect">
            <a:avLst/>
          </a:prstGeom>
        </p:spPr>
      </p:pic>
      <p:sp>
        <p:nvSpPr>
          <p:cNvPr id="8" name="Rectangle 7">
            <a:extLst>
              <a:ext uri="{FF2B5EF4-FFF2-40B4-BE49-F238E27FC236}">
                <a16:creationId xmlns:a16="http://schemas.microsoft.com/office/drawing/2014/main" id="{18D6CB26-D47F-E14D-8F46-664B5F856263}"/>
              </a:ext>
            </a:extLst>
          </p:cNvPr>
          <p:cNvSpPr>
            <a:spLocks noGrp="1" noRot="1" noMove="1" noResize="1" noEditPoints="1" noAdjustHandles="1" noChangeArrowheads="1" noChangeShapeType="1"/>
          </p:cNvSpPr>
          <p:nvPr/>
        </p:nvSpPr>
        <p:spPr>
          <a:xfrm>
            <a:off x="4864100" y="4584700"/>
            <a:ext cx="2755900" cy="1016000"/>
          </a:xfrm>
          <a:prstGeom prst="rect">
            <a:avLst/>
          </a:pr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80DD3C9-5008-CE2A-3513-0DD7E6E5AD41}"/>
              </a:ext>
            </a:extLst>
          </p:cNvPr>
          <p:cNvSpPr txBox="1"/>
          <p:nvPr/>
        </p:nvSpPr>
        <p:spPr>
          <a:xfrm>
            <a:off x="5321568" y="4631204"/>
            <a:ext cx="6452511" cy="1938992"/>
          </a:xfrm>
          <a:prstGeom prst="rect">
            <a:avLst/>
          </a:prstGeom>
          <a:noFill/>
        </p:spPr>
        <p:txBody>
          <a:bodyPr wrap="square" rtlCol="0">
            <a:spAutoFit/>
          </a:bodyPr>
          <a:lstStyle/>
          <a:p>
            <a:pPr algn="ctr"/>
            <a:r>
              <a:rPr lang="en-US" sz="2000" dirty="0">
                <a:solidFill>
                  <a:srgbClr val="0C355D"/>
                </a:solidFill>
                <a:latin typeface="Berlin Sans FB" panose="020E0602020502020306" pitchFamily="34" charset="0"/>
              </a:rPr>
              <a:t>It sounds like you may have asthma. Common symptoms of asthma include shortness of breath, chest tightness or pain, wheezing when exhaling, and coughing or wheezing attacks. It's important to use your prescribed inhaler, avoid known triggers, and consult a healthcare professional if necessary.</a:t>
            </a:r>
          </a:p>
        </p:txBody>
      </p:sp>
    </p:spTree>
    <p:extLst>
      <p:ext uri="{BB962C8B-B14F-4D97-AF65-F5344CB8AC3E}">
        <p14:creationId xmlns:p14="http://schemas.microsoft.com/office/powerpoint/2010/main" val="1876422130"/>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68052-25A5-F50A-71DB-C59065C6A076}"/>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316CD23B-497A-44CA-060C-3B56893EE7C7}"/>
              </a:ext>
            </a:extLst>
          </p:cNvPr>
          <p:cNvSpPr txBox="1"/>
          <p:nvPr/>
        </p:nvSpPr>
        <p:spPr>
          <a:xfrm>
            <a:off x="777240" y="65454"/>
            <a:ext cx="597694"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AI</a:t>
            </a:r>
          </a:p>
        </p:txBody>
      </p:sp>
      <p:pic>
        <p:nvPicPr>
          <p:cNvPr id="26" name="Graphic 25" descr="Robot with solid fill">
            <a:extLst>
              <a:ext uri="{FF2B5EF4-FFF2-40B4-BE49-F238E27FC236}">
                <a16:creationId xmlns:a16="http://schemas.microsoft.com/office/drawing/2014/main" id="{2263D4AE-2439-DF26-244C-15E7C5EC69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27" name="Straight Connector 26">
            <a:extLst>
              <a:ext uri="{FF2B5EF4-FFF2-40B4-BE49-F238E27FC236}">
                <a16:creationId xmlns:a16="http://schemas.microsoft.com/office/drawing/2014/main" id="{CB5C9B67-EF28-29CB-C5A3-01272077D792}"/>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AD886328-E3F4-F7EC-7A9E-D74606345813}"/>
              </a:ext>
            </a:extLst>
          </p:cNvPr>
          <p:cNvSpPr>
            <a:spLocks noGrp="1" noRot="1" noMove="1" noResize="1" noEditPoints="1" noAdjustHandles="1" noChangeArrowheads="1" noChangeShapeType="1"/>
          </p:cNvSpPr>
          <p:nvPr/>
        </p:nvSpPr>
        <p:spPr>
          <a:xfrm>
            <a:off x="4864100" y="4584700"/>
            <a:ext cx="2755900" cy="1016000"/>
          </a:xfrm>
          <a:prstGeom prst="rect">
            <a:avLst/>
          </a:pr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88B6866-A976-C162-2746-869E600ADB38}"/>
              </a:ext>
            </a:extLst>
          </p:cNvPr>
          <p:cNvSpPr txBox="1"/>
          <p:nvPr/>
        </p:nvSpPr>
        <p:spPr>
          <a:xfrm flipH="1">
            <a:off x="2680712" y="1231836"/>
            <a:ext cx="6830570" cy="1569660"/>
          </a:xfrm>
          <a:prstGeom prst="rect">
            <a:avLst/>
          </a:prstGeom>
          <a:noFill/>
        </p:spPr>
        <p:txBody>
          <a:bodyPr wrap="square" rtlCol="0">
            <a:spAutoFit/>
          </a:bodyPr>
          <a:lstStyle/>
          <a:p>
            <a:pPr algn="ctr"/>
            <a:r>
              <a:rPr lang="en-US" sz="4800" dirty="0">
                <a:solidFill>
                  <a:srgbClr val="0C355D"/>
                </a:solidFill>
                <a:latin typeface="Berlin Sans FB" panose="020E0602020502020306" pitchFamily="34" charset="0"/>
              </a:rPr>
              <a:t>Chat Bot</a:t>
            </a:r>
          </a:p>
          <a:p>
            <a:pPr algn="ctr"/>
            <a:r>
              <a:rPr lang="en-US" sz="4800" dirty="0">
                <a:solidFill>
                  <a:srgbClr val="0C355D"/>
                </a:solidFill>
                <a:latin typeface="Berlin Sans FB" panose="020E0602020502020306" pitchFamily="34" charset="0"/>
              </a:rPr>
              <a:t>model performance</a:t>
            </a:r>
          </a:p>
        </p:txBody>
      </p:sp>
      <p:pic>
        <p:nvPicPr>
          <p:cNvPr id="9" name="Picture 8">
            <a:extLst>
              <a:ext uri="{FF2B5EF4-FFF2-40B4-BE49-F238E27FC236}">
                <a16:creationId xmlns:a16="http://schemas.microsoft.com/office/drawing/2014/main" id="{2BAD6BDC-9C57-B5DA-417E-30468A5E1258}"/>
              </a:ext>
            </a:extLst>
          </p:cNvPr>
          <p:cNvPicPr>
            <a:picLocks noChangeAspect="1"/>
          </p:cNvPicPr>
          <p:nvPr/>
        </p:nvPicPr>
        <p:blipFill>
          <a:blip r:embed="rId5"/>
          <a:stretch>
            <a:fillRect/>
          </a:stretch>
        </p:blipFill>
        <p:spPr>
          <a:xfrm>
            <a:off x="457197" y="4056504"/>
            <a:ext cx="11277600" cy="1056392"/>
          </a:xfrm>
          <a:prstGeom prst="rect">
            <a:avLst/>
          </a:prstGeom>
        </p:spPr>
      </p:pic>
    </p:spTree>
    <p:extLst>
      <p:ext uri="{BB962C8B-B14F-4D97-AF65-F5344CB8AC3E}">
        <p14:creationId xmlns:p14="http://schemas.microsoft.com/office/powerpoint/2010/main" val="172316869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00F72-A1B6-64CC-B470-FB354C6E7A04}"/>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11D5F03F-F7B8-4843-C10A-EE9A5B87E651}"/>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AI</a:t>
            </a:r>
          </a:p>
        </p:txBody>
      </p:sp>
    </p:spTree>
    <p:extLst>
      <p:ext uri="{BB962C8B-B14F-4D97-AF65-F5344CB8AC3E}">
        <p14:creationId xmlns:p14="http://schemas.microsoft.com/office/powerpoint/2010/main" val="3195301484"/>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CD27-883A-9162-569D-31A2274ADF3A}"/>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363D2C2B-B913-FA47-C312-89BCA8EF7AF8}"/>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TextBox 263">
            <a:extLst>
              <a:ext uri="{FF2B5EF4-FFF2-40B4-BE49-F238E27FC236}">
                <a16:creationId xmlns:a16="http://schemas.microsoft.com/office/drawing/2014/main" id="{D437776A-E7CD-11D0-BA39-CD4BEFC06717}"/>
              </a:ext>
            </a:extLst>
          </p:cNvPr>
          <p:cNvSpPr txBox="1"/>
          <p:nvPr/>
        </p:nvSpPr>
        <p:spPr>
          <a:xfrm>
            <a:off x="7601722" y="11001207"/>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270" name="TextBox 269">
            <a:extLst>
              <a:ext uri="{FF2B5EF4-FFF2-40B4-BE49-F238E27FC236}">
                <a16:creationId xmlns:a16="http://schemas.microsoft.com/office/drawing/2014/main" id="{8708EDF3-3B40-9068-AC7F-774087BCAE68}"/>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sp>
        <p:nvSpPr>
          <p:cNvPr id="4" name="TextBox 3">
            <a:extLst>
              <a:ext uri="{FF2B5EF4-FFF2-40B4-BE49-F238E27FC236}">
                <a16:creationId xmlns:a16="http://schemas.microsoft.com/office/drawing/2014/main" id="{9F696A72-D9F7-53B1-2400-EA85519322E9}"/>
              </a:ext>
            </a:extLst>
          </p:cNvPr>
          <p:cNvSpPr txBox="1"/>
          <p:nvPr/>
        </p:nvSpPr>
        <p:spPr>
          <a:xfrm>
            <a:off x="7601722" y="2921167"/>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AI</a:t>
            </a:r>
          </a:p>
        </p:txBody>
      </p:sp>
      <p:pic>
        <p:nvPicPr>
          <p:cNvPr id="2" name="Picture 1" descr="A blue and white logo&#10;&#10;AI-generated content may be incorrect.">
            <a:extLst>
              <a:ext uri="{FF2B5EF4-FFF2-40B4-BE49-F238E27FC236}">
                <a16:creationId xmlns:a16="http://schemas.microsoft.com/office/drawing/2014/main" id="{67263CD1-1920-6EB0-2FB2-BC16E17F00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6DD83326-F0D0-7C63-10F9-987D18FFFC55}"/>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FD468FA5-D6D7-A817-6E12-C1293358ABDB}"/>
              </a:ext>
            </a:extLst>
          </p:cNvPr>
          <p:cNvGrpSpPr/>
          <p:nvPr/>
        </p:nvGrpSpPr>
        <p:grpSpPr>
          <a:xfrm rot="16200000">
            <a:off x="-7315200" y="-3867265"/>
            <a:ext cx="14630400" cy="14630400"/>
            <a:chOff x="-1000432" y="-7315200"/>
            <a:chExt cx="14630400" cy="14630400"/>
          </a:xfrm>
        </p:grpSpPr>
        <p:sp>
          <p:nvSpPr>
            <p:cNvPr id="13" name="Oval 12">
              <a:extLst>
                <a:ext uri="{FF2B5EF4-FFF2-40B4-BE49-F238E27FC236}">
                  <a16:creationId xmlns:a16="http://schemas.microsoft.com/office/drawing/2014/main" id="{F302A69A-4D9A-FCDE-F24C-DAFFE7B24C73}"/>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A23A133B-FE5E-91AC-95C6-63A0239774FC}"/>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6474A4B0-F1AB-A172-4A52-D1012DEDB518}"/>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6A24A1FF-D3C9-FD35-BB3D-25004321298A}"/>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C2135C6D-A7B2-9A79-5B20-5700F40C5F01}"/>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167FB7DC-F2A5-758B-279D-EFA7C0819E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54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9F8DC4D9-E9D4-771E-C472-82ACA8381A5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54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0189C07D-5DFB-7BE3-B6A6-1DFD8B3AB99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54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34BC4749-8357-0D70-192E-F5D21D49BBE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5400000">
              <a:off x="5857568" y="6172200"/>
              <a:ext cx="914400" cy="914400"/>
            </a:xfrm>
            <a:prstGeom prst="rect">
              <a:avLst/>
            </a:prstGeom>
          </p:spPr>
        </p:pic>
      </p:grpSp>
    </p:spTree>
    <p:extLst>
      <p:ext uri="{BB962C8B-B14F-4D97-AF65-F5344CB8AC3E}">
        <p14:creationId xmlns:p14="http://schemas.microsoft.com/office/powerpoint/2010/main" val="2786729368"/>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83172-5447-B3B9-08DD-5D586E1F6E65}"/>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7D36EA0C-1EBE-BCEB-186F-A74A19E5E4D3}"/>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AFF0BBA-358C-42BA-6DAC-430443C44C20}"/>
              </a:ext>
            </a:extLst>
          </p:cNvPr>
          <p:cNvSpPr txBox="1"/>
          <p:nvPr/>
        </p:nvSpPr>
        <p:spPr>
          <a:xfrm>
            <a:off x="7601724" y="2920465"/>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Marketing</a:t>
            </a:r>
          </a:p>
        </p:txBody>
      </p:sp>
      <p:sp>
        <p:nvSpPr>
          <p:cNvPr id="3" name="TextBox 2">
            <a:extLst>
              <a:ext uri="{FF2B5EF4-FFF2-40B4-BE49-F238E27FC236}">
                <a16:creationId xmlns:a16="http://schemas.microsoft.com/office/drawing/2014/main" id="{DEB3D9F5-A167-7421-A66C-19FFED04049B}"/>
              </a:ext>
            </a:extLst>
          </p:cNvPr>
          <p:cNvSpPr txBox="1"/>
          <p:nvPr/>
        </p:nvSpPr>
        <p:spPr>
          <a:xfrm>
            <a:off x="6686157" y="-1435628"/>
            <a:ext cx="6325378"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AI</a:t>
            </a:r>
          </a:p>
        </p:txBody>
      </p:sp>
      <p:sp>
        <p:nvSpPr>
          <p:cNvPr id="6" name="TextBox 5">
            <a:extLst>
              <a:ext uri="{FF2B5EF4-FFF2-40B4-BE49-F238E27FC236}">
                <a16:creationId xmlns:a16="http://schemas.microsoft.com/office/drawing/2014/main" id="{A48F3933-8B8D-114F-F795-75DB4C9C605E}"/>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pic>
        <p:nvPicPr>
          <p:cNvPr id="4" name="Picture 3" descr="A blue and white logo&#10;&#10;AI-generated content may be incorrect.">
            <a:extLst>
              <a:ext uri="{FF2B5EF4-FFF2-40B4-BE49-F238E27FC236}">
                <a16:creationId xmlns:a16="http://schemas.microsoft.com/office/drawing/2014/main" id="{7E8180D9-D269-1E14-DD36-B5E874A1C9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5" name="Title 5">
            <a:extLst>
              <a:ext uri="{FF2B5EF4-FFF2-40B4-BE49-F238E27FC236}">
                <a16:creationId xmlns:a16="http://schemas.microsoft.com/office/drawing/2014/main" id="{928D261B-2317-978B-349C-F964BA67F47E}"/>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627BCA3D-5D26-C5F8-3B7A-56A100955E17}"/>
              </a:ext>
            </a:extLst>
          </p:cNvPr>
          <p:cNvGrpSpPr/>
          <p:nvPr/>
        </p:nvGrpSpPr>
        <p:grpSpPr>
          <a:xfrm rot="10800000">
            <a:off x="-7315200" y="-3867265"/>
            <a:ext cx="14630400" cy="14630400"/>
            <a:chOff x="-1000432" y="-7315200"/>
            <a:chExt cx="14630400" cy="14630400"/>
          </a:xfrm>
        </p:grpSpPr>
        <p:sp>
          <p:nvSpPr>
            <p:cNvPr id="13" name="Oval 12">
              <a:extLst>
                <a:ext uri="{FF2B5EF4-FFF2-40B4-BE49-F238E27FC236}">
                  <a16:creationId xmlns:a16="http://schemas.microsoft.com/office/drawing/2014/main" id="{ECBA3367-F6BD-C35E-D823-913909420EEC}"/>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E7145C66-352A-2CAE-04CF-514FF484D45A}"/>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F190CB25-7154-1500-5239-949C22EDE949}"/>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570AE1E4-4758-3C4F-D11D-27C04E861776}"/>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8D4AB664-D1BA-8614-E47B-7190C3D4B394}"/>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03E0CAA2-1E7D-E77A-FC9C-6FF2D93811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36737CEB-3BDA-2E7B-B793-390F68167E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E18F24E1-C17D-88FC-BAF8-E6D954935FA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CCFB62AA-34F5-B257-17A7-44F1D9B3DF3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a:off x="5857568" y="6172200"/>
              <a:ext cx="914400" cy="914400"/>
            </a:xfrm>
            <a:prstGeom prst="rect">
              <a:avLst/>
            </a:prstGeom>
          </p:spPr>
        </p:pic>
      </p:grpSp>
    </p:spTree>
    <p:extLst>
      <p:ext uri="{BB962C8B-B14F-4D97-AF65-F5344CB8AC3E}">
        <p14:creationId xmlns:p14="http://schemas.microsoft.com/office/powerpoint/2010/main" val="96487857"/>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B4873-4510-2E85-52CE-3EB2ED3244EA}"/>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2FB0480C-377A-C370-0548-02B58FDFDD23}"/>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Marketing</a:t>
            </a:r>
          </a:p>
        </p:txBody>
      </p:sp>
    </p:spTree>
    <p:extLst>
      <p:ext uri="{BB962C8B-B14F-4D97-AF65-F5344CB8AC3E}">
        <p14:creationId xmlns:p14="http://schemas.microsoft.com/office/powerpoint/2010/main" val="255923200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0E152-D1A0-128D-03EB-AF0A475954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FD9A0B-B712-40E9-A2AF-7C543620A798}"/>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5D9701F4-0DCA-8E53-C224-BF7E895E30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9172747C-D36E-12FC-9C08-EE130CEB6A7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8" name="Group 6">
            <a:extLst>
              <a:ext uri="{FF2B5EF4-FFF2-40B4-BE49-F238E27FC236}">
                <a16:creationId xmlns:a16="http://schemas.microsoft.com/office/drawing/2014/main" id="{F2DD73C4-E73A-E7F5-D7AD-B9D64CD76677}"/>
              </a:ext>
            </a:extLst>
          </p:cNvPr>
          <p:cNvGrpSpPr>
            <a:grpSpLocks noChangeAspect="1"/>
          </p:cNvGrpSpPr>
          <p:nvPr/>
        </p:nvGrpSpPr>
        <p:grpSpPr>
          <a:xfrm rot="-120940">
            <a:off x="7094828" y="3118976"/>
            <a:ext cx="4580925" cy="3438077"/>
            <a:chOff x="0" y="0"/>
            <a:chExt cx="8909050" cy="6686423"/>
          </a:xfrm>
        </p:grpSpPr>
        <p:sp>
          <p:nvSpPr>
            <p:cNvPr id="9" name="Freeform 7">
              <a:extLst>
                <a:ext uri="{FF2B5EF4-FFF2-40B4-BE49-F238E27FC236}">
                  <a16:creationId xmlns:a16="http://schemas.microsoft.com/office/drawing/2014/main" id="{18F803AB-A290-3ADA-1983-B1598A722DA6}"/>
                </a:ext>
              </a:extLst>
            </p:cNvPr>
            <p:cNvSpPr/>
            <p:nvPr/>
          </p:nvSpPr>
          <p:spPr>
            <a:xfrm>
              <a:off x="9525" y="9525"/>
              <a:ext cx="8890000" cy="6667373"/>
            </a:xfrm>
            <a:custGeom>
              <a:avLst/>
              <a:gdLst/>
              <a:ahLst/>
              <a:cxnLst/>
              <a:rect l="l" t="t" r="r" b="b"/>
              <a:pathLst>
                <a:path w="8890000" h="6667373">
                  <a:moveTo>
                    <a:pt x="0" y="0"/>
                  </a:moveTo>
                  <a:lnTo>
                    <a:pt x="8890000" y="0"/>
                  </a:lnTo>
                  <a:lnTo>
                    <a:pt x="8890000" y="6667373"/>
                  </a:lnTo>
                  <a:lnTo>
                    <a:pt x="0" y="6667373"/>
                  </a:lnTo>
                  <a:close/>
                </a:path>
              </a:pathLst>
            </a:custGeom>
            <a:solidFill>
              <a:srgbClr val="0C355D"/>
            </a:solidFill>
          </p:spPr>
          <p:txBody>
            <a:bodyPr/>
            <a:lstStyle/>
            <a:p>
              <a:endParaRPr lang="en-US">
                <a:solidFill>
                  <a:srgbClr val="0C355D"/>
                </a:solidFill>
              </a:endParaRPr>
            </a:p>
          </p:txBody>
        </p:sp>
        <p:sp>
          <p:nvSpPr>
            <p:cNvPr id="10" name="Freeform 8">
              <a:extLst>
                <a:ext uri="{FF2B5EF4-FFF2-40B4-BE49-F238E27FC236}">
                  <a16:creationId xmlns:a16="http://schemas.microsoft.com/office/drawing/2014/main" id="{23376E4B-6534-61F9-015A-D27871D351F2}"/>
                </a:ext>
              </a:extLst>
            </p:cNvPr>
            <p:cNvSpPr/>
            <p:nvPr/>
          </p:nvSpPr>
          <p:spPr>
            <a:xfrm>
              <a:off x="182371" y="372872"/>
              <a:ext cx="8544306" cy="5940680"/>
            </a:xfrm>
            <a:custGeom>
              <a:avLst/>
              <a:gdLst/>
              <a:ahLst/>
              <a:cxnLst/>
              <a:rect l="l" t="t" r="r" b="b"/>
              <a:pathLst>
                <a:path w="8544306" h="5940679">
                  <a:moveTo>
                    <a:pt x="0" y="0"/>
                  </a:moveTo>
                  <a:lnTo>
                    <a:pt x="8544306" y="0"/>
                  </a:lnTo>
                  <a:lnTo>
                    <a:pt x="8544306" y="5940679"/>
                  </a:lnTo>
                  <a:lnTo>
                    <a:pt x="0" y="5940679"/>
                  </a:lnTo>
                  <a:close/>
                </a:path>
              </a:pathLst>
            </a:custGeom>
            <a:blipFill>
              <a:blip r:embed="rId5"/>
              <a:stretch>
                <a:fillRect t="-17990" b="-17990"/>
              </a:stretch>
            </a:blipFill>
          </p:spPr>
          <p:txBody>
            <a:bodyPr/>
            <a:lstStyle/>
            <a:p>
              <a:endParaRPr lang="en-US" dirty="0"/>
            </a:p>
          </p:txBody>
        </p:sp>
        <p:sp>
          <p:nvSpPr>
            <p:cNvPr id="11" name="Freeform 9">
              <a:extLst>
                <a:ext uri="{FF2B5EF4-FFF2-40B4-BE49-F238E27FC236}">
                  <a16:creationId xmlns:a16="http://schemas.microsoft.com/office/drawing/2014/main" id="{F821F9C3-A417-B9C2-0715-33C12EE75F19}"/>
                </a:ext>
              </a:extLst>
            </p:cNvPr>
            <p:cNvSpPr/>
            <p:nvPr/>
          </p:nvSpPr>
          <p:spPr>
            <a:xfrm>
              <a:off x="0" y="0"/>
              <a:ext cx="8909050" cy="6686423"/>
            </a:xfrm>
            <a:custGeom>
              <a:avLst/>
              <a:gdLst/>
              <a:ahLst/>
              <a:cxnLst/>
              <a:rect l="l" t="t" r="r" b="b"/>
              <a:pathLst>
                <a:path w="8909050" h="6686423">
                  <a:moveTo>
                    <a:pt x="8909050" y="6686423"/>
                  </a:moveTo>
                  <a:lnTo>
                    <a:pt x="0" y="6686423"/>
                  </a:lnTo>
                  <a:lnTo>
                    <a:pt x="0" y="0"/>
                  </a:lnTo>
                  <a:lnTo>
                    <a:pt x="8909050" y="0"/>
                  </a:lnTo>
                  <a:lnTo>
                    <a:pt x="8909050" y="6686423"/>
                  </a:lnTo>
                  <a:close/>
                  <a:moveTo>
                    <a:pt x="19050" y="6667373"/>
                  </a:moveTo>
                  <a:lnTo>
                    <a:pt x="8890000" y="6667373"/>
                  </a:lnTo>
                  <a:lnTo>
                    <a:pt x="8890000" y="19050"/>
                  </a:lnTo>
                  <a:lnTo>
                    <a:pt x="19050" y="19050"/>
                  </a:lnTo>
                  <a:lnTo>
                    <a:pt x="19050" y="6667373"/>
                  </a:lnTo>
                  <a:close/>
                  <a:moveTo>
                    <a:pt x="8736203" y="6323076"/>
                  </a:moveTo>
                  <a:lnTo>
                    <a:pt x="172847" y="6323076"/>
                  </a:lnTo>
                  <a:lnTo>
                    <a:pt x="172847" y="363347"/>
                  </a:lnTo>
                  <a:lnTo>
                    <a:pt x="8736203" y="363347"/>
                  </a:lnTo>
                  <a:lnTo>
                    <a:pt x="8736203" y="6323076"/>
                  </a:lnTo>
                  <a:close/>
                  <a:moveTo>
                    <a:pt x="191897" y="6304026"/>
                  </a:moveTo>
                  <a:lnTo>
                    <a:pt x="8717153" y="6304026"/>
                  </a:lnTo>
                  <a:lnTo>
                    <a:pt x="8717153" y="382397"/>
                  </a:lnTo>
                  <a:lnTo>
                    <a:pt x="191897" y="382397"/>
                  </a:lnTo>
                  <a:lnTo>
                    <a:pt x="191897" y="6304026"/>
                  </a:lnTo>
                  <a:close/>
                </a:path>
              </a:pathLst>
            </a:custGeom>
            <a:solidFill>
              <a:srgbClr val="212121"/>
            </a:solidFill>
          </p:spPr>
          <p:txBody>
            <a:bodyPr/>
            <a:lstStyle/>
            <a:p>
              <a:endParaRPr lang="en-US"/>
            </a:p>
          </p:txBody>
        </p:sp>
      </p:grpSp>
      <p:sp>
        <p:nvSpPr>
          <p:cNvPr id="21" name="TextBox 20">
            <a:extLst>
              <a:ext uri="{FF2B5EF4-FFF2-40B4-BE49-F238E27FC236}">
                <a16:creationId xmlns:a16="http://schemas.microsoft.com/office/drawing/2014/main" id="{8ABFE90F-0158-9065-4316-0D99775344A7}"/>
              </a:ext>
            </a:extLst>
          </p:cNvPr>
          <p:cNvSpPr txBox="1"/>
          <p:nvPr/>
        </p:nvSpPr>
        <p:spPr>
          <a:xfrm>
            <a:off x="457200" y="1380293"/>
            <a:ext cx="6244409" cy="2942537"/>
          </a:xfrm>
          <a:prstGeom prst="rect">
            <a:avLst/>
          </a:prstGeom>
        </p:spPr>
        <p:txBody>
          <a:bodyPr wrap="square" lIns="0" tIns="0" rIns="0" bIns="0" rtlCol="0" anchor="t">
            <a:spAutoFit/>
          </a:bodyPr>
          <a:lstStyle/>
          <a:p>
            <a:pPr marL="0" lvl="0" indent="0" algn="l">
              <a:lnSpc>
                <a:spcPct val="250000"/>
              </a:lnSpc>
              <a:spcBef>
                <a:spcPct val="0"/>
              </a:spcBef>
            </a:pPr>
            <a:r>
              <a:rPr lang="en-US" sz="2000" spc="-35" dirty="0">
                <a:solidFill>
                  <a:srgbClr val="0C355D"/>
                </a:solidFill>
                <a:latin typeface="Berlin Sans FB" panose="020E0602020502020306" pitchFamily="34" charset="0"/>
                <a:ea typeface="TT Interphases"/>
                <a:cs typeface="TT Interphases"/>
                <a:sym typeface="TT Interphases"/>
              </a:rPr>
              <a:t>A smart br</a:t>
            </a:r>
            <a:r>
              <a:rPr lang="en-US" sz="2000" u="none" strike="noStrike" spc="-35" dirty="0">
                <a:solidFill>
                  <a:srgbClr val="0C355D"/>
                </a:solidFill>
                <a:latin typeface="Berlin Sans FB" panose="020E0602020502020306" pitchFamily="34" charset="0"/>
                <a:ea typeface="TT Interphases"/>
                <a:cs typeface="TT Interphases"/>
                <a:sym typeface="TT Interphases"/>
              </a:rPr>
              <a:t>acelet worn by a child has been developed that measures vital signs (such as heart rate, oxygen level, and temperature) and sends the data to an app. This includes real-time GPS location.</a:t>
            </a:r>
          </a:p>
        </p:txBody>
      </p:sp>
      <p:sp>
        <p:nvSpPr>
          <p:cNvPr id="22" name="TextBox 29">
            <a:extLst>
              <a:ext uri="{FF2B5EF4-FFF2-40B4-BE49-F238E27FC236}">
                <a16:creationId xmlns:a16="http://schemas.microsoft.com/office/drawing/2014/main" id="{0C55AF57-45DB-9DBB-8D9F-8F56975EF2AE}"/>
              </a:ext>
            </a:extLst>
          </p:cNvPr>
          <p:cNvSpPr txBox="1"/>
          <p:nvPr/>
        </p:nvSpPr>
        <p:spPr>
          <a:xfrm>
            <a:off x="-5805719" y="909652"/>
            <a:ext cx="4078515" cy="941283"/>
          </a:xfrm>
          <a:prstGeom prst="rect">
            <a:avLst/>
          </a:prstGeom>
        </p:spPr>
        <p:txBody>
          <a:bodyPr wrap="square" lIns="0" tIns="0" rIns="0" bIns="0" rtlCol="0" anchor="t">
            <a:spAutoFit/>
          </a:bodyPr>
          <a:lstStyle/>
          <a:p>
            <a:pPr algn="l">
              <a:lnSpc>
                <a:spcPts val="8625"/>
              </a:lnSpc>
            </a:pPr>
            <a:r>
              <a:rPr lang="en-US" sz="4000" spc="-75" dirty="0">
                <a:solidFill>
                  <a:srgbClr val="0C355D"/>
                </a:solidFill>
                <a:latin typeface="Berlin Sans FB" panose="020E0602020502020306" pitchFamily="34" charset="0"/>
                <a:ea typeface="Agrandir Bold"/>
                <a:cs typeface="Agrandir Bold"/>
                <a:sym typeface="Agrandir Bold"/>
              </a:rPr>
              <a:t>Problem Statement</a:t>
            </a:r>
          </a:p>
        </p:txBody>
      </p:sp>
      <p:sp>
        <p:nvSpPr>
          <p:cNvPr id="23" name="TextBox 30">
            <a:extLst>
              <a:ext uri="{FF2B5EF4-FFF2-40B4-BE49-F238E27FC236}">
                <a16:creationId xmlns:a16="http://schemas.microsoft.com/office/drawing/2014/main" id="{22F34AB1-DF1B-0427-2565-C6B240C3824B}"/>
              </a:ext>
            </a:extLst>
          </p:cNvPr>
          <p:cNvSpPr txBox="1"/>
          <p:nvPr/>
        </p:nvSpPr>
        <p:spPr>
          <a:xfrm>
            <a:off x="-9035165" y="2095500"/>
            <a:ext cx="5268703" cy="481607"/>
          </a:xfrm>
          <a:prstGeom prst="rect">
            <a:avLst/>
          </a:prstGeom>
        </p:spPr>
        <p:txBody>
          <a:bodyPr lIns="0" tIns="0" rIns="0" bIns="0" rtlCol="0" anchor="t">
            <a:spAutoFit/>
          </a:bodyPr>
          <a:lstStyle/>
          <a:p>
            <a:pPr algn="l">
              <a:lnSpc>
                <a:spcPts val="4446"/>
              </a:lnSpc>
            </a:pPr>
            <a:r>
              <a:rPr lang="en-US" sz="2000" spc="-35" dirty="0">
                <a:solidFill>
                  <a:srgbClr val="0C355D"/>
                </a:solidFill>
                <a:latin typeface="Berlin Sans FB" panose="020E0602020502020306" pitchFamily="34" charset="0"/>
                <a:ea typeface="TT Interphases Bold"/>
                <a:cs typeface="TT Interphases Bold"/>
                <a:sym typeface="TT Interphases Bold"/>
              </a:rPr>
              <a:t>01. Nighttime Health Emergencies</a:t>
            </a:r>
          </a:p>
        </p:txBody>
      </p:sp>
      <p:sp>
        <p:nvSpPr>
          <p:cNvPr id="24" name="TextBox 31">
            <a:extLst>
              <a:ext uri="{FF2B5EF4-FFF2-40B4-BE49-F238E27FC236}">
                <a16:creationId xmlns:a16="http://schemas.microsoft.com/office/drawing/2014/main" id="{B854A625-9416-4D37-2536-ED4C0492FAEC}"/>
              </a:ext>
            </a:extLst>
          </p:cNvPr>
          <p:cNvSpPr txBox="1"/>
          <p:nvPr/>
        </p:nvSpPr>
        <p:spPr>
          <a:xfrm>
            <a:off x="-11075843" y="2577107"/>
            <a:ext cx="5268702" cy="462371"/>
          </a:xfrm>
          <a:prstGeom prst="rect">
            <a:avLst/>
          </a:prstGeom>
        </p:spPr>
        <p:txBody>
          <a:bodyPr wrap="square" lIns="0" tIns="0" rIns="0" bIns="0" rtlCol="0" anchor="t">
            <a:spAutoFit/>
          </a:bodyPr>
          <a:lstStyle/>
          <a:p>
            <a:pPr algn="l">
              <a:lnSpc>
                <a:spcPts val="4201"/>
              </a:lnSpc>
            </a:pPr>
            <a:r>
              <a:rPr lang="en-US" sz="2000" spc="-35" dirty="0">
                <a:solidFill>
                  <a:srgbClr val="0C355D"/>
                </a:solidFill>
                <a:latin typeface="Berlin Sans FB" panose="020E0602020502020306" pitchFamily="34" charset="0"/>
                <a:ea typeface="TT Interphases Bold"/>
                <a:cs typeface="TT Interphases Bold"/>
                <a:sym typeface="TT Interphases Bold"/>
              </a:rPr>
              <a:t>02. Children at Risk of Getting Lost</a:t>
            </a:r>
          </a:p>
        </p:txBody>
      </p:sp>
      <p:sp>
        <p:nvSpPr>
          <p:cNvPr id="25" name="TextBox 32">
            <a:extLst>
              <a:ext uri="{FF2B5EF4-FFF2-40B4-BE49-F238E27FC236}">
                <a16:creationId xmlns:a16="http://schemas.microsoft.com/office/drawing/2014/main" id="{DFB7F1A2-4080-0B64-FA2D-6F7D07108CD1}"/>
              </a:ext>
            </a:extLst>
          </p:cNvPr>
          <p:cNvSpPr txBox="1"/>
          <p:nvPr/>
        </p:nvSpPr>
        <p:spPr>
          <a:xfrm>
            <a:off x="-14303868" y="3039478"/>
            <a:ext cx="5268703" cy="481607"/>
          </a:xfrm>
          <a:prstGeom prst="rect">
            <a:avLst/>
          </a:prstGeom>
        </p:spPr>
        <p:txBody>
          <a:bodyPr lIns="0" tIns="0" rIns="0" bIns="0" rtlCol="0" anchor="t">
            <a:spAutoFit/>
          </a:bodyPr>
          <a:lstStyle/>
          <a:p>
            <a:pPr algn="l">
              <a:lnSpc>
                <a:spcPts val="4446"/>
              </a:lnSpc>
            </a:pPr>
            <a:r>
              <a:rPr lang="en-US" sz="2000" spc="-35" dirty="0">
                <a:solidFill>
                  <a:srgbClr val="0C355D"/>
                </a:solidFill>
                <a:latin typeface="Berlin Sans FB" panose="020E0602020502020306" pitchFamily="34" charset="0"/>
                <a:ea typeface="TT Interphases Bold"/>
                <a:cs typeface="TT Interphases Bold"/>
                <a:sym typeface="TT Interphases Bold"/>
              </a:rPr>
              <a:t>03. Children with Chronic Medical Conditions</a:t>
            </a:r>
          </a:p>
        </p:txBody>
      </p:sp>
    </p:spTree>
    <p:extLst>
      <p:ext uri="{BB962C8B-B14F-4D97-AF65-F5344CB8AC3E}">
        <p14:creationId xmlns:p14="http://schemas.microsoft.com/office/powerpoint/2010/main" val="301923159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AFB24-FAE7-6DB6-A61F-A47C77EEE0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98C6B5-6A0A-9DC2-397A-FD40C3E99B0E}"/>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4201DF37-0582-F744-932B-4B01FA685CC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FAE4D4CF-984D-5D3E-82DA-E2B29C5650C6}"/>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3" name="TextBox 29">
            <a:extLst>
              <a:ext uri="{FF2B5EF4-FFF2-40B4-BE49-F238E27FC236}">
                <a16:creationId xmlns:a16="http://schemas.microsoft.com/office/drawing/2014/main" id="{31F097C5-0AF6-67FE-6B36-E0E4EE6F0482}"/>
              </a:ext>
            </a:extLst>
          </p:cNvPr>
          <p:cNvSpPr txBox="1"/>
          <p:nvPr/>
        </p:nvSpPr>
        <p:spPr>
          <a:xfrm>
            <a:off x="0" y="909652"/>
            <a:ext cx="4078515" cy="941283"/>
          </a:xfrm>
          <a:prstGeom prst="rect">
            <a:avLst/>
          </a:prstGeom>
        </p:spPr>
        <p:txBody>
          <a:bodyPr wrap="square" lIns="0" tIns="0" rIns="0" bIns="0" rtlCol="0" anchor="t">
            <a:spAutoFit/>
          </a:bodyPr>
          <a:lstStyle/>
          <a:p>
            <a:pPr algn="l">
              <a:lnSpc>
                <a:spcPts val="8625"/>
              </a:lnSpc>
            </a:pPr>
            <a:r>
              <a:rPr lang="en-US" sz="4000" spc="-75" dirty="0">
                <a:solidFill>
                  <a:srgbClr val="0C355D"/>
                </a:solidFill>
                <a:latin typeface="Berlin Sans FB" panose="020E0602020502020306" pitchFamily="34" charset="0"/>
                <a:ea typeface="Agrandir Bold"/>
                <a:cs typeface="Agrandir Bold"/>
                <a:sym typeface="Agrandir Bold"/>
              </a:rPr>
              <a:t>Problem Statement</a:t>
            </a:r>
          </a:p>
        </p:txBody>
      </p:sp>
      <p:sp>
        <p:nvSpPr>
          <p:cNvPr id="5" name="TextBox 30">
            <a:extLst>
              <a:ext uri="{FF2B5EF4-FFF2-40B4-BE49-F238E27FC236}">
                <a16:creationId xmlns:a16="http://schemas.microsoft.com/office/drawing/2014/main" id="{3EA366DB-3ECD-E2BC-B003-0DDB4DD0174C}"/>
              </a:ext>
            </a:extLst>
          </p:cNvPr>
          <p:cNvSpPr txBox="1"/>
          <p:nvPr/>
        </p:nvSpPr>
        <p:spPr>
          <a:xfrm>
            <a:off x="457202" y="2095500"/>
            <a:ext cx="5268703" cy="481607"/>
          </a:xfrm>
          <a:prstGeom prst="rect">
            <a:avLst/>
          </a:prstGeom>
        </p:spPr>
        <p:txBody>
          <a:bodyPr lIns="0" tIns="0" rIns="0" bIns="0" rtlCol="0" anchor="t">
            <a:spAutoFit/>
          </a:bodyPr>
          <a:lstStyle/>
          <a:p>
            <a:pPr algn="l">
              <a:lnSpc>
                <a:spcPts val="4446"/>
              </a:lnSpc>
            </a:pPr>
            <a:r>
              <a:rPr lang="en-US" sz="2000" spc="-35" dirty="0">
                <a:solidFill>
                  <a:srgbClr val="0C355D"/>
                </a:solidFill>
                <a:latin typeface="Berlin Sans FB" panose="020E0602020502020306" pitchFamily="34" charset="0"/>
                <a:ea typeface="TT Interphases Bold"/>
                <a:cs typeface="TT Interphases Bold"/>
                <a:sym typeface="TT Interphases Bold"/>
              </a:rPr>
              <a:t>01. Nighttime Health Emergencies</a:t>
            </a:r>
          </a:p>
        </p:txBody>
      </p:sp>
      <p:sp>
        <p:nvSpPr>
          <p:cNvPr id="6" name="TextBox 31">
            <a:extLst>
              <a:ext uri="{FF2B5EF4-FFF2-40B4-BE49-F238E27FC236}">
                <a16:creationId xmlns:a16="http://schemas.microsoft.com/office/drawing/2014/main" id="{CA17BCA8-AFCE-4F24-CFCE-11D3DDDB22A6}"/>
              </a:ext>
            </a:extLst>
          </p:cNvPr>
          <p:cNvSpPr txBox="1"/>
          <p:nvPr/>
        </p:nvSpPr>
        <p:spPr>
          <a:xfrm>
            <a:off x="457201" y="2577107"/>
            <a:ext cx="5268702" cy="462371"/>
          </a:xfrm>
          <a:prstGeom prst="rect">
            <a:avLst/>
          </a:prstGeom>
        </p:spPr>
        <p:txBody>
          <a:bodyPr wrap="square" lIns="0" tIns="0" rIns="0" bIns="0" rtlCol="0" anchor="t">
            <a:spAutoFit/>
          </a:bodyPr>
          <a:lstStyle/>
          <a:p>
            <a:pPr algn="l">
              <a:lnSpc>
                <a:spcPts val="4201"/>
              </a:lnSpc>
            </a:pPr>
            <a:r>
              <a:rPr lang="en-US" sz="2000" spc="-35" dirty="0">
                <a:solidFill>
                  <a:srgbClr val="0C355D"/>
                </a:solidFill>
                <a:latin typeface="Berlin Sans FB" panose="020E0602020502020306" pitchFamily="34" charset="0"/>
                <a:ea typeface="TT Interphases Bold"/>
                <a:cs typeface="TT Interphases Bold"/>
                <a:sym typeface="TT Interphases Bold"/>
              </a:rPr>
              <a:t>02. Children at Risk of Getting Lost</a:t>
            </a:r>
          </a:p>
        </p:txBody>
      </p:sp>
      <p:sp>
        <p:nvSpPr>
          <p:cNvPr id="12" name="TextBox 32">
            <a:extLst>
              <a:ext uri="{FF2B5EF4-FFF2-40B4-BE49-F238E27FC236}">
                <a16:creationId xmlns:a16="http://schemas.microsoft.com/office/drawing/2014/main" id="{08D86E10-0D83-5595-1218-0B9467C88A15}"/>
              </a:ext>
            </a:extLst>
          </p:cNvPr>
          <p:cNvSpPr txBox="1"/>
          <p:nvPr/>
        </p:nvSpPr>
        <p:spPr>
          <a:xfrm>
            <a:off x="457200" y="3039478"/>
            <a:ext cx="5268703" cy="481607"/>
          </a:xfrm>
          <a:prstGeom prst="rect">
            <a:avLst/>
          </a:prstGeom>
        </p:spPr>
        <p:txBody>
          <a:bodyPr lIns="0" tIns="0" rIns="0" bIns="0" rtlCol="0" anchor="t">
            <a:spAutoFit/>
          </a:bodyPr>
          <a:lstStyle/>
          <a:p>
            <a:pPr algn="l">
              <a:lnSpc>
                <a:spcPts val="4446"/>
              </a:lnSpc>
            </a:pPr>
            <a:r>
              <a:rPr lang="en-US" sz="2000" spc="-35" dirty="0">
                <a:solidFill>
                  <a:srgbClr val="0C355D"/>
                </a:solidFill>
                <a:latin typeface="Berlin Sans FB" panose="020E0602020502020306" pitchFamily="34" charset="0"/>
                <a:ea typeface="TT Interphases Bold"/>
                <a:cs typeface="TT Interphases Bold"/>
                <a:sym typeface="TT Interphases Bold"/>
              </a:rPr>
              <a:t>03. Children with Chronic Medical Conditions</a:t>
            </a:r>
          </a:p>
        </p:txBody>
      </p:sp>
      <p:grpSp>
        <p:nvGrpSpPr>
          <p:cNvPr id="19" name="Group 2">
            <a:extLst>
              <a:ext uri="{FF2B5EF4-FFF2-40B4-BE49-F238E27FC236}">
                <a16:creationId xmlns:a16="http://schemas.microsoft.com/office/drawing/2014/main" id="{01513789-8932-6E78-BAA9-EBF13BAC33F6}"/>
              </a:ext>
            </a:extLst>
          </p:cNvPr>
          <p:cNvGrpSpPr>
            <a:grpSpLocks noChangeAspect="1"/>
          </p:cNvGrpSpPr>
          <p:nvPr/>
        </p:nvGrpSpPr>
        <p:grpSpPr>
          <a:xfrm>
            <a:off x="12192000" y="-2743200"/>
            <a:ext cx="4469573" cy="2743200"/>
            <a:chOff x="0" y="0"/>
            <a:chExt cx="10599500" cy="6505443"/>
          </a:xfrm>
        </p:grpSpPr>
        <p:sp>
          <p:nvSpPr>
            <p:cNvPr id="20" name="Freeform 3">
              <a:extLst>
                <a:ext uri="{FF2B5EF4-FFF2-40B4-BE49-F238E27FC236}">
                  <a16:creationId xmlns:a16="http://schemas.microsoft.com/office/drawing/2014/main" id="{DB890834-1573-464A-5AC0-F69BA9CC9EF3}"/>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2" name="Group 4">
              <a:extLst>
                <a:ext uri="{FF2B5EF4-FFF2-40B4-BE49-F238E27FC236}">
                  <a16:creationId xmlns:a16="http://schemas.microsoft.com/office/drawing/2014/main" id="{6B025479-18C7-BAE1-9265-8BEB4724A918}"/>
                </a:ext>
              </a:extLst>
            </p:cNvPr>
            <p:cNvGrpSpPr/>
            <p:nvPr/>
          </p:nvGrpSpPr>
          <p:grpSpPr>
            <a:xfrm>
              <a:off x="418533" y="426731"/>
              <a:ext cx="9425189" cy="5099121"/>
              <a:chOff x="0" y="0"/>
              <a:chExt cx="1502375" cy="812800"/>
            </a:xfrm>
          </p:grpSpPr>
          <p:sp>
            <p:nvSpPr>
              <p:cNvPr id="23" name="Freeform 5">
                <a:extLst>
                  <a:ext uri="{FF2B5EF4-FFF2-40B4-BE49-F238E27FC236}">
                    <a16:creationId xmlns:a16="http://schemas.microsoft.com/office/drawing/2014/main" id="{2C276FBC-B294-08F4-90DD-5C2526AF31E8}"/>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24" name="TextBox 6">
                <a:extLst>
                  <a:ext uri="{FF2B5EF4-FFF2-40B4-BE49-F238E27FC236}">
                    <a16:creationId xmlns:a16="http://schemas.microsoft.com/office/drawing/2014/main" id="{8815736B-8051-6A88-1CFF-3AE0B9EB01E5}"/>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25" name="Group 7">
            <a:extLst>
              <a:ext uri="{FF2B5EF4-FFF2-40B4-BE49-F238E27FC236}">
                <a16:creationId xmlns:a16="http://schemas.microsoft.com/office/drawing/2014/main" id="{CB452739-916F-6392-C8FB-07A6DEE8E20F}"/>
              </a:ext>
            </a:extLst>
          </p:cNvPr>
          <p:cNvGrpSpPr>
            <a:grpSpLocks noChangeAspect="1"/>
          </p:cNvGrpSpPr>
          <p:nvPr/>
        </p:nvGrpSpPr>
        <p:grpSpPr>
          <a:xfrm>
            <a:off x="-4469573" y="-2746319"/>
            <a:ext cx="4469573" cy="2743200"/>
            <a:chOff x="0" y="0"/>
            <a:chExt cx="10599500" cy="6505443"/>
          </a:xfrm>
        </p:grpSpPr>
        <p:sp>
          <p:nvSpPr>
            <p:cNvPr id="26" name="Freeform 8">
              <a:extLst>
                <a:ext uri="{FF2B5EF4-FFF2-40B4-BE49-F238E27FC236}">
                  <a16:creationId xmlns:a16="http://schemas.microsoft.com/office/drawing/2014/main" id="{D7265E8C-653E-9227-6547-554B6A3B3558}"/>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7" name="Group 9">
              <a:extLst>
                <a:ext uri="{FF2B5EF4-FFF2-40B4-BE49-F238E27FC236}">
                  <a16:creationId xmlns:a16="http://schemas.microsoft.com/office/drawing/2014/main" id="{CF7DB1D5-F927-2C88-73A7-91530CCEA08A}"/>
                </a:ext>
              </a:extLst>
            </p:cNvPr>
            <p:cNvGrpSpPr/>
            <p:nvPr/>
          </p:nvGrpSpPr>
          <p:grpSpPr>
            <a:xfrm>
              <a:off x="418533" y="426731"/>
              <a:ext cx="9425189" cy="5099121"/>
              <a:chOff x="0" y="0"/>
              <a:chExt cx="1502375" cy="812800"/>
            </a:xfrm>
          </p:grpSpPr>
          <p:sp>
            <p:nvSpPr>
              <p:cNvPr id="28" name="Freeform 10">
                <a:extLst>
                  <a:ext uri="{FF2B5EF4-FFF2-40B4-BE49-F238E27FC236}">
                    <a16:creationId xmlns:a16="http://schemas.microsoft.com/office/drawing/2014/main" id="{2F444409-1F92-D4BF-371F-F62F932421B1}"/>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29" name="TextBox 11">
                <a:extLst>
                  <a:ext uri="{FF2B5EF4-FFF2-40B4-BE49-F238E27FC236}">
                    <a16:creationId xmlns:a16="http://schemas.microsoft.com/office/drawing/2014/main" id="{9367B8DC-7DC5-8E0B-977C-D3E8C30A3963}"/>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0" name="Group 12">
            <a:extLst>
              <a:ext uri="{FF2B5EF4-FFF2-40B4-BE49-F238E27FC236}">
                <a16:creationId xmlns:a16="http://schemas.microsoft.com/office/drawing/2014/main" id="{0399561D-E5C5-77BA-36C9-4325B93575F7}"/>
              </a:ext>
            </a:extLst>
          </p:cNvPr>
          <p:cNvGrpSpPr>
            <a:grpSpLocks noChangeAspect="1"/>
          </p:cNvGrpSpPr>
          <p:nvPr/>
        </p:nvGrpSpPr>
        <p:grpSpPr>
          <a:xfrm>
            <a:off x="12192000" y="6858000"/>
            <a:ext cx="4469573" cy="2743200"/>
            <a:chOff x="0" y="0"/>
            <a:chExt cx="10599500" cy="6505443"/>
          </a:xfrm>
        </p:grpSpPr>
        <p:sp>
          <p:nvSpPr>
            <p:cNvPr id="31" name="Freeform 13">
              <a:extLst>
                <a:ext uri="{FF2B5EF4-FFF2-40B4-BE49-F238E27FC236}">
                  <a16:creationId xmlns:a16="http://schemas.microsoft.com/office/drawing/2014/main" id="{556E4E77-5E05-FFCC-76F8-E0DE4B48E348}"/>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2" name="Group 14">
              <a:extLst>
                <a:ext uri="{FF2B5EF4-FFF2-40B4-BE49-F238E27FC236}">
                  <a16:creationId xmlns:a16="http://schemas.microsoft.com/office/drawing/2014/main" id="{5DC8A2FA-A585-0B75-1E52-448BB165AB97}"/>
                </a:ext>
              </a:extLst>
            </p:cNvPr>
            <p:cNvGrpSpPr/>
            <p:nvPr/>
          </p:nvGrpSpPr>
          <p:grpSpPr>
            <a:xfrm>
              <a:off x="418533" y="426731"/>
              <a:ext cx="9425189" cy="5099121"/>
              <a:chOff x="0" y="0"/>
              <a:chExt cx="1502375" cy="812800"/>
            </a:xfrm>
          </p:grpSpPr>
          <p:sp>
            <p:nvSpPr>
              <p:cNvPr id="33" name="Freeform 15">
                <a:extLst>
                  <a:ext uri="{FF2B5EF4-FFF2-40B4-BE49-F238E27FC236}">
                    <a16:creationId xmlns:a16="http://schemas.microsoft.com/office/drawing/2014/main" id="{CD8C6E4F-B2FC-3907-262E-51EBBA90FEE8}"/>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34" name="TextBox 16">
                <a:extLst>
                  <a:ext uri="{FF2B5EF4-FFF2-40B4-BE49-F238E27FC236}">
                    <a16:creationId xmlns:a16="http://schemas.microsoft.com/office/drawing/2014/main" id="{FCD7966E-6636-E24A-4F46-DE86A24620A9}"/>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5" name="Group 17">
            <a:extLst>
              <a:ext uri="{FF2B5EF4-FFF2-40B4-BE49-F238E27FC236}">
                <a16:creationId xmlns:a16="http://schemas.microsoft.com/office/drawing/2014/main" id="{64187561-C329-5DC6-AE08-F379BE4CFC17}"/>
              </a:ext>
            </a:extLst>
          </p:cNvPr>
          <p:cNvGrpSpPr>
            <a:grpSpLocks noChangeAspect="1"/>
          </p:cNvGrpSpPr>
          <p:nvPr/>
        </p:nvGrpSpPr>
        <p:grpSpPr>
          <a:xfrm>
            <a:off x="-4469573" y="6858000"/>
            <a:ext cx="4469573" cy="2743200"/>
            <a:chOff x="0" y="0"/>
            <a:chExt cx="10599500" cy="6505443"/>
          </a:xfrm>
        </p:grpSpPr>
        <p:sp>
          <p:nvSpPr>
            <p:cNvPr id="36" name="Freeform 18">
              <a:extLst>
                <a:ext uri="{FF2B5EF4-FFF2-40B4-BE49-F238E27FC236}">
                  <a16:creationId xmlns:a16="http://schemas.microsoft.com/office/drawing/2014/main" id="{EBF1839A-8D53-4AB8-AFC3-2ABBC34A3A84}"/>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7" name="Group 19">
              <a:extLst>
                <a:ext uri="{FF2B5EF4-FFF2-40B4-BE49-F238E27FC236}">
                  <a16:creationId xmlns:a16="http://schemas.microsoft.com/office/drawing/2014/main" id="{2CDBD437-CA09-5E24-8C44-6B65BA472FD8}"/>
                </a:ext>
              </a:extLst>
            </p:cNvPr>
            <p:cNvGrpSpPr/>
            <p:nvPr/>
          </p:nvGrpSpPr>
          <p:grpSpPr>
            <a:xfrm>
              <a:off x="418533" y="426731"/>
              <a:ext cx="9425189" cy="5099121"/>
              <a:chOff x="0" y="0"/>
              <a:chExt cx="1502375" cy="812800"/>
            </a:xfrm>
          </p:grpSpPr>
          <p:sp>
            <p:nvSpPr>
              <p:cNvPr id="38" name="Freeform 20">
                <a:extLst>
                  <a:ext uri="{FF2B5EF4-FFF2-40B4-BE49-F238E27FC236}">
                    <a16:creationId xmlns:a16="http://schemas.microsoft.com/office/drawing/2014/main" id="{C285808F-9210-5716-9E46-0182CB05B0E2}"/>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39" name="TextBox 21">
                <a:extLst>
                  <a:ext uri="{FF2B5EF4-FFF2-40B4-BE49-F238E27FC236}">
                    <a16:creationId xmlns:a16="http://schemas.microsoft.com/office/drawing/2014/main" id="{5509BCBD-8EC8-BACF-6270-84C36E9F9357}"/>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Tree>
    <p:extLst>
      <p:ext uri="{BB962C8B-B14F-4D97-AF65-F5344CB8AC3E}">
        <p14:creationId xmlns:p14="http://schemas.microsoft.com/office/powerpoint/2010/main" val="66417598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6E93-E389-1336-9C35-E17A7EEA51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60A471-A020-CA76-E415-4E763D612327}"/>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F9D0B532-3000-5170-029D-9B460C5D57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0B969959-28E5-AF79-E5EF-C9D297C008D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15" name="Group 2">
            <a:extLst>
              <a:ext uri="{FF2B5EF4-FFF2-40B4-BE49-F238E27FC236}">
                <a16:creationId xmlns:a16="http://schemas.microsoft.com/office/drawing/2014/main" id="{5ACFDB2A-A6BB-D06C-D015-CD4405F7F5F7}"/>
              </a:ext>
            </a:extLst>
          </p:cNvPr>
          <p:cNvGrpSpPr>
            <a:grpSpLocks noChangeAspect="1"/>
          </p:cNvGrpSpPr>
          <p:nvPr/>
        </p:nvGrpSpPr>
        <p:grpSpPr>
          <a:xfrm>
            <a:off x="6232243" y="1223859"/>
            <a:ext cx="4469573" cy="2743200"/>
            <a:chOff x="0" y="0"/>
            <a:chExt cx="10599500" cy="6505443"/>
          </a:xfrm>
        </p:grpSpPr>
        <p:sp>
          <p:nvSpPr>
            <p:cNvPr id="16" name="Freeform 3">
              <a:extLst>
                <a:ext uri="{FF2B5EF4-FFF2-40B4-BE49-F238E27FC236}">
                  <a16:creationId xmlns:a16="http://schemas.microsoft.com/office/drawing/2014/main" id="{2DCCD92E-040B-8C4B-E172-A463FE64B926}"/>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17" name="Group 4">
              <a:extLst>
                <a:ext uri="{FF2B5EF4-FFF2-40B4-BE49-F238E27FC236}">
                  <a16:creationId xmlns:a16="http://schemas.microsoft.com/office/drawing/2014/main" id="{F784014A-CCCA-18BC-BEEA-114C77E28DA4}"/>
                </a:ext>
              </a:extLst>
            </p:cNvPr>
            <p:cNvGrpSpPr/>
            <p:nvPr/>
          </p:nvGrpSpPr>
          <p:grpSpPr>
            <a:xfrm>
              <a:off x="418533" y="426731"/>
              <a:ext cx="9425189" cy="5099121"/>
              <a:chOff x="0" y="0"/>
              <a:chExt cx="1502375" cy="812800"/>
            </a:xfrm>
          </p:grpSpPr>
          <p:sp>
            <p:nvSpPr>
              <p:cNvPr id="18" name="Freeform 5">
                <a:extLst>
                  <a:ext uri="{FF2B5EF4-FFF2-40B4-BE49-F238E27FC236}">
                    <a16:creationId xmlns:a16="http://schemas.microsoft.com/office/drawing/2014/main" id="{F6BBD116-0AEC-59CF-EB11-A3D6D032161D}"/>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19" name="TextBox 6">
                <a:extLst>
                  <a:ext uri="{FF2B5EF4-FFF2-40B4-BE49-F238E27FC236}">
                    <a16:creationId xmlns:a16="http://schemas.microsoft.com/office/drawing/2014/main" id="{9590909F-37E9-BD76-91DB-5E3C42837F9F}"/>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20" name="Group 7">
            <a:extLst>
              <a:ext uri="{FF2B5EF4-FFF2-40B4-BE49-F238E27FC236}">
                <a16:creationId xmlns:a16="http://schemas.microsoft.com/office/drawing/2014/main" id="{6A9574CF-E5F2-1419-5623-0063160BD428}"/>
              </a:ext>
            </a:extLst>
          </p:cNvPr>
          <p:cNvGrpSpPr>
            <a:grpSpLocks noChangeAspect="1"/>
          </p:cNvGrpSpPr>
          <p:nvPr/>
        </p:nvGrpSpPr>
        <p:grpSpPr>
          <a:xfrm>
            <a:off x="1586184" y="1223859"/>
            <a:ext cx="4469573" cy="2743200"/>
            <a:chOff x="0" y="0"/>
            <a:chExt cx="10599500" cy="6505443"/>
          </a:xfrm>
        </p:grpSpPr>
        <p:sp>
          <p:nvSpPr>
            <p:cNvPr id="21" name="Freeform 8">
              <a:extLst>
                <a:ext uri="{FF2B5EF4-FFF2-40B4-BE49-F238E27FC236}">
                  <a16:creationId xmlns:a16="http://schemas.microsoft.com/office/drawing/2014/main" id="{8FC2EEDF-BAD5-EE9A-CC3B-43AB7683B300}"/>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2" name="Group 9">
              <a:extLst>
                <a:ext uri="{FF2B5EF4-FFF2-40B4-BE49-F238E27FC236}">
                  <a16:creationId xmlns:a16="http://schemas.microsoft.com/office/drawing/2014/main" id="{3CBA6DD3-B998-B442-AD65-CAA5CC242B14}"/>
                </a:ext>
              </a:extLst>
            </p:cNvPr>
            <p:cNvGrpSpPr/>
            <p:nvPr/>
          </p:nvGrpSpPr>
          <p:grpSpPr>
            <a:xfrm>
              <a:off x="418533" y="426731"/>
              <a:ext cx="9425189" cy="5099121"/>
              <a:chOff x="0" y="0"/>
              <a:chExt cx="1502375" cy="812800"/>
            </a:xfrm>
          </p:grpSpPr>
          <p:sp>
            <p:nvSpPr>
              <p:cNvPr id="23" name="Freeform 10">
                <a:extLst>
                  <a:ext uri="{FF2B5EF4-FFF2-40B4-BE49-F238E27FC236}">
                    <a16:creationId xmlns:a16="http://schemas.microsoft.com/office/drawing/2014/main" id="{E63DCF69-47D2-192D-B2CA-CBFDC3A9F34D}"/>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24" name="TextBox 11">
                <a:extLst>
                  <a:ext uri="{FF2B5EF4-FFF2-40B4-BE49-F238E27FC236}">
                    <a16:creationId xmlns:a16="http://schemas.microsoft.com/office/drawing/2014/main" id="{BCF65F99-C5D4-FD11-7084-CB6912FD2B40}"/>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25" name="Group 12">
            <a:extLst>
              <a:ext uri="{FF2B5EF4-FFF2-40B4-BE49-F238E27FC236}">
                <a16:creationId xmlns:a16="http://schemas.microsoft.com/office/drawing/2014/main" id="{A0098433-A535-2C82-A6DD-9D84126CEB41}"/>
              </a:ext>
            </a:extLst>
          </p:cNvPr>
          <p:cNvGrpSpPr>
            <a:grpSpLocks noChangeAspect="1"/>
          </p:cNvGrpSpPr>
          <p:nvPr/>
        </p:nvGrpSpPr>
        <p:grpSpPr>
          <a:xfrm>
            <a:off x="6232244" y="4049346"/>
            <a:ext cx="4469573" cy="2743200"/>
            <a:chOff x="0" y="0"/>
            <a:chExt cx="10599500" cy="6505443"/>
          </a:xfrm>
        </p:grpSpPr>
        <p:sp>
          <p:nvSpPr>
            <p:cNvPr id="26" name="Freeform 13">
              <a:extLst>
                <a:ext uri="{FF2B5EF4-FFF2-40B4-BE49-F238E27FC236}">
                  <a16:creationId xmlns:a16="http://schemas.microsoft.com/office/drawing/2014/main" id="{304B56C1-248F-6622-2D82-C7D2C335CFB4}"/>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7" name="Group 14">
              <a:extLst>
                <a:ext uri="{FF2B5EF4-FFF2-40B4-BE49-F238E27FC236}">
                  <a16:creationId xmlns:a16="http://schemas.microsoft.com/office/drawing/2014/main" id="{FB624FD2-D510-1255-2A9B-42E4C155AC4C}"/>
                </a:ext>
              </a:extLst>
            </p:cNvPr>
            <p:cNvGrpSpPr/>
            <p:nvPr/>
          </p:nvGrpSpPr>
          <p:grpSpPr>
            <a:xfrm>
              <a:off x="418533" y="426731"/>
              <a:ext cx="9425189" cy="5099121"/>
              <a:chOff x="0" y="0"/>
              <a:chExt cx="1502375" cy="812800"/>
            </a:xfrm>
          </p:grpSpPr>
          <p:sp>
            <p:nvSpPr>
              <p:cNvPr id="28" name="Freeform 15">
                <a:extLst>
                  <a:ext uri="{FF2B5EF4-FFF2-40B4-BE49-F238E27FC236}">
                    <a16:creationId xmlns:a16="http://schemas.microsoft.com/office/drawing/2014/main" id="{01540261-9ABD-D727-60C5-CDABE8BAE67A}"/>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29" name="TextBox 16">
                <a:extLst>
                  <a:ext uri="{FF2B5EF4-FFF2-40B4-BE49-F238E27FC236}">
                    <a16:creationId xmlns:a16="http://schemas.microsoft.com/office/drawing/2014/main" id="{B43A8157-ED3A-E61F-73BB-8B61EAEC6193}"/>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0" name="Group 17">
            <a:extLst>
              <a:ext uri="{FF2B5EF4-FFF2-40B4-BE49-F238E27FC236}">
                <a16:creationId xmlns:a16="http://schemas.microsoft.com/office/drawing/2014/main" id="{0C14EF18-B3DC-8268-D69E-D088989FC14E}"/>
              </a:ext>
            </a:extLst>
          </p:cNvPr>
          <p:cNvGrpSpPr>
            <a:grpSpLocks noChangeAspect="1"/>
          </p:cNvGrpSpPr>
          <p:nvPr/>
        </p:nvGrpSpPr>
        <p:grpSpPr>
          <a:xfrm>
            <a:off x="1586185" y="4049346"/>
            <a:ext cx="4469573" cy="2743200"/>
            <a:chOff x="0" y="0"/>
            <a:chExt cx="10599500" cy="6505443"/>
          </a:xfrm>
        </p:grpSpPr>
        <p:sp>
          <p:nvSpPr>
            <p:cNvPr id="31" name="Freeform 18">
              <a:extLst>
                <a:ext uri="{FF2B5EF4-FFF2-40B4-BE49-F238E27FC236}">
                  <a16:creationId xmlns:a16="http://schemas.microsoft.com/office/drawing/2014/main" id="{2F04BF5F-C952-FF49-112A-47E6A2D75B1A}"/>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2" name="Group 19">
              <a:extLst>
                <a:ext uri="{FF2B5EF4-FFF2-40B4-BE49-F238E27FC236}">
                  <a16:creationId xmlns:a16="http://schemas.microsoft.com/office/drawing/2014/main" id="{F6919DF3-D2EC-9D93-03C3-5069EE4D6A2E}"/>
                </a:ext>
              </a:extLst>
            </p:cNvPr>
            <p:cNvGrpSpPr/>
            <p:nvPr/>
          </p:nvGrpSpPr>
          <p:grpSpPr>
            <a:xfrm>
              <a:off x="418533" y="426731"/>
              <a:ext cx="9425189" cy="5099121"/>
              <a:chOff x="0" y="0"/>
              <a:chExt cx="1502375" cy="812800"/>
            </a:xfrm>
          </p:grpSpPr>
          <p:sp>
            <p:nvSpPr>
              <p:cNvPr id="33" name="Freeform 20">
                <a:extLst>
                  <a:ext uri="{FF2B5EF4-FFF2-40B4-BE49-F238E27FC236}">
                    <a16:creationId xmlns:a16="http://schemas.microsoft.com/office/drawing/2014/main" id="{EA9A21FF-63D6-16C0-0B13-15C6B602E862}"/>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34" name="TextBox 21">
                <a:extLst>
                  <a:ext uri="{FF2B5EF4-FFF2-40B4-BE49-F238E27FC236}">
                    <a16:creationId xmlns:a16="http://schemas.microsoft.com/office/drawing/2014/main" id="{39666CDC-0031-71B1-666A-D9C4A77A1D3E}"/>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
        <p:nvSpPr>
          <p:cNvPr id="35" name="Freeform 22">
            <a:extLst>
              <a:ext uri="{FF2B5EF4-FFF2-40B4-BE49-F238E27FC236}">
                <a16:creationId xmlns:a16="http://schemas.microsoft.com/office/drawing/2014/main" id="{8CC54275-5EC6-D3AE-DEC4-1EEAAF2F3BF2}"/>
              </a:ext>
            </a:extLst>
          </p:cNvPr>
          <p:cNvSpPr>
            <a:spLocks noChangeAspect="1"/>
          </p:cNvSpPr>
          <p:nvPr/>
        </p:nvSpPr>
        <p:spPr>
          <a:xfrm>
            <a:off x="4743649" y="2692515"/>
            <a:ext cx="2743200" cy="2743200"/>
          </a:xfrm>
          <a:custGeom>
            <a:avLst/>
            <a:gdLst/>
            <a:ahLst/>
            <a:cxnLst/>
            <a:rect l="l" t="t" r="r" b="b"/>
            <a:pathLst>
              <a:path w="4471483" h="4471483">
                <a:moveTo>
                  <a:pt x="0" y="0"/>
                </a:moveTo>
                <a:lnTo>
                  <a:pt x="4471483" y="0"/>
                </a:lnTo>
                <a:lnTo>
                  <a:pt x="4471483" y="4471484"/>
                </a:lnTo>
                <a:lnTo>
                  <a:pt x="0" y="4471484"/>
                </a:lnTo>
                <a:lnTo>
                  <a:pt x="0" y="0"/>
                </a:lnTo>
                <a:close/>
              </a:path>
            </a:pathLst>
          </a:custGeom>
          <a:blipFill>
            <a:blip r:embed="rId6"/>
            <a:stretch>
              <a:fillRect/>
            </a:stretch>
          </a:blipFill>
        </p:spPr>
        <p:txBody>
          <a:bodyPr/>
          <a:lstStyle/>
          <a:p>
            <a:endParaRPr lang="en-US" dirty="0"/>
          </a:p>
        </p:txBody>
      </p:sp>
      <p:sp>
        <p:nvSpPr>
          <p:cNvPr id="14" name="TextBox 13">
            <a:extLst>
              <a:ext uri="{FF2B5EF4-FFF2-40B4-BE49-F238E27FC236}">
                <a16:creationId xmlns:a16="http://schemas.microsoft.com/office/drawing/2014/main" id="{CE0DEB25-9CA5-EA1E-1D15-C28682FAA445}"/>
              </a:ext>
            </a:extLst>
          </p:cNvPr>
          <p:cNvSpPr txBox="1"/>
          <p:nvPr/>
        </p:nvSpPr>
        <p:spPr>
          <a:xfrm>
            <a:off x="4684159" y="3596886"/>
            <a:ext cx="2719972" cy="830997"/>
          </a:xfrm>
          <a:prstGeom prst="rect">
            <a:avLst/>
          </a:prstGeom>
          <a:noFill/>
        </p:spPr>
        <p:txBody>
          <a:bodyPr wrap="square" anchor="ctr">
            <a:spAutoFit/>
          </a:bodyPr>
          <a:lstStyle/>
          <a:p>
            <a:pPr algn="ctr"/>
            <a:r>
              <a:rPr lang="en-US" sz="2400" spc="323" dirty="0">
                <a:solidFill>
                  <a:srgbClr val="0C355D"/>
                </a:solidFill>
                <a:latin typeface="Berlin Sans FB" panose="020E0602020502020306" pitchFamily="34" charset="0"/>
                <a:ea typeface="Arimo Bold"/>
                <a:cs typeface="Arimo Bold"/>
                <a:sym typeface="Arimo Bold"/>
              </a:rPr>
              <a:t>COMPETITOR</a:t>
            </a:r>
          </a:p>
          <a:p>
            <a:pPr algn="ctr"/>
            <a:r>
              <a:rPr lang="en-US" sz="2400" u="none" strike="noStrike" spc="331" dirty="0">
                <a:solidFill>
                  <a:srgbClr val="0C355D"/>
                </a:solidFill>
                <a:latin typeface="Berlin Sans FB" panose="020E0602020502020306" pitchFamily="34" charset="0"/>
                <a:ea typeface="Arimo"/>
                <a:cs typeface="Arimo"/>
                <a:sym typeface="Arimo"/>
              </a:rPr>
              <a:t>analysis</a:t>
            </a:r>
            <a:endParaRPr lang="en-US" sz="2400" dirty="0">
              <a:solidFill>
                <a:srgbClr val="0C355D"/>
              </a:solidFill>
              <a:latin typeface="Berlin Sans FB" panose="020E0602020502020306" pitchFamily="34" charset="0"/>
            </a:endParaRPr>
          </a:p>
        </p:txBody>
      </p:sp>
    </p:spTree>
    <p:extLst>
      <p:ext uri="{BB962C8B-B14F-4D97-AF65-F5344CB8AC3E}">
        <p14:creationId xmlns:p14="http://schemas.microsoft.com/office/powerpoint/2010/main" val="335118618"/>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5AB09-9F0B-BB1D-AB28-7EF8404F15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EC88D79-A740-F39E-12E6-16942EA833AB}"/>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0A89FB62-A055-E85A-FD26-B14CB58E6D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29DF075E-215D-E94D-4512-12CA03D191AB}"/>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15" name="Group 2">
            <a:extLst>
              <a:ext uri="{FF2B5EF4-FFF2-40B4-BE49-F238E27FC236}">
                <a16:creationId xmlns:a16="http://schemas.microsoft.com/office/drawing/2014/main" id="{D52D2E15-A1A4-B3F2-4AC4-3070C420FD20}"/>
              </a:ext>
            </a:extLst>
          </p:cNvPr>
          <p:cNvGrpSpPr>
            <a:grpSpLocks noChangeAspect="1"/>
          </p:cNvGrpSpPr>
          <p:nvPr/>
        </p:nvGrpSpPr>
        <p:grpSpPr>
          <a:xfrm>
            <a:off x="6232243" y="1223859"/>
            <a:ext cx="4469573" cy="2743200"/>
            <a:chOff x="0" y="0"/>
            <a:chExt cx="10599500" cy="6505443"/>
          </a:xfrm>
        </p:grpSpPr>
        <p:sp>
          <p:nvSpPr>
            <p:cNvPr id="16" name="Freeform 3">
              <a:extLst>
                <a:ext uri="{FF2B5EF4-FFF2-40B4-BE49-F238E27FC236}">
                  <a16:creationId xmlns:a16="http://schemas.microsoft.com/office/drawing/2014/main" id="{E9182C5D-9D97-8DC6-8A09-637E0352F908}"/>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17" name="Group 4">
              <a:extLst>
                <a:ext uri="{FF2B5EF4-FFF2-40B4-BE49-F238E27FC236}">
                  <a16:creationId xmlns:a16="http://schemas.microsoft.com/office/drawing/2014/main" id="{B2462883-25FA-3FBC-0868-3389FAA5ABC0}"/>
                </a:ext>
              </a:extLst>
            </p:cNvPr>
            <p:cNvGrpSpPr/>
            <p:nvPr/>
          </p:nvGrpSpPr>
          <p:grpSpPr>
            <a:xfrm>
              <a:off x="418533" y="426731"/>
              <a:ext cx="9425189" cy="5099121"/>
              <a:chOff x="0" y="0"/>
              <a:chExt cx="1502375" cy="812800"/>
            </a:xfrm>
          </p:grpSpPr>
          <p:sp>
            <p:nvSpPr>
              <p:cNvPr id="18" name="Freeform 5">
                <a:extLst>
                  <a:ext uri="{FF2B5EF4-FFF2-40B4-BE49-F238E27FC236}">
                    <a16:creationId xmlns:a16="http://schemas.microsoft.com/office/drawing/2014/main" id="{790DD41F-1904-81DE-0D79-3D19453FAD6B}"/>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19" name="TextBox 6">
                <a:extLst>
                  <a:ext uri="{FF2B5EF4-FFF2-40B4-BE49-F238E27FC236}">
                    <a16:creationId xmlns:a16="http://schemas.microsoft.com/office/drawing/2014/main" id="{97844263-55CE-D31C-CEDC-2CC68F99D48C}"/>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20" name="Group 7">
            <a:extLst>
              <a:ext uri="{FF2B5EF4-FFF2-40B4-BE49-F238E27FC236}">
                <a16:creationId xmlns:a16="http://schemas.microsoft.com/office/drawing/2014/main" id="{AD984DDE-D56F-3C27-E7D2-60C98479E790}"/>
              </a:ext>
            </a:extLst>
          </p:cNvPr>
          <p:cNvGrpSpPr>
            <a:grpSpLocks noChangeAspect="1"/>
          </p:cNvGrpSpPr>
          <p:nvPr/>
        </p:nvGrpSpPr>
        <p:grpSpPr>
          <a:xfrm>
            <a:off x="1586184" y="1223859"/>
            <a:ext cx="4469573" cy="2743200"/>
            <a:chOff x="0" y="0"/>
            <a:chExt cx="10599500" cy="6505443"/>
          </a:xfrm>
        </p:grpSpPr>
        <p:sp>
          <p:nvSpPr>
            <p:cNvPr id="21" name="Freeform 8">
              <a:extLst>
                <a:ext uri="{FF2B5EF4-FFF2-40B4-BE49-F238E27FC236}">
                  <a16:creationId xmlns:a16="http://schemas.microsoft.com/office/drawing/2014/main" id="{AEB98552-036F-9C8C-AA48-14E8B6468AA5}"/>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2" name="Group 9">
              <a:extLst>
                <a:ext uri="{FF2B5EF4-FFF2-40B4-BE49-F238E27FC236}">
                  <a16:creationId xmlns:a16="http://schemas.microsoft.com/office/drawing/2014/main" id="{BFB36A8C-1E4D-233D-881C-AD617484928B}"/>
                </a:ext>
              </a:extLst>
            </p:cNvPr>
            <p:cNvGrpSpPr/>
            <p:nvPr/>
          </p:nvGrpSpPr>
          <p:grpSpPr>
            <a:xfrm>
              <a:off x="418533" y="426731"/>
              <a:ext cx="9425189" cy="5099121"/>
              <a:chOff x="0" y="0"/>
              <a:chExt cx="1502375" cy="812800"/>
            </a:xfrm>
          </p:grpSpPr>
          <p:sp>
            <p:nvSpPr>
              <p:cNvPr id="23" name="Freeform 10">
                <a:extLst>
                  <a:ext uri="{FF2B5EF4-FFF2-40B4-BE49-F238E27FC236}">
                    <a16:creationId xmlns:a16="http://schemas.microsoft.com/office/drawing/2014/main" id="{BFD6FF18-0B4A-09B9-F7B9-D0C6569FEBB1}"/>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24" name="TextBox 11">
                <a:extLst>
                  <a:ext uri="{FF2B5EF4-FFF2-40B4-BE49-F238E27FC236}">
                    <a16:creationId xmlns:a16="http://schemas.microsoft.com/office/drawing/2014/main" id="{57993F11-2CC8-D012-7C0F-5C361924878E}"/>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25" name="Group 12">
            <a:extLst>
              <a:ext uri="{FF2B5EF4-FFF2-40B4-BE49-F238E27FC236}">
                <a16:creationId xmlns:a16="http://schemas.microsoft.com/office/drawing/2014/main" id="{AE0F9CB2-DEB7-A7E8-7C79-F02931EACEF2}"/>
              </a:ext>
            </a:extLst>
          </p:cNvPr>
          <p:cNvGrpSpPr>
            <a:grpSpLocks noChangeAspect="1"/>
          </p:cNvGrpSpPr>
          <p:nvPr/>
        </p:nvGrpSpPr>
        <p:grpSpPr>
          <a:xfrm>
            <a:off x="6232244" y="4049346"/>
            <a:ext cx="4469573" cy="2743200"/>
            <a:chOff x="0" y="0"/>
            <a:chExt cx="10599500" cy="6505443"/>
          </a:xfrm>
        </p:grpSpPr>
        <p:sp>
          <p:nvSpPr>
            <p:cNvPr id="26" name="Freeform 13">
              <a:extLst>
                <a:ext uri="{FF2B5EF4-FFF2-40B4-BE49-F238E27FC236}">
                  <a16:creationId xmlns:a16="http://schemas.microsoft.com/office/drawing/2014/main" id="{98759D65-5D36-1398-A128-D4CA802E1748}"/>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27" name="Group 14">
              <a:extLst>
                <a:ext uri="{FF2B5EF4-FFF2-40B4-BE49-F238E27FC236}">
                  <a16:creationId xmlns:a16="http://schemas.microsoft.com/office/drawing/2014/main" id="{0F91116C-9B06-9C9D-0118-49DF99C4704A}"/>
                </a:ext>
              </a:extLst>
            </p:cNvPr>
            <p:cNvGrpSpPr/>
            <p:nvPr/>
          </p:nvGrpSpPr>
          <p:grpSpPr>
            <a:xfrm>
              <a:off x="418533" y="426731"/>
              <a:ext cx="9425189" cy="5099121"/>
              <a:chOff x="0" y="0"/>
              <a:chExt cx="1502375" cy="812800"/>
            </a:xfrm>
          </p:grpSpPr>
          <p:sp>
            <p:nvSpPr>
              <p:cNvPr id="28" name="Freeform 15">
                <a:extLst>
                  <a:ext uri="{FF2B5EF4-FFF2-40B4-BE49-F238E27FC236}">
                    <a16:creationId xmlns:a16="http://schemas.microsoft.com/office/drawing/2014/main" id="{7592452F-57FF-0D5E-A4A2-55DB9C5AE6E8}"/>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29" name="TextBox 16">
                <a:extLst>
                  <a:ext uri="{FF2B5EF4-FFF2-40B4-BE49-F238E27FC236}">
                    <a16:creationId xmlns:a16="http://schemas.microsoft.com/office/drawing/2014/main" id="{4850AAA4-DA43-B7A9-59C4-F63DAD414643}"/>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0" name="Group 17">
            <a:extLst>
              <a:ext uri="{FF2B5EF4-FFF2-40B4-BE49-F238E27FC236}">
                <a16:creationId xmlns:a16="http://schemas.microsoft.com/office/drawing/2014/main" id="{FF018170-CC19-EEBE-7F69-DAD336DABEE8}"/>
              </a:ext>
            </a:extLst>
          </p:cNvPr>
          <p:cNvGrpSpPr>
            <a:grpSpLocks noChangeAspect="1"/>
          </p:cNvGrpSpPr>
          <p:nvPr/>
        </p:nvGrpSpPr>
        <p:grpSpPr>
          <a:xfrm>
            <a:off x="1586185" y="4049346"/>
            <a:ext cx="4469573" cy="2743200"/>
            <a:chOff x="0" y="0"/>
            <a:chExt cx="10599500" cy="6505443"/>
          </a:xfrm>
        </p:grpSpPr>
        <p:sp>
          <p:nvSpPr>
            <p:cNvPr id="31" name="Freeform 18">
              <a:extLst>
                <a:ext uri="{FF2B5EF4-FFF2-40B4-BE49-F238E27FC236}">
                  <a16:creationId xmlns:a16="http://schemas.microsoft.com/office/drawing/2014/main" id="{2B89F2CE-128C-BE02-56CC-98EAC137381F}"/>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2" name="Group 19">
              <a:extLst>
                <a:ext uri="{FF2B5EF4-FFF2-40B4-BE49-F238E27FC236}">
                  <a16:creationId xmlns:a16="http://schemas.microsoft.com/office/drawing/2014/main" id="{5D5D2135-CDB1-BA06-461B-CD15E0CDB4CE}"/>
                </a:ext>
              </a:extLst>
            </p:cNvPr>
            <p:cNvGrpSpPr/>
            <p:nvPr/>
          </p:nvGrpSpPr>
          <p:grpSpPr>
            <a:xfrm>
              <a:off x="418533" y="426731"/>
              <a:ext cx="9425189" cy="5099121"/>
              <a:chOff x="0" y="0"/>
              <a:chExt cx="1502375" cy="812800"/>
            </a:xfrm>
          </p:grpSpPr>
          <p:sp>
            <p:nvSpPr>
              <p:cNvPr id="33" name="Freeform 20">
                <a:extLst>
                  <a:ext uri="{FF2B5EF4-FFF2-40B4-BE49-F238E27FC236}">
                    <a16:creationId xmlns:a16="http://schemas.microsoft.com/office/drawing/2014/main" id="{64791B20-ABC3-06FA-BFE8-332064EFA7AF}"/>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34" name="TextBox 21">
                <a:extLst>
                  <a:ext uri="{FF2B5EF4-FFF2-40B4-BE49-F238E27FC236}">
                    <a16:creationId xmlns:a16="http://schemas.microsoft.com/office/drawing/2014/main" id="{2720165A-8D88-16CD-947A-2CB7102ED439}"/>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
        <p:nvSpPr>
          <p:cNvPr id="35" name="Freeform 22">
            <a:extLst>
              <a:ext uri="{FF2B5EF4-FFF2-40B4-BE49-F238E27FC236}">
                <a16:creationId xmlns:a16="http://schemas.microsoft.com/office/drawing/2014/main" id="{8DB34906-4ACA-7E4C-E2CD-13E5B346FC7F}"/>
              </a:ext>
            </a:extLst>
          </p:cNvPr>
          <p:cNvSpPr>
            <a:spLocks noChangeAspect="1"/>
          </p:cNvSpPr>
          <p:nvPr/>
        </p:nvSpPr>
        <p:spPr>
          <a:xfrm>
            <a:off x="4743649" y="2692515"/>
            <a:ext cx="2743200" cy="2743200"/>
          </a:xfrm>
          <a:custGeom>
            <a:avLst/>
            <a:gdLst/>
            <a:ahLst/>
            <a:cxnLst/>
            <a:rect l="l" t="t" r="r" b="b"/>
            <a:pathLst>
              <a:path w="4471483" h="4471483">
                <a:moveTo>
                  <a:pt x="0" y="0"/>
                </a:moveTo>
                <a:lnTo>
                  <a:pt x="4471483" y="0"/>
                </a:lnTo>
                <a:lnTo>
                  <a:pt x="4471483" y="4471484"/>
                </a:lnTo>
                <a:lnTo>
                  <a:pt x="0" y="4471484"/>
                </a:lnTo>
                <a:lnTo>
                  <a:pt x="0" y="0"/>
                </a:lnTo>
                <a:close/>
              </a:path>
            </a:pathLst>
          </a:custGeom>
          <a:blipFill>
            <a:blip r:embed="rId6"/>
            <a:stretch>
              <a:fillRect/>
            </a:stretch>
          </a:blipFill>
        </p:spPr>
        <p:txBody>
          <a:bodyPr/>
          <a:lstStyle/>
          <a:p>
            <a:endParaRPr lang="en-US" dirty="0"/>
          </a:p>
        </p:txBody>
      </p:sp>
      <p:sp>
        <p:nvSpPr>
          <p:cNvPr id="14" name="TextBox 13">
            <a:extLst>
              <a:ext uri="{FF2B5EF4-FFF2-40B4-BE49-F238E27FC236}">
                <a16:creationId xmlns:a16="http://schemas.microsoft.com/office/drawing/2014/main" id="{D5783023-D4B8-218A-DE5B-8C41A32EF4BC}"/>
              </a:ext>
            </a:extLst>
          </p:cNvPr>
          <p:cNvSpPr txBox="1"/>
          <p:nvPr/>
        </p:nvSpPr>
        <p:spPr>
          <a:xfrm>
            <a:off x="4684159" y="3596886"/>
            <a:ext cx="2719972" cy="830997"/>
          </a:xfrm>
          <a:prstGeom prst="rect">
            <a:avLst/>
          </a:prstGeom>
          <a:noFill/>
        </p:spPr>
        <p:txBody>
          <a:bodyPr wrap="square" anchor="ctr">
            <a:spAutoFit/>
          </a:bodyPr>
          <a:lstStyle/>
          <a:p>
            <a:pPr algn="ctr"/>
            <a:r>
              <a:rPr lang="en-US" sz="2400" spc="323" dirty="0">
                <a:solidFill>
                  <a:srgbClr val="0C355D"/>
                </a:solidFill>
                <a:latin typeface="Berlin Sans FB" panose="020E0602020502020306" pitchFamily="34" charset="0"/>
                <a:ea typeface="Arimo Bold"/>
                <a:cs typeface="Arimo Bold"/>
                <a:sym typeface="Arimo Bold"/>
              </a:rPr>
              <a:t>COMPETITOR</a:t>
            </a:r>
          </a:p>
          <a:p>
            <a:pPr algn="ctr"/>
            <a:r>
              <a:rPr lang="en-US" sz="2400" u="none" strike="noStrike" spc="331" dirty="0">
                <a:solidFill>
                  <a:srgbClr val="0C355D"/>
                </a:solidFill>
                <a:latin typeface="Berlin Sans FB" panose="020E0602020502020306" pitchFamily="34" charset="0"/>
                <a:ea typeface="Arimo"/>
                <a:cs typeface="Arimo"/>
                <a:sym typeface="Arimo"/>
              </a:rPr>
              <a:t>analysis</a:t>
            </a:r>
            <a:endParaRPr lang="en-US" sz="2400" dirty="0">
              <a:solidFill>
                <a:srgbClr val="0C355D"/>
              </a:solidFill>
              <a:latin typeface="Berlin Sans FB" panose="020E0602020502020306" pitchFamily="34" charset="0"/>
            </a:endParaRPr>
          </a:p>
        </p:txBody>
      </p:sp>
      <p:sp>
        <p:nvSpPr>
          <p:cNvPr id="40" name="TextBox 31">
            <a:extLst>
              <a:ext uri="{FF2B5EF4-FFF2-40B4-BE49-F238E27FC236}">
                <a16:creationId xmlns:a16="http://schemas.microsoft.com/office/drawing/2014/main" id="{E071B329-D989-A0DF-A5C5-78909DEB2E8A}"/>
              </a:ext>
            </a:extLst>
          </p:cNvPr>
          <p:cNvSpPr txBox="1"/>
          <p:nvPr/>
        </p:nvSpPr>
        <p:spPr>
          <a:xfrm>
            <a:off x="6581349" y="1543330"/>
            <a:ext cx="3629152" cy="302968"/>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Huawei Kids Watch</a:t>
            </a:r>
          </a:p>
        </p:txBody>
      </p:sp>
      <p:sp>
        <p:nvSpPr>
          <p:cNvPr id="41" name="TextBox 39">
            <a:extLst>
              <a:ext uri="{FF2B5EF4-FFF2-40B4-BE49-F238E27FC236}">
                <a16:creationId xmlns:a16="http://schemas.microsoft.com/office/drawing/2014/main" id="{4E82D58C-FB8E-7323-5BA9-8AB65F281771}"/>
              </a:ext>
            </a:extLst>
          </p:cNvPr>
          <p:cNvSpPr txBox="1"/>
          <p:nvPr/>
        </p:nvSpPr>
        <p:spPr>
          <a:xfrm>
            <a:off x="6815022" y="1960629"/>
            <a:ext cx="3395479" cy="1231106"/>
          </a:xfrm>
          <a:prstGeom prst="rect">
            <a:avLst/>
          </a:prstGeom>
        </p:spPr>
        <p:txBody>
          <a:bodyPr wrap="square" lIns="0" tIns="0" rIns="0" bIns="0" rtlCol="0" anchor="t">
            <a:spAutoFit/>
          </a:bodyPr>
          <a:lstStyle/>
          <a:p>
            <a:pPr algn="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Huawei offers smartwatches for kids that combine stylish design with GPS tracking, voice messaging, and water resistance, mainly marketed as a communication and safety tool.</a:t>
            </a:r>
          </a:p>
        </p:txBody>
      </p:sp>
    </p:spTree>
    <p:extLst>
      <p:ext uri="{BB962C8B-B14F-4D97-AF65-F5344CB8AC3E}">
        <p14:creationId xmlns:p14="http://schemas.microsoft.com/office/powerpoint/2010/main" val="10245374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37B36-5AED-C57F-30E7-B122F55AD5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78B706-8C2A-F642-CCD4-1A5A81E529C9}"/>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5F226B06-4FC6-9DDB-4A7B-32EA7784AF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0FC450EC-A7B5-0595-2CC1-F9C200CE02E7}"/>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33" name="Group 2">
            <a:extLst>
              <a:ext uri="{FF2B5EF4-FFF2-40B4-BE49-F238E27FC236}">
                <a16:creationId xmlns:a16="http://schemas.microsoft.com/office/drawing/2014/main" id="{CD3477FA-C2AC-E09A-E500-CBE7513A1FAC}"/>
              </a:ext>
            </a:extLst>
          </p:cNvPr>
          <p:cNvGrpSpPr>
            <a:grpSpLocks noChangeAspect="1"/>
          </p:cNvGrpSpPr>
          <p:nvPr/>
        </p:nvGrpSpPr>
        <p:grpSpPr>
          <a:xfrm>
            <a:off x="6232243" y="1223859"/>
            <a:ext cx="4469573" cy="2743200"/>
            <a:chOff x="0" y="0"/>
            <a:chExt cx="10599500" cy="6505443"/>
          </a:xfrm>
        </p:grpSpPr>
        <p:sp>
          <p:nvSpPr>
            <p:cNvPr id="34" name="Freeform 3">
              <a:extLst>
                <a:ext uri="{FF2B5EF4-FFF2-40B4-BE49-F238E27FC236}">
                  <a16:creationId xmlns:a16="http://schemas.microsoft.com/office/drawing/2014/main" id="{1F24BFF6-CCEC-AE3F-73BC-6A4A540E351A}"/>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5" name="Group 4">
              <a:extLst>
                <a:ext uri="{FF2B5EF4-FFF2-40B4-BE49-F238E27FC236}">
                  <a16:creationId xmlns:a16="http://schemas.microsoft.com/office/drawing/2014/main" id="{C262EFF1-081C-F7DA-80E3-669147858FCD}"/>
                </a:ext>
              </a:extLst>
            </p:cNvPr>
            <p:cNvGrpSpPr/>
            <p:nvPr/>
          </p:nvGrpSpPr>
          <p:grpSpPr>
            <a:xfrm>
              <a:off x="418533" y="426731"/>
              <a:ext cx="9425189" cy="5099121"/>
              <a:chOff x="0" y="0"/>
              <a:chExt cx="1502375" cy="812800"/>
            </a:xfrm>
          </p:grpSpPr>
          <p:sp>
            <p:nvSpPr>
              <p:cNvPr id="36" name="Freeform 5">
                <a:extLst>
                  <a:ext uri="{FF2B5EF4-FFF2-40B4-BE49-F238E27FC236}">
                    <a16:creationId xmlns:a16="http://schemas.microsoft.com/office/drawing/2014/main" id="{018F1B5F-FAAC-6491-D012-C77DE78B2A2F}"/>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37" name="TextBox 6">
                <a:extLst>
                  <a:ext uri="{FF2B5EF4-FFF2-40B4-BE49-F238E27FC236}">
                    <a16:creationId xmlns:a16="http://schemas.microsoft.com/office/drawing/2014/main" id="{80C94E77-8552-6F31-1991-0E1CFFBD2B74}"/>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8" name="Group 7">
            <a:extLst>
              <a:ext uri="{FF2B5EF4-FFF2-40B4-BE49-F238E27FC236}">
                <a16:creationId xmlns:a16="http://schemas.microsoft.com/office/drawing/2014/main" id="{AAE8851B-1CD9-B502-B3FF-645EB16E84E1}"/>
              </a:ext>
            </a:extLst>
          </p:cNvPr>
          <p:cNvGrpSpPr>
            <a:grpSpLocks noChangeAspect="1"/>
          </p:cNvGrpSpPr>
          <p:nvPr/>
        </p:nvGrpSpPr>
        <p:grpSpPr>
          <a:xfrm>
            <a:off x="1586184" y="1223859"/>
            <a:ext cx="4469573" cy="2743200"/>
            <a:chOff x="0" y="0"/>
            <a:chExt cx="10599500" cy="6505443"/>
          </a:xfrm>
        </p:grpSpPr>
        <p:sp>
          <p:nvSpPr>
            <p:cNvPr id="39" name="Freeform 8">
              <a:extLst>
                <a:ext uri="{FF2B5EF4-FFF2-40B4-BE49-F238E27FC236}">
                  <a16:creationId xmlns:a16="http://schemas.microsoft.com/office/drawing/2014/main" id="{5FA043BE-F9A9-04AE-AAFD-60481D567BC1}"/>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0" name="Group 9">
              <a:extLst>
                <a:ext uri="{FF2B5EF4-FFF2-40B4-BE49-F238E27FC236}">
                  <a16:creationId xmlns:a16="http://schemas.microsoft.com/office/drawing/2014/main" id="{21E35399-48A7-83C3-53F5-8587392F0E6E}"/>
                </a:ext>
              </a:extLst>
            </p:cNvPr>
            <p:cNvGrpSpPr/>
            <p:nvPr/>
          </p:nvGrpSpPr>
          <p:grpSpPr>
            <a:xfrm>
              <a:off x="418533" y="426731"/>
              <a:ext cx="9425189" cy="5099121"/>
              <a:chOff x="0" y="0"/>
              <a:chExt cx="1502375" cy="812800"/>
            </a:xfrm>
          </p:grpSpPr>
          <p:sp>
            <p:nvSpPr>
              <p:cNvPr id="41" name="Freeform 10">
                <a:extLst>
                  <a:ext uri="{FF2B5EF4-FFF2-40B4-BE49-F238E27FC236}">
                    <a16:creationId xmlns:a16="http://schemas.microsoft.com/office/drawing/2014/main" id="{CD54A851-FF96-547E-4C2D-C81F73B2B5DB}"/>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42" name="TextBox 11">
                <a:extLst>
                  <a:ext uri="{FF2B5EF4-FFF2-40B4-BE49-F238E27FC236}">
                    <a16:creationId xmlns:a16="http://schemas.microsoft.com/office/drawing/2014/main" id="{14CDDE92-09CA-DC60-FF10-63C801557E4B}"/>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3" name="Group 12">
            <a:extLst>
              <a:ext uri="{FF2B5EF4-FFF2-40B4-BE49-F238E27FC236}">
                <a16:creationId xmlns:a16="http://schemas.microsoft.com/office/drawing/2014/main" id="{5AD60D36-7E92-216E-F909-E022CA1D4C36}"/>
              </a:ext>
            </a:extLst>
          </p:cNvPr>
          <p:cNvGrpSpPr>
            <a:grpSpLocks noChangeAspect="1"/>
          </p:cNvGrpSpPr>
          <p:nvPr/>
        </p:nvGrpSpPr>
        <p:grpSpPr>
          <a:xfrm>
            <a:off x="6232244" y="4049346"/>
            <a:ext cx="4469573" cy="2743200"/>
            <a:chOff x="0" y="0"/>
            <a:chExt cx="10599500" cy="6505443"/>
          </a:xfrm>
        </p:grpSpPr>
        <p:sp>
          <p:nvSpPr>
            <p:cNvPr id="44" name="Freeform 13">
              <a:extLst>
                <a:ext uri="{FF2B5EF4-FFF2-40B4-BE49-F238E27FC236}">
                  <a16:creationId xmlns:a16="http://schemas.microsoft.com/office/drawing/2014/main" id="{CE60CFED-8D7D-7F7A-4129-3C9A104A7F1F}"/>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5" name="Group 14">
              <a:extLst>
                <a:ext uri="{FF2B5EF4-FFF2-40B4-BE49-F238E27FC236}">
                  <a16:creationId xmlns:a16="http://schemas.microsoft.com/office/drawing/2014/main" id="{55F564F6-5084-E031-6537-5E1A66574618}"/>
                </a:ext>
              </a:extLst>
            </p:cNvPr>
            <p:cNvGrpSpPr/>
            <p:nvPr/>
          </p:nvGrpSpPr>
          <p:grpSpPr>
            <a:xfrm>
              <a:off x="418533" y="426731"/>
              <a:ext cx="9425189" cy="5099121"/>
              <a:chOff x="0" y="0"/>
              <a:chExt cx="1502375" cy="812800"/>
            </a:xfrm>
          </p:grpSpPr>
          <p:sp>
            <p:nvSpPr>
              <p:cNvPr id="46" name="Freeform 15">
                <a:extLst>
                  <a:ext uri="{FF2B5EF4-FFF2-40B4-BE49-F238E27FC236}">
                    <a16:creationId xmlns:a16="http://schemas.microsoft.com/office/drawing/2014/main" id="{306D5B76-E296-B129-1DDF-4665435FC910}"/>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47" name="TextBox 16">
                <a:extLst>
                  <a:ext uri="{FF2B5EF4-FFF2-40B4-BE49-F238E27FC236}">
                    <a16:creationId xmlns:a16="http://schemas.microsoft.com/office/drawing/2014/main" id="{F149D7A9-CE81-23EC-3663-92835B9F3387}"/>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8" name="Group 17">
            <a:extLst>
              <a:ext uri="{FF2B5EF4-FFF2-40B4-BE49-F238E27FC236}">
                <a16:creationId xmlns:a16="http://schemas.microsoft.com/office/drawing/2014/main" id="{C2A78BFD-21D5-A1E4-176B-CE57938AD6C0}"/>
              </a:ext>
            </a:extLst>
          </p:cNvPr>
          <p:cNvGrpSpPr>
            <a:grpSpLocks noChangeAspect="1"/>
          </p:cNvGrpSpPr>
          <p:nvPr/>
        </p:nvGrpSpPr>
        <p:grpSpPr>
          <a:xfrm>
            <a:off x="1586185" y="4049346"/>
            <a:ext cx="4469573" cy="2743200"/>
            <a:chOff x="0" y="0"/>
            <a:chExt cx="10599500" cy="6505443"/>
          </a:xfrm>
        </p:grpSpPr>
        <p:sp>
          <p:nvSpPr>
            <p:cNvPr id="49" name="Freeform 18">
              <a:extLst>
                <a:ext uri="{FF2B5EF4-FFF2-40B4-BE49-F238E27FC236}">
                  <a16:creationId xmlns:a16="http://schemas.microsoft.com/office/drawing/2014/main" id="{B6052B50-A744-0851-CCD7-DE7731F4899E}"/>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50" name="Group 19">
              <a:extLst>
                <a:ext uri="{FF2B5EF4-FFF2-40B4-BE49-F238E27FC236}">
                  <a16:creationId xmlns:a16="http://schemas.microsoft.com/office/drawing/2014/main" id="{9B5E88D7-F7DF-1957-5224-314A678FE191}"/>
                </a:ext>
              </a:extLst>
            </p:cNvPr>
            <p:cNvGrpSpPr/>
            <p:nvPr/>
          </p:nvGrpSpPr>
          <p:grpSpPr>
            <a:xfrm>
              <a:off x="418533" y="426731"/>
              <a:ext cx="9425189" cy="5099121"/>
              <a:chOff x="0" y="0"/>
              <a:chExt cx="1502375" cy="812800"/>
            </a:xfrm>
          </p:grpSpPr>
          <p:sp>
            <p:nvSpPr>
              <p:cNvPr id="51" name="Freeform 20">
                <a:extLst>
                  <a:ext uri="{FF2B5EF4-FFF2-40B4-BE49-F238E27FC236}">
                    <a16:creationId xmlns:a16="http://schemas.microsoft.com/office/drawing/2014/main" id="{B1A31DB5-3108-E97B-9FB5-B0C625D46587}"/>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52" name="TextBox 21">
                <a:extLst>
                  <a:ext uri="{FF2B5EF4-FFF2-40B4-BE49-F238E27FC236}">
                    <a16:creationId xmlns:a16="http://schemas.microsoft.com/office/drawing/2014/main" id="{23A1995B-3718-CF01-0180-805E7B0A8426}"/>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
        <p:nvSpPr>
          <p:cNvPr id="53" name="Freeform 22">
            <a:extLst>
              <a:ext uri="{FF2B5EF4-FFF2-40B4-BE49-F238E27FC236}">
                <a16:creationId xmlns:a16="http://schemas.microsoft.com/office/drawing/2014/main" id="{00C25D05-098E-0B00-F38B-CF8FDB536BB8}"/>
              </a:ext>
            </a:extLst>
          </p:cNvPr>
          <p:cNvSpPr>
            <a:spLocks noChangeAspect="1"/>
          </p:cNvSpPr>
          <p:nvPr/>
        </p:nvSpPr>
        <p:spPr>
          <a:xfrm>
            <a:off x="4743649" y="2692515"/>
            <a:ext cx="2743200" cy="2743200"/>
          </a:xfrm>
          <a:custGeom>
            <a:avLst/>
            <a:gdLst/>
            <a:ahLst/>
            <a:cxnLst/>
            <a:rect l="l" t="t" r="r" b="b"/>
            <a:pathLst>
              <a:path w="4471483" h="4471483">
                <a:moveTo>
                  <a:pt x="0" y="0"/>
                </a:moveTo>
                <a:lnTo>
                  <a:pt x="4471483" y="0"/>
                </a:lnTo>
                <a:lnTo>
                  <a:pt x="4471483" y="4471484"/>
                </a:lnTo>
                <a:lnTo>
                  <a:pt x="0" y="4471484"/>
                </a:lnTo>
                <a:lnTo>
                  <a:pt x="0" y="0"/>
                </a:lnTo>
                <a:close/>
              </a:path>
            </a:pathLst>
          </a:custGeom>
          <a:blipFill>
            <a:blip r:embed="rId6"/>
            <a:stretch>
              <a:fillRect/>
            </a:stretch>
          </a:blipFill>
        </p:spPr>
        <p:txBody>
          <a:bodyPr/>
          <a:lstStyle/>
          <a:p>
            <a:endParaRPr lang="en-US" dirty="0"/>
          </a:p>
        </p:txBody>
      </p:sp>
      <p:sp>
        <p:nvSpPr>
          <p:cNvPr id="54" name="TextBox 53">
            <a:extLst>
              <a:ext uri="{FF2B5EF4-FFF2-40B4-BE49-F238E27FC236}">
                <a16:creationId xmlns:a16="http://schemas.microsoft.com/office/drawing/2014/main" id="{C58779FF-03FE-ABC0-8A0E-BFEC82774CFA}"/>
              </a:ext>
            </a:extLst>
          </p:cNvPr>
          <p:cNvSpPr txBox="1"/>
          <p:nvPr/>
        </p:nvSpPr>
        <p:spPr>
          <a:xfrm>
            <a:off x="4684159" y="3596886"/>
            <a:ext cx="2719972" cy="830997"/>
          </a:xfrm>
          <a:prstGeom prst="rect">
            <a:avLst/>
          </a:prstGeom>
          <a:noFill/>
        </p:spPr>
        <p:txBody>
          <a:bodyPr wrap="square" anchor="ctr">
            <a:spAutoFit/>
          </a:bodyPr>
          <a:lstStyle/>
          <a:p>
            <a:pPr algn="ctr"/>
            <a:r>
              <a:rPr lang="en-US" sz="2400" spc="323" dirty="0">
                <a:solidFill>
                  <a:srgbClr val="0C355D"/>
                </a:solidFill>
                <a:latin typeface="Berlin Sans FB" panose="020E0602020502020306" pitchFamily="34" charset="0"/>
                <a:ea typeface="Arimo Bold"/>
                <a:cs typeface="Arimo Bold"/>
                <a:sym typeface="Arimo Bold"/>
              </a:rPr>
              <a:t>COMPETITOR</a:t>
            </a:r>
          </a:p>
          <a:p>
            <a:pPr algn="ctr"/>
            <a:r>
              <a:rPr lang="en-US" sz="2400" u="none" strike="noStrike" spc="331" dirty="0">
                <a:solidFill>
                  <a:srgbClr val="0C355D"/>
                </a:solidFill>
                <a:latin typeface="Berlin Sans FB" panose="020E0602020502020306" pitchFamily="34" charset="0"/>
                <a:ea typeface="Arimo"/>
                <a:cs typeface="Arimo"/>
                <a:sym typeface="Arimo"/>
              </a:rPr>
              <a:t>analysis</a:t>
            </a:r>
            <a:endParaRPr lang="en-US" sz="2400" dirty="0">
              <a:solidFill>
                <a:srgbClr val="0C355D"/>
              </a:solidFill>
              <a:latin typeface="Berlin Sans FB" panose="020E0602020502020306" pitchFamily="34" charset="0"/>
            </a:endParaRPr>
          </a:p>
        </p:txBody>
      </p:sp>
      <p:sp>
        <p:nvSpPr>
          <p:cNvPr id="55" name="TextBox 31">
            <a:extLst>
              <a:ext uri="{FF2B5EF4-FFF2-40B4-BE49-F238E27FC236}">
                <a16:creationId xmlns:a16="http://schemas.microsoft.com/office/drawing/2014/main" id="{6AB9DF59-B808-263E-9590-7CC753DF53D6}"/>
              </a:ext>
            </a:extLst>
          </p:cNvPr>
          <p:cNvSpPr txBox="1"/>
          <p:nvPr/>
        </p:nvSpPr>
        <p:spPr>
          <a:xfrm>
            <a:off x="6581349" y="1543330"/>
            <a:ext cx="3629152" cy="302968"/>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Huawei Kids Watch</a:t>
            </a:r>
          </a:p>
        </p:txBody>
      </p:sp>
      <p:sp>
        <p:nvSpPr>
          <p:cNvPr id="56" name="TextBox 39">
            <a:extLst>
              <a:ext uri="{FF2B5EF4-FFF2-40B4-BE49-F238E27FC236}">
                <a16:creationId xmlns:a16="http://schemas.microsoft.com/office/drawing/2014/main" id="{93352708-0A45-008C-16FE-8740DF1B5580}"/>
              </a:ext>
            </a:extLst>
          </p:cNvPr>
          <p:cNvSpPr txBox="1"/>
          <p:nvPr/>
        </p:nvSpPr>
        <p:spPr>
          <a:xfrm>
            <a:off x="6815022" y="1960629"/>
            <a:ext cx="3395479" cy="1231106"/>
          </a:xfrm>
          <a:prstGeom prst="rect">
            <a:avLst/>
          </a:prstGeom>
        </p:spPr>
        <p:txBody>
          <a:bodyPr wrap="square" lIns="0" tIns="0" rIns="0" bIns="0" rtlCol="0" anchor="t">
            <a:spAutoFit/>
          </a:bodyPr>
          <a:lstStyle/>
          <a:p>
            <a:pPr algn="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Huawei offers smartwatches for kids that combine stylish design with GPS tracking, voice messaging, and water resistance, mainly marketed as a communication and safety tool.</a:t>
            </a:r>
          </a:p>
        </p:txBody>
      </p:sp>
      <p:sp>
        <p:nvSpPr>
          <p:cNvPr id="57" name="TextBox 40">
            <a:extLst>
              <a:ext uri="{FF2B5EF4-FFF2-40B4-BE49-F238E27FC236}">
                <a16:creationId xmlns:a16="http://schemas.microsoft.com/office/drawing/2014/main" id="{02A261AB-247B-B088-B647-22E810443777}"/>
              </a:ext>
            </a:extLst>
          </p:cNvPr>
          <p:cNvSpPr txBox="1"/>
          <p:nvPr/>
        </p:nvSpPr>
        <p:spPr>
          <a:xfrm>
            <a:off x="1902554" y="1951672"/>
            <a:ext cx="3694623" cy="1477328"/>
          </a:xfrm>
          <a:prstGeom prst="rect">
            <a:avLst/>
          </a:prstGeom>
        </p:spPr>
        <p:txBody>
          <a:bodyPr wrap="square" lIns="0" tIns="0" rIns="0" bIns="0" rtlCol="0" anchor="t">
            <a:spAutoFit/>
          </a:bodyPr>
          <a:lstStyle/>
          <a:p>
            <a:pP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The Apple Watch is a premium wearable known for features like heart rate tracking, ECG, fall detection, and emergency SOS, making it popular for fitness and health management among adults and a competitor to our product.</a:t>
            </a:r>
          </a:p>
        </p:txBody>
      </p:sp>
      <p:sp>
        <p:nvSpPr>
          <p:cNvPr id="58" name="TextBox 34">
            <a:extLst>
              <a:ext uri="{FF2B5EF4-FFF2-40B4-BE49-F238E27FC236}">
                <a16:creationId xmlns:a16="http://schemas.microsoft.com/office/drawing/2014/main" id="{D226FB2E-379A-03F1-A943-3F55BE4F359D}"/>
              </a:ext>
            </a:extLst>
          </p:cNvPr>
          <p:cNvSpPr txBox="1"/>
          <p:nvPr/>
        </p:nvSpPr>
        <p:spPr>
          <a:xfrm>
            <a:off x="2246325" y="1527627"/>
            <a:ext cx="2896724" cy="301173"/>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Apple Watch</a:t>
            </a:r>
          </a:p>
        </p:txBody>
      </p:sp>
    </p:spTree>
    <p:extLst>
      <p:ext uri="{BB962C8B-B14F-4D97-AF65-F5344CB8AC3E}">
        <p14:creationId xmlns:p14="http://schemas.microsoft.com/office/powerpoint/2010/main" val="7744899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F425-6274-8E84-59EC-BC780867A7D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C18EE4E-7066-E2FB-4A46-B052565F63D9}"/>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9476B883-D52D-6863-4805-4A4B6E320D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C290BD0E-CCDB-80AA-8ACC-140C542A4D3F}"/>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33" name="Group 2">
            <a:extLst>
              <a:ext uri="{FF2B5EF4-FFF2-40B4-BE49-F238E27FC236}">
                <a16:creationId xmlns:a16="http://schemas.microsoft.com/office/drawing/2014/main" id="{8C866873-6F5A-0BB0-6FBD-0DF0437699E6}"/>
              </a:ext>
            </a:extLst>
          </p:cNvPr>
          <p:cNvGrpSpPr>
            <a:grpSpLocks noChangeAspect="1"/>
          </p:cNvGrpSpPr>
          <p:nvPr/>
        </p:nvGrpSpPr>
        <p:grpSpPr>
          <a:xfrm>
            <a:off x="6232243" y="1223859"/>
            <a:ext cx="4469573" cy="2743200"/>
            <a:chOff x="0" y="0"/>
            <a:chExt cx="10599500" cy="6505443"/>
          </a:xfrm>
        </p:grpSpPr>
        <p:sp>
          <p:nvSpPr>
            <p:cNvPr id="34" name="Freeform 3">
              <a:extLst>
                <a:ext uri="{FF2B5EF4-FFF2-40B4-BE49-F238E27FC236}">
                  <a16:creationId xmlns:a16="http://schemas.microsoft.com/office/drawing/2014/main" id="{671732F2-4E94-DD30-F87C-2D5FEBB253B0}"/>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5" name="Group 4">
              <a:extLst>
                <a:ext uri="{FF2B5EF4-FFF2-40B4-BE49-F238E27FC236}">
                  <a16:creationId xmlns:a16="http://schemas.microsoft.com/office/drawing/2014/main" id="{63E1E265-3353-1D16-DDB3-84A6A24D5BA4}"/>
                </a:ext>
              </a:extLst>
            </p:cNvPr>
            <p:cNvGrpSpPr/>
            <p:nvPr/>
          </p:nvGrpSpPr>
          <p:grpSpPr>
            <a:xfrm>
              <a:off x="418533" y="426731"/>
              <a:ext cx="9425189" cy="5099121"/>
              <a:chOff x="0" y="0"/>
              <a:chExt cx="1502375" cy="812800"/>
            </a:xfrm>
          </p:grpSpPr>
          <p:sp>
            <p:nvSpPr>
              <p:cNvPr id="36" name="Freeform 5">
                <a:extLst>
                  <a:ext uri="{FF2B5EF4-FFF2-40B4-BE49-F238E27FC236}">
                    <a16:creationId xmlns:a16="http://schemas.microsoft.com/office/drawing/2014/main" id="{5DB6C8F0-5518-2C2A-B3F8-259D926CCA76}"/>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37" name="TextBox 6">
                <a:extLst>
                  <a:ext uri="{FF2B5EF4-FFF2-40B4-BE49-F238E27FC236}">
                    <a16:creationId xmlns:a16="http://schemas.microsoft.com/office/drawing/2014/main" id="{A08C527F-3B25-6544-BB83-83A5A1196A69}"/>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8" name="Group 7">
            <a:extLst>
              <a:ext uri="{FF2B5EF4-FFF2-40B4-BE49-F238E27FC236}">
                <a16:creationId xmlns:a16="http://schemas.microsoft.com/office/drawing/2014/main" id="{CD642528-C311-53F1-2497-8688526E6C8D}"/>
              </a:ext>
            </a:extLst>
          </p:cNvPr>
          <p:cNvGrpSpPr>
            <a:grpSpLocks noChangeAspect="1"/>
          </p:cNvGrpSpPr>
          <p:nvPr/>
        </p:nvGrpSpPr>
        <p:grpSpPr>
          <a:xfrm>
            <a:off x="1586184" y="1223859"/>
            <a:ext cx="4469573" cy="2743200"/>
            <a:chOff x="0" y="0"/>
            <a:chExt cx="10599500" cy="6505443"/>
          </a:xfrm>
        </p:grpSpPr>
        <p:sp>
          <p:nvSpPr>
            <p:cNvPr id="39" name="Freeform 8">
              <a:extLst>
                <a:ext uri="{FF2B5EF4-FFF2-40B4-BE49-F238E27FC236}">
                  <a16:creationId xmlns:a16="http://schemas.microsoft.com/office/drawing/2014/main" id="{07742ACB-E1B0-C751-59B4-84437C12BF44}"/>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0" name="Group 9">
              <a:extLst>
                <a:ext uri="{FF2B5EF4-FFF2-40B4-BE49-F238E27FC236}">
                  <a16:creationId xmlns:a16="http://schemas.microsoft.com/office/drawing/2014/main" id="{AF36B184-7385-F36C-BBE8-9855512F0523}"/>
                </a:ext>
              </a:extLst>
            </p:cNvPr>
            <p:cNvGrpSpPr/>
            <p:nvPr/>
          </p:nvGrpSpPr>
          <p:grpSpPr>
            <a:xfrm>
              <a:off x="418533" y="426731"/>
              <a:ext cx="9425189" cy="5099121"/>
              <a:chOff x="0" y="0"/>
              <a:chExt cx="1502375" cy="812800"/>
            </a:xfrm>
          </p:grpSpPr>
          <p:sp>
            <p:nvSpPr>
              <p:cNvPr id="41" name="Freeform 10">
                <a:extLst>
                  <a:ext uri="{FF2B5EF4-FFF2-40B4-BE49-F238E27FC236}">
                    <a16:creationId xmlns:a16="http://schemas.microsoft.com/office/drawing/2014/main" id="{6ACD8C8F-5325-4DFF-C51D-10A8A7E5F78C}"/>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42" name="TextBox 11">
                <a:extLst>
                  <a:ext uri="{FF2B5EF4-FFF2-40B4-BE49-F238E27FC236}">
                    <a16:creationId xmlns:a16="http://schemas.microsoft.com/office/drawing/2014/main" id="{58E3A428-D7B8-F522-7EF9-D8CFA5A24804}"/>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3" name="Group 12">
            <a:extLst>
              <a:ext uri="{FF2B5EF4-FFF2-40B4-BE49-F238E27FC236}">
                <a16:creationId xmlns:a16="http://schemas.microsoft.com/office/drawing/2014/main" id="{F01F10BD-0865-7F94-341F-7273A484F0DA}"/>
              </a:ext>
            </a:extLst>
          </p:cNvPr>
          <p:cNvGrpSpPr>
            <a:grpSpLocks noChangeAspect="1"/>
          </p:cNvGrpSpPr>
          <p:nvPr/>
        </p:nvGrpSpPr>
        <p:grpSpPr>
          <a:xfrm>
            <a:off x="6232244" y="4049346"/>
            <a:ext cx="4469573" cy="2743200"/>
            <a:chOff x="0" y="0"/>
            <a:chExt cx="10599500" cy="6505443"/>
          </a:xfrm>
        </p:grpSpPr>
        <p:sp>
          <p:nvSpPr>
            <p:cNvPr id="44" name="Freeform 13">
              <a:extLst>
                <a:ext uri="{FF2B5EF4-FFF2-40B4-BE49-F238E27FC236}">
                  <a16:creationId xmlns:a16="http://schemas.microsoft.com/office/drawing/2014/main" id="{7DBED4C7-4E91-3A11-8541-96945B940535}"/>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5" name="Group 14">
              <a:extLst>
                <a:ext uri="{FF2B5EF4-FFF2-40B4-BE49-F238E27FC236}">
                  <a16:creationId xmlns:a16="http://schemas.microsoft.com/office/drawing/2014/main" id="{A4B1A756-DA47-DE32-65C3-DB84DC91BA39}"/>
                </a:ext>
              </a:extLst>
            </p:cNvPr>
            <p:cNvGrpSpPr/>
            <p:nvPr/>
          </p:nvGrpSpPr>
          <p:grpSpPr>
            <a:xfrm>
              <a:off x="418533" y="426731"/>
              <a:ext cx="9425189" cy="5099121"/>
              <a:chOff x="0" y="0"/>
              <a:chExt cx="1502375" cy="812800"/>
            </a:xfrm>
          </p:grpSpPr>
          <p:sp>
            <p:nvSpPr>
              <p:cNvPr id="46" name="Freeform 15">
                <a:extLst>
                  <a:ext uri="{FF2B5EF4-FFF2-40B4-BE49-F238E27FC236}">
                    <a16:creationId xmlns:a16="http://schemas.microsoft.com/office/drawing/2014/main" id="{28DA4272-CF20-AD7E-F37A-9254A75542FB}"/>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47" name="TextBox 16">
                <a:extLst>
                  <a:ext uri="{FF2B5EF4-FFF2-40B4-BE49-F238E27FC236}">
                    <a16:creationId xmlns:a16="http://schemas.microsoft.com/office/drawing/2014/main" id="{B9ABA5B8-F877-DFA5-8E14-B40C1853BBBD}"/>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8" name="Group 17">
            <a:extLst>
              <a:ext uri="{FF2B5EF4-FFF2-40B4-BE49-F238E27FC236}">
                <a16:creationId xmlns:a16="http://schemas.microsoft.com/office/drawing/2014/main" id="{86C265E1-CD05-06D8-33E5-09E4BAD92E64}"/>
              </a:ext>
            </a:extLst>
          </p:cNvPr>
          <p:cNvGrpSpPr>
            <a:grpSpLocks noChangeAspect="1"/>
          </p:cNvGrpSpPr>
          <p:nvPr/>
        </p:nvGrpSpPr>
        <p:grpSpPr>
          <a:xfrm>
            <a:off x="1586185" y="4049346"/>
            <a:ext cx="4469573" cy="2743200"/>
            <a:chOff x="0" y="0"/>
            <a:chExt cx="10599500" cy="6505443"/>
          </a:xfrm>
        </p:grpSpPr>
        <p:sp>
          <p:nvSpPr>
            <p:cNvPr id="49" name="Freeform 18">
              <a:extLst>
                <a:ext uri="{FF2B5EF4-FFF2-40B4-BE49-F238E27FC236}">
                  <a16:creationId xmlns:a16="http://schemas.microsoft.com/office/drawing/2014/main" id="{9FE6CD77-E64F-B22A-0904-873EAC6E904B}"/>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50" name="Group 19">
              <a:extLst>
                <a:ext uri="{FF2B5EF4-FFF2-40B4-BE49-F238E27FC236}">
                  <a16:creationId xmlns:a16="http://schemas.microsoft.com/office/drawing/2014/main" id="{6B0587C0-01DF-A8B7-187E-7899D9C56D5E}"/>
                </a:ext>
              </a:extLst>
            </p:cNvPr>
            <p:cNvGrpSpPr/>
            <p:nvPr/>
          </p:nvGrpSpPr>
          <p:grpSpPr>
            <a:xfrm>
              <a:off x="418533" y="426731"/>
              <a:ext cx="9425189" cy="5099121"/>
              <a:chOff x="0" y="0"/>
              <a:chExt cx="1502375" cy="812800"/>
            </a:xfrm>
          </p:grpSpPr>
          <p:sp>
            <p:nvSpPr>
              <p:cNvPr id="51" name="Freeform 20">
                <a:extLst>
                  <a:ext uri="{FF2B5EF4-FFF2-40B4-BE49-F238E27FC236}">
                    <a16:creationId xmlns:a16="http://schemas.microsoft.com/office/drawing/2014/main" id="{181272EA-7171-2514-A662-F9C1519AC596}"/>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52" name="TextBox 21">
                <a:extLst>
                  <a:ext uri="{FF2B5EF4-FFF2-40B4-BE49-F238E27FC236}">
                    <a16:creationId xmlns:a16="http://schemas.microsoft.com/office/drawing/2014/main" id="{D55AABE6-EA0E-9AB7-E70F-05405BFB3F6E}"/>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
        <p:nvSpPr>
          <p:cNvPr id="53" name="Freeform 22">
            <a:extLst>
              <a:ext uri="{FF2B5EF4-FFF2-40B4-BE49-F238E27FC236}">
                <a16:creationId xmlns:a16="http://schemas.microsoft.com/office/drawing/2014/main" id="{F8134F52-7A02-02D1-7E27-73C57D2A1385}"/>
              </a:ext>
            </a:extLst>
          </p:cNvPr>
          <p:cNvSpPr>
            <a:spLocks noChangeAspect="1"/>
          </p:cNvSpPr>
          <p:nvPr/>
        </p:nvSpPr>
        <p:spPr>
          <a:xfrm>
            <a:off x="4743649" y="2692515"/>
            <a:ext cx="2743200" cy="2743200"/>
          </a:xfrm>
          <a:custGeom>
            <a:avLst/>
            <a:gdLst/>
            <a:ahLst/>
            <a:cxnLst/>
            <a:rect l="l" t="t" r="r" b="b"/>
            <a:pathLst>
              <a:path w="4471483" h="4471483">
                <a:moveTo>
                  <a:pt x="0" y="0"/>
                </a:moveTo>
                <a:lnTo>
                  <a:pt x="4471483" y="0"/>
                </a:lnTo>
                <a:lnTo>
                  <a:pt x="4471483" y="4471484"/>
                </a:lnTo>
                <a:lnTo>
                  <a:pt x="0" y="4471484"/>
                </a:lnTo>
                <a:lnTo>
                  <a:pt x="0" y="0"/>
                </a:lnTo>
                <a:close/>
              </a:path>
            </a:pathLst>
          </a:custGeom>
          <a:blipFill>
            <a:blip r:embed="rId6"/>
            <a:stretch>
              <a:fillRect/>
            </a:stretch>
          </a:blipFill>
        </p:spPr>
        <p:txBody>
          <a:bodyPr/>
          <a:lstStyle/>
          <a:p>
            <a:endParaRPr lang="en-US" dirty="0"/>
          </a:p>
        </p:txBody>
      </p:sp>
      <p:sp>
        <p:nvSpPr>
          <p:cNvPr id="54" name="TextBox 53">
            <a:extLst>
              <a:ext uri="{FF2B5EF4-FFF2-40B4-BE49-F238E27FC236}">
                <a16:creationId xmlns:a16="http://schemas.microsoft.com/office/drawing/2014/main" id="{9A77B3AA-0EF5-16BA-D405-41E79732917F}"/>
              </a:ext>
            </a:extLst>
          </p:cNvPr>
          <p:cNvSpPr txBox="1"/>
          <p:nvPr/>
        </p:nvSpPr>
        <p:spPr>
          <a:xfrm>
            <a:off x="4684159" y="3596886"/>
            <a:ext cx="2719972" cy="830997"/>
          </a:xfrm>
          <a:prstGeom prst="rect">
            <a:avLst/>
          </a:prstGeom>
          <a:noFill/>
        </p:spPr>
        <p:txBody>
          <a:bodyPr wrap="square" anchor="ctr">
            <a:spAutoFit/>
          </a:bodyPr>
          <a:lstStyle/>
          <a:p>
            <a:pPr algn="ctr"/>
            <a:r>
              <a:rPr lang="en-US" sz="2400" spc="323" dirty="0">
                <a:solidFill>
                  <a:srgbClr val="0C355D"/>
                </a:solidFill>
                <a:latin typeface="Berlin Sans FB" panose="020E0602020502020306" pitchFamily="34" charset="0"/>
                <a:ea typeface="Arimo Bold"/>
                <a:cs typeface="Arimo Bold"/>
                <a:sym typeface="Arimo Bold"/>
              </a:rPr>
              <a:t>COMPETITOR</a:t>
            </a:r>
          </a:p>
          <a:p>
            <a:pPr algn="ctr"/>
            <a:r>
              <a:rPr lang="en-US" sz="2400" u="none" strike="noStrike" spc="331" dirty="0">
                <a:solidFill>
                  <a:srgbClr val="0C355D"/>
                </a:solidFill>
                <a:latin typeface="Berlin Sans FB" panose="020E0602020502020306" pitchFamily="34" charset="0"/>
                <a:ea typeface="Arimo"/>
                <a:cs typeface="Arimo"/>
                <a:sym typeface="Arimo"/>
              </a:rPr>
              <a:t>analysis</a:t>
            </a:r>
            <a:endParaRPr lang="en-US" sz="2400" dirty="0">
              <a:solidFill>
                <a:srgbClr val="0C355D"/>
              </a:solidFill>
              <a:latin typeface="Berlin Sans FB" panose="020E0602020502020306" pitchFamily="34" charset="0"/>
            </a:endParaRPr>
          </a:p>
        </p:txBody>
      </p:sp>
      <p:sp>
        <p:nvSpPr>
          <p:cNvPr id="55" name="TextBox 31">
            <a:extLst>
              <a:ext uri="{FF2B5EF4-FFF2-40B4-BE49-F238E27FC236}">
                <a16:creationId xmlns:a16="http://schemas.microsoft.com/office/drawing/2014/main" id="{0B67A3C9-2F8B-4759-607A-95A16966E298}"/>
              </a:ext>
            </a:extLst>
          </p:cNvPr>
          <p:cNvSpPr txBox="1"/>
          <p:nvPr/>
        </p:nvSpPr>
        <p:spPr>
          <a:xfrm>
            <a:off x="6581349" y="1533199"/>
            <a:ext cx="3629152" cy="302968"/>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Huawei Kids Watch</a:t>
            </a:r>
          </a:p>
        </p:txBody>
      </p:sp>
      <p:sp>
        <p:nvSpPr>
          <p:cNvPr id="56" name="TextBox 39">
            <a:extLst>
              <a:ext uri="{FF2B5EF4-FFF2-40B4-BE49-F238E27FC236}">
                <a16:creationId xmlns:a16="http://schemas.microsoft.com/office/drawing/2014/main" id="{01455DF4-5250-DCC7-D465-71C01CE7731F}"/>
              </a:ext>
            </a:extLst>
          </p:cNvPr>
          <p:cNvSpPr txBox="1"/>
          <p:nvPr/>
        </p:nvSpPr>
        <p:spPr>
          <a:xfrm>
            <a:off x="6815022" y="1960629"/>
            <a:ext cx="3395479" cy="1231106"/>
          </a:xfrm>
          <a:prstGeom prst="rect">
            <a:avLst/>
          </a:prstGeom>
        </p:spPr>
        <p:txBody>
          <a:bodyPr wrap="square" lIns="0" tIns="0" rIns="0" bIns="0" rtlCol="0" anchor="t">
            <a:spAutoFit/>
          </a:bodyPr>
          <a:lstStyle/>
          <a:p>
            <a:pPr algn="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Huawei offers smartwatches for kids that combine stylish design with GPS tracking, voice messaging, and water resistance, mainly marketed as a communication and safety tool.</a:t>
            </a:r>
          </a:p>
        </p:txBody>
      </p:sp>
      <p:sp>
        <p:nvSpPr>
          <p:cNvPr id="57" name="TextBox 40">
            <a:extLst>
              <a:ext uri="{FF2B5EF4-FFF2-40B4-BE49-F238E27FC236}">
                <a16:creationId xmlns:a16="http://schemas.microsoft.com/office/drawing/2014/main" id="{D4845DCB-8EF2-682A-3CE3-B8B78360F030}"/>
              </a:ext>
            </a:extLst>
          </p:cNvPr>
          <p:cNvSpPr txBox="1"/>
          <p:nvPr/>
        </p:nvSpPr>
        <p:spPr>
          <a:xfrm>
            <a:off x="1902554" y="1951672"/>
            <a:ext cx="3694623" cy="1477328"/>
          </a:xfrm>
          <a:prstGeom prst="rect">
            <a:avLst/>
          </a:prstGeom>
        </p:spPr>
        <p:txBody>
          <a:bodyPr wrap="square" lIns="0" tIns="0" rIns="0" bIns="0" rtlCol="0" anchor="t">
            <a:spAutoFit/>
          </a:bodyPr>
          <a:lstStyle/>
          <a:p>
            <a:pP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The Apple Watch is a premium wearable known for features like heart rate tracking, ECG, fall detection, and emergency SOS, making it popular for fitness and health management among adults and a competitor to our product.</a:t>
            </a:r>
          </a:p>
        </p:txBody>
      </p:sp>
      <p:sp>
        <p:nvSpPr>
          <p:cNvPr id="58" name="TextBox 34">
            <a:extLst>
              <a:ext uri="{FF2B5EF4-FFF2-40B4-BE49-F238E27FC236}">
                <a16:creationId xmlns:a16="http://schemas.microsoft.com/office/drawing/2014/main" id="{77BB48B9-76A6-1D14-F0C0-8CE79594B989}"/>
              </a:ext>
            </a:extLst>
          </p:cNvPr>
          <p:cNvSpPr txBox="1"/>
          <p:nvPr/>
        </p:nvSpPr>
        <p:spPr>
          <a:xfrm>
            <a:off x="2246325" y="1527627"/>
            <a:ext cx="2896724" cy="301173"/>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Apple Watch</a:t>
            </a:r>
          </a:p>
        </p:txBody>
      </p:sp>
      <p:sp>
        <p:nvSpPr>
          <p:cNvPr id="3" name="TextBox 2">
            <a:extLst>
              <a:ext uri="{FF2B5EF4-FFF2-40B4-BE49-F238E27FC236}">
                <a16:creationId xmlns:a16="http://schemas.microsoft.com/office/drawing/2014/main" id="{7C0912E6-E5E2-EB42-D530-AE342B7CB74B}"/>
              </a:ext>
            </a:extLst>
          </p:cNvPr>
          <p:cNvSpPr txBox="1"/>
          <p:nvPr/>
        </p:nvSpPr>
        <p:spPr>
          <a:xfrm>
            <a:off x="2395937" y="4352883"/>
            <a:ext cx="2597499" cy="301173"/>
          </a:xfrm>
          <a:prstGeom prst="rect">
            <a:avLst/>
          </a:prstGeom>
        </p:spPr>
        <p:txBody>
          <a:bodyPr wrap="square" lIns="0" tIns="0" rIns="0" bIns="0" rtlCol="0" anchor="t">
            <a:spAutoFit/>
          </a:bodyPr>
          <a:lstStyle/>
          <a:p>
            <a:pPr algn="l">
              <a:lnSpc>
                <a:spcPts val="2334"/>
              </a:lnSpc>
            </a:pPr>
            <a:r>
              <a:rPr lang="en-US" sz="2800" dirty="0">
                <a:solidFill>
                  <a:srgbClr val="E2E2E2"/>
                </a:solidFill>
                <a:latin typeface="Berlin Sans FB" panose="020E0602020502020306" pitchFamily="34" charset="0"/>
                <a:ea typeface="Arimo Bold"/>
                <a:cs typeface="Arimo Bold"/>
                <a:sym typeface="Arimo Bold"/>
              </a:rPr>
              <a:t>Tide Kids Watch </a:t>
            </a:r>
          </a:p>
        </p:txBody>
      </p:sp>
      <p:sp>
        <p:nvSpPr>
          <p:cNvPr id="5" name="TextBox 4">
            <a:extLst>
              <a:ext uri="{FF2B5EF4-FFF2-40B4-BE49-F238E27FC236}">
                <a16:creationId xmlns:a16="http://schemas.microsoft.com/office/drawing/2014/main" id="{96D7384A-5C2A-972E-B36F-F366D1CB6385}"/>
              </a:ext>
            </a:extLst>
          </p:cNvPr>
          <p:cNvSpPr txBox="1"/>
          <p:nvPr/>
        </p:nvSpPr>
        <p:spPr>
          <a:xfrm>
            <a:off x="1832578" y="4759226"/>
            <a:ext cx="3510874" cy="1323439"/>
          </a:xfrm>
          <a:prstGeom prst="rect">
            <a:avLst/>
          </a:prstGeom>
          <a:noFill/>
        </p:spPr>
        <p:txBody>
          <a:bodyPr wrap="square">
            <a:spAutoFit/>
          </a:bodyPr>
          <a:lstStyle/>
          <a:p>
            <a:pP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G-Tide offers affordable smartwatches for children with basic functionalities such as GPS tracking and calling, targeting parents who want to stay connected with their kids.</a:t>
            </a:r>
          </a:p>
        </p:txBody>
      </p:sp>
    </p:spTree>
    <p:extLst>
      <p:ext uri="{BB962C8B-B14F-4D97-AF65-F5344CB8AC3E}">
        <p14:creationId xmlns:p14="http://schemas.microsoft.com/office/powerpoint/2010/main" val="142712474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54A63-3D82-88A5-3B73-6B92734D489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05CF1F-41E2-D7D5-761F-132026EB571A}"/>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50920250-BC57-79C0-B05E-C602E89897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2293E6E5-F04C-DE05-E554-DB8933135976}"/>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grpSp>
        <p:nvGrpSpPr>
          <p:cNvPr id="33" name="Group 2">
            <a:extLst>
              <a:ext uri="{FF2B5EF4-FFF2-40B4-BE49-F238E27FC236}">
                <a16:creationId xmlns:a16="http://schemas.microsoft.com/office/drawing/2014/main" id="{B47354D0-423C-600C-E3E0-C3444778B710}"/>
              </a:ext>
            </a:extLst>
          </p:cNvPr>
          <p:cNvGrpSpPr>
            <a:grpSpLocks noChangeAspect="1"/>
          </p:cNvGrpSpPr>
          <p:nvPr/>
        </p:nvGrpSpPr>
        <p:grpSpPr>
          <a:xfrm>
            <a:off x="6232243" y="1223859"/>
            <a:ext cx="4469573" cy="2743200"/>
            <a:chOff x="0" y="0"/>
            <a:chExt cx="10599500" cy="6505443"/>
          </a:xfrm>
        </p:grpSpPr>
        <p:sp>
          <p:nvSpPr>
            <p:cNvPr id="34" name="Freeform 3">
              <a:extLst>
                <a:ext uri="{FF2B5EF4-FFF2-40B4-BE49-F238E27FC236}">
                  <a16:creationId xmlns:a16="http://schemas.microsoft.com/office/drawing/2014/main" id="{7D72850E-3C1F-6DA4-55AE-FBF30C1545A3}"/>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35" name="Group 4">
              <a:extLst>
                <a:ext uri="{FF2B5EF4-FFF2-40B4-BE49-F238E27FC236}">
                  <a16:creationId xmlns:a16="http://schemas.microsoft.com/office/drawing/2014/main" id="{E56B3262-534B-ED58-731E-5F8E1B38A724}"/>
                </a:ext>
              </a:extLst>
            </p:cNvPr>
            <p:cNvGrpSpPr/>
            <p:nvPr/>
          </p:nvGrpSpPr>
          <p:grpSpPr>
            <a:xfrm>
              <a:off x="418533" y="426731"/>
              <a:ext cx="9425189" cy="5099121"/>
              <a:chOff x="0" y="0"/>
              <a:chExt cx="1502375" cy="812800"/>
            </a:xfrm>
          </p:grpSpPr>
          <p:sp>
            <p:nvSpPr>
              <p:cNvPr id="36" name="Freeform 5">
                <a:extLst>
                  <a:ext uri="{FF2B5EF4-FFF2-40B4-BE49-F238E27FC236}">
                    <a16:creationId xmlns:a16="http://schemas.microsoft.com/office/drawing/2014/main" id="{826A4D42-6642-A9E7-0053-E47B0B36BA75}"/>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37" name="TextBox 6">
                <a:extLst>
                  <a:ext uri="{FF2B5EF4-FFF2-40B4-BE49-F238E27FC236}">
                    <a16:creationId xmlns:a16="http://schemas.microsoft.com/office/drawing/2014/main" id="{217199DF-CC16-C447-6ECA-9AB2A990014B}"/>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38" name="Group 7">
            <a:extLst>
              <a:ext uri="{FF2B5EF4-FFF2-40B4-BE49-F238E27FC236}">
                <a16:creationId xmlns:a16="http://schemas.microsoft.com/office/drawing/2014/main" id="{20DF6238-8962-F38B-5F00-2F1A5D5DDDCA}"/>
              </a:ext>
            </a:extLst>
          </p:cNvPr>
          <p:cNvGrpSpPr>
            <a:grpSpLocks noChangeAspect="1"/>
          </p:cNvGrpSpPr>
          <p:nvPr/>
        </p:nvGrpSpPr>
        <p:grpSpPr>
          <a:xfrm>
            <a:off x="1586184" y="1223859"/>
            <a:ext cx="4469573" cy="2743200"/>
            <a:chOff x="0" y="0"/>
            <a:chExt cx="10599500" cy="6505443"/>
          </a:xfrm>
        </p:grpSpPr>
        <p:sp>
          <p:nvSpPr>
            <p:cNvPr id="39" name="Freeform 8">
              <a:extLst>
                <a:ext uri="{FF2B5EF4-FFF2-40B4-BE49-F238E27FC236}">
                  <a16:creationId xmlns:a16="http://schemas.microsoft.com/office/drawing/2014/main" id="{9864FEF6-C28C-C872-06E8-AA43C08EBE3A}"/>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0" name="Group 9">
              <a:extLst>
                <a:ext uri="{FF2B5EF4-FFF2-40B4-BE49-F238E27FC236}">
                  <a16:creationId xmlns:a16="http://schemas.microsoft.com/office/drawing/2014/main" id="{E5B758CC-38E6-CCC9-5489-23F5F7336FC6}"/>
                </a:ext>
              </a:extLst>
            </p:cNvPr>
            <p:cNvGrpSpPr/>
            <p:nvPr/>
          </p:nvGrpSpPr>
          <p:grpSpPr>
            <a:xfrm>
              <a:off x="418533" y="426731"/>
              <a:ext cx="9425189" cy="5099121"/>
              <a:chOff x="0" y="0"/>
              <a:chExt cx="1502375" cy="812800"/>
            </a:xfrm>
          </p:grpSpPr>
          <p:sp>
            <p:nvSpPr>
              <p:cNvPr id="41" name="Freeform 10">
                <a:extLst>
                  <a:ext uri="{FF2B5EF4-FFF2-40B4-BE49-F238E27FC236}">
                    <a16:creationId xmlns:a16="http://schemas.microsoft.com/office/drawing/2014/main" id="{7F9386E6-E101-D5D6-50EA-1A17AC5A41A9}"/>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3B5A88"/>
              </a:solidFill>
            </p:spPr>
            <p:txBody>
              <a:bodyPr/>
              <a:lstStyle/>
              <a:p>
                <a:endParaRPr lang="en-US" dirty="0"/>
              </a:p>
            </p:txBody>
          </p:sp>
          <p:sp>
            <p:nvSpPr>
              <p:cNvPr id="42" name="TextBox 11">
                <a:extLst>
                  <a:ext uri="{FF2B5EF4-FFF2-40B4-BE49-F238E27FC236}">
                    <a16:creationId xmlns:a16="http://schemas.microsoft.com/office/drawing/2014/main" id="{766D8F9E-B676-A222-8A01-914D5D187F8A}"/>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3" name="Group 12">
            <a:extLst>
              <a:ext uri="{FF2B5EF4-FFF2-40B4-BE49-F238E27FC236}">
                <a16:creationId xmlns:a16="http://schemas.microsoft.com/office/drawing/2014/main" id="{971E748C-1A15-D951-A859-1A1BF43253B0}"/>
              </a:ext>
            </a:extLst>
          </p:cNvPr>
          <p:cNvGrpSpPr>
            <a:grpSpLocks noChangeAspect="1"/>
          </p:cNvGrpSpPr>
          <p:nvPr/>
        </p:nvGrpSpPr>
        <p:grpSpPr>
          <a:xfrm>
            <a:off x="6232244" y="4049346"/>
            <a:ext cx="4469573" cy="2743200"/>
            <a:chOff x="0" y="0"/>
            <a:chExt cx="10599500" cy="6505443"/>
          </a:xfrm>
        </p:grpSpPr>
        <p:sp>
          <p:nvSpPr>
            <p:cNvPr id="44" name="Freeform 13">
              <a:extLst>
                <a:ext uri="{FF2B5EF4-FFF2-40B4-BE49-F238E27FC236}">
                  <a16:creationId xmlns:a16="http://schemas.microsoft.com/office/drawing/2014/main" id="{E9F13D52-4425-1231-0C0C-BA1690BA5FB6}"/>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45" name="Group 14">
              <a:extLst>
                <a:ext uri="{FF2B5EF4-FFF2-40B4-BE49-F238E27FC236}">
                  <a16:creationId xmlns:a16="http://schemas.microsoft.com/office/drawing/2014/main" id="{1933BC8C-F21E-35B6-0664-3F407DE6E60F}"/>
                </a:ext>
              </a:extLst>
            </p:cNvPr>
            <p:cNvGrpSpPr/>
            <p:nvPr/>
          </p:nvGrpSpPr>
          <p:grpSpPr>
            <a:xfrm>
              <a:off x="418533" y="426731"/>
              <a:ext cx="9425189" cy="5099121"/>
              <a:chOff x="0" y="0"/>
              <a:chExt cx="1502375" cy="812800"/>
            </a:xfrm>
          </p:grpSpPr>
          <p:sp>
            <p:nvSpPr>
              <p:cNvPr id="46" name="Freeform 15">
                <a:extLst>
                  <a:ext uri="{FF2B5EF4-FFF2-40B4-BE49-F238E27FC236}">
                    <a16:creationId xmlns:a16="http://schemas.microsoft.com/office/drawing/2014/main" id="{C77EE44A-C1B1-01CC-78DA-91BD2B00B4B2}"/>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47" name="TextBox 16">
                <a:extLst>
                  <a:ext uri="{FF2B5EF4-FFF2-40B4-BE49-F238E27FC236}">
                    <a16:creationId xmlns:a16="http://schemas.microsoft.com/office/drawing/2014/main" id="{5F7380AF-29A3-012F-94E7-1EEC581B38A6}"/>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grpSp>
        <p:nvGrpSpPr>
          <p:cNvPr id="48" name="Group 17">
            <a:extLst>
              <a:ext uri="{FF2B5EF4-FFF2-40B4-BE49-F238E27FC236}">
                <a16:creationId xmlns:a16="http://schemas.microsoft.com/office/drawing/2014/main" id="{E61A487F-A795-E497-66EB-73E745E22773}"/>
              </a:ext>
            </a:extLst>
          </p:cNvPr>
          <p:cNvGrpSpPr>
            <a:grpSpLocks noChangeAspect="1"/>
          </p:cNvGrpSpPr>
          <p:nvPr/>
        </p:nvGrpSpPr>
        <p:grpSpPr>
          <a:xfrm>
            <a:off x="1586185" y="4049346"/>
            <a:ext cx="4469573" cy="2743200"/>
            <a:chOff x="0" y="0"/>
            <a:chExt cx="10599500" cy="6505443"/>
          </a:xfrm>
        </p:grpSpPr>
        <p:sp>
          <p:nvSpPr>
            <p:cNvPr id="49" name="Freeform 18">
              <a:extLst>
                <a:ext uri="{FF2B5EF4-FFF2-40B4-BE49-F238E27FC236}">
                  <a16:creationId xmlns:a16="http://schemas.microsoft.com/office/drawing/2014/main" id="{823962F6-D2EB-F190-C895-E5D9DE4DB52F}"/>
                </a:ext>
              </a:extLst>
            </p:cNvPr>
            <p:cNvSpPr/>
            <p:nvPr/>
          </p:nvSpPr>
          <p:spPr>
            <a:xfrm>
              <a:off x="0" y="0"/>
              <a:ext cx="10599500" cy="6505443"/>
            </a:xfrm>
            <a:custGeom>
              <a:avLst/>
              <a:gdLst/>
              <a:ahLst/>
              <a:cxnLst/>
              <a:rect l="l" t="t" r="r" b="b"/>
              <a:pathLst>
                <a:path w="10599500" h="6505443">
                  <a:moveTo>
                    <a:pt x="0" y="0"/>
                  </a:moveTo>
                  <a:lnTo>
                    <a:pt x="10599500" y="0"/>
                  </a:lnTo>
                  <a:lnTo>
                    <a:pt x="10599500" y="6505443"/>
                  </a:lnTo>
                  <a:lnTo>
                    <a:pt x="0" y="6505443"/>
                  </a:lnTo>
                  <a:lnTo>
                    <a:pt x="0" y="0"/>
                  </a:lnTo>
                  <a:close/>
                </a:path>
              </a:pathLst>
            </a:custGeom>
            <a:blipFill>
              <a:blip r:embed="rId5"/>
              <a:stretch>
                <a:fillRect/>
              </a:stretch>
            </a:blipFill>
          </p:spPr>
          <p:txBody>
            <a:bodyPr/>
            <a:lstStyle/>
            <a:p>
              <a:endParaRPr lang="en-US"/>
            </a:p>
          </p:txBody>
        </p:sp>
        <p:grpSp>
          <p:nvGrpSpPr>
            <p:cNvPr id="50" name="Group 19">
              <a:extLst>
                <a:ext uri="{FF2B5EF4-FFF2-40B4-BE49-F238E27FC236}">
                  <a16:creationId xmlns:a16="http://schemas.microsoft.com/office/drawing/2014/main" id="{F8D73679-DEEE-E647-F7FB-AB0D8822BE3D}"/>
                </a:ext>
              </a:extLst>
            </p:cNvPr>
            <p:cNvGrpSpPr/>
            <p:nvPr/>
          </p:nvGrpSpPr>
          <p:grpSpPr>
            <a:xfrm>
              <a:off x="418533" y="426731"/>
              <a:ext cx="9425189" cy="5099121"/>
              <a:chOff x="0" y="0"/>
              <a:chExt cx="1502375" cy="812800"/>
            </a:xfrm>
          </p:grpSpPr>
          <p:sp>
            <p:nvSpPr>
              <p:cNvPr id="51" name="Freeform 20">
                <a:extLst>
                  <a:ext uri="{FF2B5EF4-FFF2-40B4-BE49-F238E27FC236}">
                    <a16:creationId xmlns:a16="http://schemas.microsoft.com/office/drawing/2014/main" id="{E514970F-9B75-656C-0D9B-7DBD1EFB1A0C}"/>
                  </a:ext>
                </a:extLst>
              </p:cNvPr>
              <p:cNvSpPr/>
              <p:nvPr/>
            </p:nvSpPr>
            <p:spPr>
              <a:xfrm>
                <a:off x="0" y="0"/>
                <a:ext cx="1502375" cy="812800"/>
              </a:xfrm>
              <a:custGeom>
                <a:avLst/>
                <a:gdLst/>
                <a:ahLst/>
                <a:cxnLst/>
                <a:rect l="l" t="t" r="r" b="b"/>
                <a:pathLst>
                  <a:path w="1502375" h="812800">
                    <a:moveTo>
                      <a:pt x="66800" y="0"/>
                    </a:moveTo>
                    <a:lnTo>
                      <a:pt x="1435576" y="0"/>
                    </a:lnTo>
                    <a:cubicBezTo>
                      <a:pt x="1453292" y="0"/>
                      <a:pt x="1470283" y="7038"/>
                      <a:pt x="1482810" y="19565"/>
                    </a:cubicBezTo>
                    <a:cubicBezTo>
                      <a:pt x="1495338" y="32093"/>
                      <a:pt x="1502375" y="49083"/>
                      <a:pt x="1502375" y="66800"/>
                    </a:cubicBezTo>
                    <a:lnTo>
                      <a:pt x="1502375" y="746000"/>
                    </a:lnTo>
                    <a:cubicBezTo>
                      <a:pt x="1502375" y="763717"/>
                      <a:pt x="1495338" y="780707"/>
                      <a:pt x="1482810" y="793235"/>
                    </a:cubicBezTo>
                    <a:cubicBezTo>
                      <a:pt x="1470283" y="805762"/>
                      <a:pt x="1453292" y="812800"/>
                      <a:pt x="1435576" y="812800"/>
                    </a:cubicBezTo>
                    <a:lnTo>
                      <a:pt x="66800" y="812800"/>
                    </a:lnTo>
                    <a:cubicBezTo>
                      <a:pt x="49083" y="812800"/>
                      <a:pt x="32093" y="805762"/>
                      <a:pt x="19565" y="793235"/>
                    </a:cubicBezTo>
                    <a:cubicBezTo>
                      <a:pt x="7038" y="780707"/>
                      <a:pt x="0" y="763717"/>
                      <a:pt x="0" y="746000"/>
                    </a:cubicBezTo>
                    <a:lnTo>
                      <a:pt x="0" y="66800"/>
                    </a:lnTo>
                    <a:cubicBezTo>
                      <a:pt x="0" y="49083"/>
                      <a:pt x="7038" y="32093"/>
                      <a:pt x="19565" y="19565"/>
                    </a:cubicBezTo>
                    <a:cubicBezTo>
                      <a:pt x="32093" y="7038"/>
                      <a:pt x="49083" y="0"/>
                      <a:pt x="66800" y="0"/>
                    </a:cubicBezTo>
                    <a:close/>
                  </a:path>
                </a:pathLst>
              </a:custGeom>
              <a:solidFill>
                <a:srgbClr val="0C355D"/>
              </a:solidFill>
            </p:spPr>
            <p:txBody>
              <a:bodyPr/>
              <a:lstStyle/>
              <a:p>
                <a:endParaRPr lang="en-US" dirty="0"/>
              </a:p>
            </p:txBody>
          </p:sp>
          <p:sp>
            <p:nvSpPr>
              <p:cNvPr id="52" name="TextBox 21">
                <a:extLst>
                  <a:ext uri="{FF2B5EF4-FFF2-40B4-BE49-F238E27FC236}">
                    <a16:creationId xmlns:a16="http://schemas.microsoft.com/office/drawing/2014/main" id="{15CB9734-182F-DDAD-0C5E-285E0F8F3932}"/>
                  </a:ext>
                </a:extLst>
              </p:cNvPr>
              <p:cNvSpPr txBox="1"/>
              <p:nvPr/>
            </p:nvSpPr>
            <p:spPr>
              <a:xfrm>
                <a:off x="0" y="9525"/>
                <a:ext cx="1502375" cy="803275"/>
              </a:xfrm>
              <a:prstGeom prst="rect">
                <a:avLst/>
              </a:prstGeom>
            </p:spPr>
            <p:txBody>
              <a:bodyPr lIns="50800" tIns="50800" rIns="50800" bIns="50800" rtlCol="0" anchor="ctr"/>
              <a:lstStyle/>
              <a:p>
                <a:pPr algn="ctr">
                  <a:lnSpc>
                    <a:spcPts val="1339"/>
                  </a:lnSpc>
                </a:pPr>
                <a:endParaRPr/>
              </a:p>
            </p:txBody>
          </p:sp>
        </p:grpSp>
      </p:grpSp>
      <p:sp>
        <p:nvSpPr>
          <p:cNvPr id="53" name="Freeform 22">
            <a:extLst>
              <a:ext uri="{FF2B5EF4-FFF2-40B4-BE49-F238E27FC236}">
                <a16:creationId xmlns:a16="http://schemas.microsoft.com/office/drawing/2014/main" id="{61888B2A-313F-6266-5604-BF9E777AE4BC}"/>
              </a:ext>
            </a:extLst>
          </p:cNvPr>
          <p:cNvSpPr>
            <a:spLocks noChangeAspect="1"/>
          </p:cNvSpPr>
          <p:nvPr/>
        </p:nvSpPr>
        <p:spPr>
          <a:xfrm>
            <a:off x="4743649" y="2692515"/>
            <a:ext cx="2743200" cy="2743200"/>
          </a:xfrm>
          <a:custGeom>
            <a:avLst/>
            <a:gdLst/>
            <a:ahLst/>
            <a:cxnLst/>
            <a:rect l="l" t="t" r="r" b="b"/>
            <a:pathLst>
              <a:path w="4471483" h="4471483">
                <a:moveTo>
                  <a:pt x="0" y="0"/>
                </a:moveTo>
                <a:lnTo>
                  <a:pt x="4471483" y="0"/>
                </a:lnTo>
                <a:lnTo>
                  <a:pt x="4471483" y="4471484"/>
                </a:lnTo>
                <a:lnTo>
                  <a:pt x="0" y="4471484"/>
                </a:lnTo>
                <a:lnTo>
                  <a:pt x="0" y="0"/>
                </a:lnTo>
                <a:close/>
              </a:path>
            </a:pathLst>
          </a:custGeom>
          <a:blipFill>
            <a:blip r:embed="rId6"/>
            <a:stretch>
              <a:fillRect/>
            </a:stretch>
          </a:blipFill>
        </p:spPr>
        <p:txBody>
          <a:bodyPr/>
          <a:lstStyle/>
          <a:p>
            <a:endParaRPr lang="en-US" dirty="0"/>
          </a:p>
        </p:txBody>
      </p:sp>
      <p:sp>
        <p:nvSpPr>
          <p:cNvPr id="54" name="TextBox 53">
            <a:extLst>
              <a:ext uri="{FF2B5EF4-FFF2-40B4-BE49-F238E27FC236}">
                <a16:creationId xmlns:a16="http://schemas.microsoft.com/office/drawing/2014/main" id="{231654E6-DC42-59B3-F193-F06461A2D624}"/>
              </a:ext>
            </a:extLst>
          </p:cNvPr>
          <p:cNvSpPr txBox="1"/>
          <p:nvPr/>
        </p:nvSpPr>
        <p:spPr>
          <a:xfrm>
            <a:off x="4684159" y="3596886"/>
            <a:ext cx="2719972" cy="830997"/>
          </a:xfrm>
          <a:prstGeom prst="rect">
            <a:avLst/>
          </a:prstGeom>
          <a:noFill/>
        </p:spPr>
        <p:txBody>
          <a:bodyPr wrap="square" anchor="ctr">
            <a:spAutoFit/>
          </a:bodyPr>
          <a:lstStyle/>
          <a:p>
            <a:pPr algn="ctr"/>
            <a:r>
              <a:rPr lang="en-US" sz="2400" spc="323" dirty="0">
                <a:solidFill>
                  <a:srgbClr val="0C355D"/>
                </a:solidFill>
                <a:latin typeface="Berlin Sans FB" panose="020E0602020502020306" pitchFamily="34" charset="0"/>
                <a:ea typeface="Arimo Bold"/>
                <a:cs typeface="Arimo Bold"/>
                <a:sym typeface="Arimo Bold"/>
              </a:rPr>
              <a:t>COMPETITOR</a:t>
            </a:r>
          </a:p>
          <a:p>
            <a:pPr algn="ctr"/>
            <a:r>
              <a:rPr lang="en-US" sz="2400" u="none" strike="noStrike" spc="331" dirty="0">
                <a:solidFill>
                  <a:srgbClr val="0C355D"/>
                </a:solidFill>
                <a:latin typeface="Berlin Sans FB" panose="020E0602020502020306" pitchFamily="34" charset="0"/>
                <a:ea typeface="Arimo"/>
                <a:cs typeface="Arimo"/>
                <a:sym typeface="Arimo"/>
              </a:rPr>
              <a:t>analysis</a:t>
            </a:r>
            <a:endParaRPr lang="en-US" sz="2400" dirty="0">
              <a:solidFill>
                <a:srgbClr val="0C355D"/>
              </a:solidFill>
              <a:latin typeface="Berlin Sans FB" panose="020E0602020502020306" pitchFamily="34" charset="0"/>
            </a:endParaRPr>
          </a:p>
        </p:txBody>
      </p:sp>
      <p:sp>
        <p:nvSpPr>
          <p:cNvPr id="55" name="TextBox 31">
            <a:extLst>
              <a:ext uri="{FF2B5EF4-FFF2-40B4-BE49-F238E27FC236}">
                <a16:creationId xmlns:a16="http://schemas.microsoft.com/office/drawing/2014/main" id="{5D318FB1-164A-61A6-20AE-E42CD61E69E5}"/>
              </a:ext>
            </a:extLst>
          </p:cNvPr>
          <p:cNvSpPr txBox="1"/>
          <p:nvPr/>
        </p:nvSpPr>
        <p:spPr>
          <a:xfrm>
            <a:off x="6581349" y="1533199"/>
            <a:ext cx="3629152" cy="302968"/>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Huawei Kids Watch</a:t>
            </a:r>
          </a:p>
        </p:txBody>
      </p:sp>
      <p:sp>
        <p:nvSpPr>
          <p:cNvPr id="56" name="TextBox 39">
            <a:extLst>
              <a:ext uri="{FF2B5EF4-FFF2-40B4-BE49-F238E27FC236}">
                <a16:creationId xmlns:a16="http://schemas.microsoft.com/office/drawing/2014/main" id="{0268AD46-37D8-E1C0-2A2D-12FB2E442314}"/>
              </a:ext>
            </a:extLst>
          </p:cNvPr>
          <p:cNvSpPr txBox="1"/>
          <p:nvPr/>
        </p:nvSpPr>
        <p:spPr>
          <a:xfrm>
            <a:off x="6815022" y="1960629"/>
            <a:ext cx="3395479" cy="1231106"/>
          </a:xfrm>
          <a:prstGeom prst="rect">
            <a:avLst/>
          </a:prstGeom>
        </p:spPr>
        <p:txBody>
          <a:bodyPr wrap="square" lIns="0" tIns="0" rIns="0" bIns="0" rtlCol="0" anchor="t">
            <a:spAutoFit/>
          </a:bodyPr>
          <a:lstStyle/>
          <a:p>
            <a:pPr algn="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Huawei offers smartwatches for kids that combine stylish design with GPS tracking, voice messaging, and water resistance, mainly marketed as a communication and safety tool.</a:t>
            </a:r>
          </a:p>
        </p:txBody>
      </p:sp>
      <p:sp>
        <p:nvSpPr>
          <p:cNvPr id="57" name="TextBox 40">
            <a:extLst>
              <a:ext uri="{FF2B5EF4-FFF2-40B4-BE49-F238E27FC236}">
                <a16:creationId xmlns:a16="http://schemas.microsoft.com/office/drawing/2014/main" id="{63273FE4-4129-7068-EB71-17775B5EDA87}"/>
              </a:ext>
            </a:extLst>
          </p:cNvPr>
          <p:cNvSpPr txBox="1"/>
          <p:nvPr/>
        </p:nvSpPr>
        <p:spPr>
          <a:xfrm>
            <a:off x="1902554" y="1951672"/>
            <a:ext cx="3694623" cy="1477328"/>
          </a:xfrm>
          <a:prstGeom prst="rect">
            <a:avLst/>
          </a:prstGeom>
        </p:spPr>
        <p:txBody>
          <a:bodyPr wrap="square" lIns="0" tIns="0" rIns="0" bIns="0" rtlCol="0" anchor="t">
            <a:spAutoFit/>
          </a:bodyPr>
          <a:lstStyle/>
          <a:p>
            <a:pP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The Apple Watch is a premium wearable known for features like heart rate tracking, ECG, fall detection, and emergency SOS, making it popular for fitness and health management among adults and a competitor to our product.</a:t>
            </a:r>
          </a:p>
        </p:txBody>
      </p:sp>
      <p:sp>
        <p:nvSpPr>
          <p:cNvPr id="58" name="TextBox 34">
            <a:extLst>
              <a:ext uri="{FF2B5EF4-FFF2-40B4-BE49-F238E27FC236}">
                <a16:creationId xmlns:a16="http://schemas.microsoft.com/office/drawing/2014/main" id="{4F7AF656-09B1-7650-B4A8-229AF1309D05}"/>
              </a:ext>
            </a:extLst>
          </p:cNvPr>
          <p:cNvSpPr txBox="1"/>
          <p:nvPr/>
        </p:nvSpPr>
        <p:spPr>
          <a:xfrm>
            <a:off x="2246325" y="1527627"/>
            <a:ext cx="2896724" cy="301173"/>
          </a:xfrm>
          <a:prstGeom prst="rect">
            <a:avLst/>
          </a:prstGeom>
        </p:spPr>
        <p:txBody>
          <a:bodyPr wrap="square" lIns="0" tIns="0" rIns="0" bIns="0" rtlCol="0" anchor="t">
            <a:spAutoFit/>
          </a:bodyPr>
          <a:lstStyle/>
          <a:p>
            <a:pPr algn="ctr">
              <a:lnSpc>
                <a:spcPts val="2334"/>
              </a:lnSpc>
            </a:pPr>
            <a:r>
              <a:rPr lang="en-US" sz="2800" dirty="0">
                <a:solidFill>
                  <a:srgbClr val="E2E2E2"/>
                </a:solidFill>
                <a:latin typeface="Berlin Sans FB" panose="020E0602020502020306" pitchFamily="34" charset="0"/>
                <a:ea typeface="Arimo Bold"/>
                <a:cs typeface="Arimo Bold"/>
                <a:sym typeface="Arimo Bold"/>
              </a:rPr>
              <a:t>Apple Watch</a:t>
            </a:r>
          </a:p>
        </p:txBody>
      </p:sp>
      <p:sp>
        <p:nvSpPr>
          <p:cNvPr id="3" name="TextBox 2">
            <a:extLst>
              <a:ext uri="{FF2B5EF4-FFF2-40B4-BE49-F238E27FC236}">
                <a16:creationId xmlns:a16="http://schemas.microsoft.com/office/drawing/2014/main" id="{ACAD59E7-F48F-7E0D-6FB8-35181766E0AF}"/>
              </a:ext>
            </a:extLst>
          </p:cNvPr>
          <p:cNvSpPr txBox="1"/>
          <p:nvPr/>
        </p:nvSpPr>
        <p:spPr>
          <a:xfrm>
            <a:off x="2395937" y="4352883"/>
            <a:ext cx="2597499" cy="301173"/>
          </a:xfrm>
          <a:prstGeom prst="rect">
            <a:avLst/>
          </a:prstGeom>
        </p:spPr>
        <p:txBody>
          <a:bodyPr wrap="square" lIns="0" tIns="0" rIns="0" bIns="0" rtlCol="0" anchor="t">
            <a:spAutoFit/>
          </a:bodyPr>
          <a:lstStyle/>
          <a:p>
            <a:pPr algn="l">
              <a:lnSpc>
                <a:spcPts val="2334"/>
              </a:lnSpc>
            </a:pPr>
            <a:r>
              <a:rPr lang="en-US" sz="2800" dirty="0">
                <a:solidFill>
                  <a:srgbClr val="E2E2E2"/>
                </a:solidFill>
                <a:latin typeface="Berlin Sans FB" panose="020E0602020502020306" pitchFamily="34" charset="0"/>
                <a:ea typeface="Arimo Bold"/>
                <a:cs typeface="Arimo Bold"/>
                <a:sym typeface="Arimo Bold"/>
              </a:rPr>
              <a:t>Tide Kids Watch </a:t>
            </a:r>
          </a:p>
        </p:txBody>
      </p:sp>
      <p:sp>
        <p:nvSpPr>
          <p:cNvPr id="5" name="TextBox 4">
            <a:extLst>
              <a:ext uri="{FF2B5EF4-FFF2-40B4-BE49-F238E27FC236}">
                <a16:creationId xmlns:a16="http://schemas.microsoft.com/office/drawing/2014/main" id="{4F5D0740-7104-B914-BD2A-E94A3185C8E2}"/>
              </a:ext>
            </a:extLst>
          </p:cNvPr>
          <p:cNvSpPr txBox="1"/>
          <p:nvPr/>
        </p:nvSpPr>
        <p:spPr>
          <a:xfrm>
            <a:off x="1832578" y="4759226"/>
            <a:ext cx="3510874" cy="1323439"/>
          </a:xfrm>
          <a:prstGeom prst="rect">
            <a:avLst/>
          </a:prstGeom>
          <a:noFill/>
        </p:spPr>
        <p:txBody>
          <a:bodyPr wrap="square">
            <a:spAutoFit/>
          </a:bodyPr>
          <a:lstStyle/>
          <a:p>
            <a:pPr>
              <a:spcBef>
                <a:spcPct val="0"/>
              </a:spcBef>
            </a:pPr>
            <a:r>
              <a:rPr lang="en-US" sz="1600" spc="-25" dirty="0">
                <a:solidFill>
                  <a:srgbClr val="E2E2E2"/>
                </a:solidFill>
                <a:latin typeface="Berlin Sans FB" panose="020E0602020502020306" pitchFamily="34" charset="0"/>
                <a:ea typeface="TT Interphases"/>
                <a:cs typeface="TT Interphases"/>
                <a:sym typeface="TT Interphases"/>
              </a:rPr>
              <a:t>G-Tide offers affordable smartwatches for children with basic functionalities such as GPS tracking and calling, targeting parents who want to stay connected with their kids.</a:t>
            </a:r>
          </a:p>
        </p:txBody>
      </p:sp>
      <p:sp>
        <p:nvSpPr>
          <p:cNvPr id="6" name="TextBox 38">
            <a:extLst>
              <a:ext uri="{FF2B5EF4-FFF2-40B4-BE49-F238E27FC236}">
                <a16:creationId xmlns:a16="http://schemas.microsoft.com/office/drawing/2014/main" id="{68969DF1-69CF-AB23-F1CC-547E24A72CF0}"/>
              </a:ext>
            </a:extLst>
          </p:cNvPr>
          <p:cNvSpPr txBox="1"/>
          <p:nvPr/>
        </p:nvSpPr>
        <p:spPr>
          <a:xfrm>
            <a:off x="6581349" y="4851559"/>
            <a:ext cx="3629152" cy="1231106"/>
          </a:xfrm>
          <a:prstGeom prst="rect">
            <a:avLst/>
          </a:prstGeom>
        </p:spPr>
        <p:txBody>
          <a:bodyPr wrap="square" lIns="0" tIns="0" rIns="0" bIns="0" rtlCol="0" anchor="t">
            <a:spAutoFit/>
          </a:bodyPr>
          <a:lstStyle/>
          <a:p>
            <a:pPr algn="r">
              <a:spcBef>
                <a:spcPct val="0"/>
              </a:spcBef>
            </a:pPr>
            <a:r>
              <a:rPr lang="en-US" sz="1600" spc="-25" dirty="0" err="1">
                <a:solidFill>
                  <a:srgbClr val="E2E2E2"/>
                </a:solidFill>
                <a:latin typeface="Berlin Sans FB" panose="020E0602020502020306" pitchFamily="34" charset="0"/>
                <a:ea typeface="TT Interphases"/>
                <a:cs typeface="TT Interphases"/>
                <a:sym typeface="TT Interphases"/>
              </a:rPr>
              <a:t>Imoo</a:t>
            </a:r>
            <a:r>
              <a:rPr lang="en-US" sz="1600" spc="-25" dirty="0">
                <a:solidFill>
                  <a:srgbClr val="E2E2E2"/>
                </a:solidFill>
                <a:latin typeface="Berlin Sans FB" panose="020E0602020502020306" pitchFamily="34" charset="0"/>
                <a:ea typeface="TT Interphases"/>
                <a:cs typeface="TT Interphases"/>
                <a:sym typeface="TT Interphases"/>
              </a:rPr>
              <a:t> is a known smartwatch for kids, providing GPS tracking and communication. It enables parents to locate their children and make voice or video calls via a dedicated app.</a:t>
            </a:r>
          </a:p>
        </p:txBody>
      </p:sp>
      <p:sp>
        <p:nvSpPr>
          <p:cNvPr id="14" name="TextBox 13">
            <a:extLst>
              <a:ext uri="{FF2B5EF4-FFF2-40B4-BE49-F238E27FC236}">
                <a16:creationId xmlns:a16="http://schemas.microsoft.com/office/drawing/2014/main" id="{B214A5EF-1E74-18A8-3BD6-EDAEE706099D}"/>
              </a:ext>
            </a:extLst>
          </p:cNvPr>
          <p:cNvSpPr txBox="1"/>
          <p:nvPr/>
        </p:nvSpPr>
        <p:spPr>
          <a:xfrm>
            <a:off x="7341148" y="4351088"/>
            <a:ext cx="2566035" cy="302968"/>
          </a:xfrm>
          <a:prstGeom prst="rect">
            <a:avLst/>
          </a:prstGeom>
        </p:spPr>
        <p:txBody>
          <a:bodyPr wrap="square" lIns="0" tIns="0" rIns="0" bIns="0" rtlCol="0" anchor="t">
            <a:spAutoFit/>
          </a:bodyPr>
          <a:lstStyle/>
          <a:p>
            <a:pPr algn="l">
              <a:lnSpc>
                <a:spcPts val="2334"/>
              </a:lnSpc>
            </a:pPr>
            <a:r>
              <a:rPr lang="en-US" sz="2800" dirty="0" err="1">
                <a:solidFill>
                  <a:srgbClr val="E2E2E2"/>
                </a:solidFill>
                <a:latin typeface="Berlin Sans FB" panose="020E0602020502020306" pitchFamily="34" charset="0"/>
                <a:ea typeface="Arimo Bold"/>
                <a:cs typeface="Arimo Bold"/>
                <a:sym typeface="Arimo Bold"/>
              </a:rPr>
              <a:t>Imoo</a:t>
            </a:r>
            <a:r>
              <a:rPr lang="en-US" sz="2800" dirty="0">
                <a:solidFill>
                  <a:srgbClr val="E2E2E2"/>
                </a:solidFill>
                <a:latin typeface="Berlin Sans FB" panose="020E0602020502020306" pitchFamily="34" charset="0"/>
                <a:ea typeface="Arimo Bold"/>
                <a:cs typeface="Arimo Bold"/>
                <a:sym typeface="Arimo Bold"/>
              </a:rPr>
              <a:t> Kids Watch</a:t>
            </a:r>
          </a:p>
        </p:txBody>
      </p:sp>
    </p:spTree>
    <p:extLst>
      <p:ext uri="{BB962C8B-B14F-4D97-AF65-F5344CB8AC3E}">
        <p14:creationId xmlns:p14="http://schemas.microsoft.com/office/powerpoint/2010/main" val="368711016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9007E-B76A-EF12-6817-A2BD201D2E5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0D79207-A09C-BE8F-02D1-6E336AE92015}"/>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0DC694FC-A418-A5C0-7C0C-65E8B396845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1B8BF5CE-DDAF-759B-4351-24D4AAAA2F04}"/>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45" name="TextBox 9">
            <a:extLst>
              <a:ext uri="{FF2B5EF4-FFF2-40B4-BE49-F238E27FC236}">
                <a16:creationId xmlns:a16="http://schemas.microsoft.com/office/drawing/2014/main" id="{FBE63B10-2341-B03C-2C5C-93E79AF4076A}"/>
              </a:ext>
            </a:extLst>
          </p:cNvPr>
          <p:cNvSpPr txBox="1"/>
          <p:nvPr/>
        </p:nvSpPr>
        <p:spPr>
          <a:xfrm>
            <a:off x="0" y="1005382"/>
            <a:ext cx="4273133" cy="861518"/>
          </a:xfrm>
          <a:prstGeom prst="rect">
            <a:avLst/>
          </a:prstGeom>
        </p:spPr>
        <p:txBody>
          <a:bodyPr wrap="square" lIns="0" tIns="0" rIns="0" bIns="0" rtlCol="0" anchor="t">
            <a:spAutoFit/>
          </a:bodyPr>
          <a:lstStyle/>
          <a:p>
            <a:pPr algn="l">
              <a:lnSpc>
                <a:spcPts val="7475"/>
              </a:lnSpc>
            </a:pPr>
            <a:r>
              <a:rPr lang="en-US" sz="4800" spc="-65" dirty="0">
                <a:solidFill>
                  <a:srgbClr val="0C355D"/>
                </a:solidFill>
                <a:latin typeface="Berlin Sans FB" panose="020E0602020502020306" pitchFamily="34" charset="0"/>
                <a:ea typeface="Agrandir Bold"/>
                <a:cs typeface="Agrandir Bold"/>
                <a:sym typeface="Agrandir Bold"/>
              </a:rPr>
              <a:t>Target Audience</a:t>
            </a:r>
          </a:p>
        </p:txBody>
      </p:sp>
      <p:sp>
        <p:nvSpPr>
          <p:cNvPr id="47" name="TextBox 46">
            <a:extLst>
              <a:ext uri="{FF2B5EF4-FFF2-40B4-BE49-F238E27FC236}">
                <a16:creationId xmlns:a16="http://schemas.microsoft.com/office/drawing/2014/main" id="{99BBD5A0-757D-2654-E030-700C74060412}"/>
              </a:ext>
            </a:extLst>
          </p:cNvPr>
          <p:cNvSpPr txBox="1"/>
          <p:nvPr/>
        </p:nvSpPr>
        <p:spPr>
          <a:xfrm>
            <a:off x="1863090" y="2091922"/>
            <a:ext cx="3489960" cy="626069"/>
          </a:xfrm>
          <a:prstGeom prst="rect">
            <a:avLst/>
          </a:prstGeom>
          <a:noFill/>
        </p:spPr>
        <p:txBody>
          <a:bodyPr wrap="square">
            <a:spAutoFit/>
          </a:bodyPr>
          <a:lstStyle/>
          <a:p>
            <a:pPr algn="l">
              <a:lnSpc>
                <a:spcPts val="4599"/>
              </a:lnSpc>
            </a:pPr>
            <a:r>
              <a:rPr lang="en-US" sz="3200" spc="-39" dirty="0">
                <a:solidFill>
                  <a:srgbClr val="0C355D"/>
                </a:solidFill>
                <a:latin typeface="Berlin Sans FB" panose="020E0602020502020306" pitchFamily="34" charset="0"/>
                <a:ea typeface="Agrandir Bold"/>
                <a:cs typeface="Agrandir Bold"/>
                <a:sym typeface="Agrandir Bold"/>
              </a:rPr>
              <a:t>Customer Segments</a:t>
            </a:r>
          </a:p>
        </p:txBody>
      </p:sp>
      <p:sp>
        <p:nvSpPr>
          <p:cNvPr id="48" name="TextBox 19">
            <a:extLst>
              <a:ext uri="{FF2B5EF4-FFF2-40B4-BE49-F238E27FC236}">
                <a16:creationId xmlns:a16="http://schemas.microsoft.com/office/drawing/2014/main" id="{531C635C-AF92-E7E7-60B7-41F5E94AF2E8}"/>
              </a:ext>
            </a:extLst>
          </p:cNvPr>
          <p:cNvSpPr txBox="1"/>
          <p:nvPr/>
        </p:nvSpPr>
        <p:spPr>
          <a:xfrm>
            <a:off x="2948940" y="2717991"/>
            <a:ext cx="6687612" cy="422616"/>
          </a:xfrm>
          <a:prstGeom prst="rect">
            <a:avLst/>
          </a:prstGeom>
        </p:spPr>
        <p:txBody>
          <a:bodyPr wrap="square" lIns="0" tIns="0" rIns="0" bIns="0" rtlCol="0" anchor="t">
            <a:spAutoFit/>
          </a:bodyPr>
          <a:lstStyle/>
          <a:p>
            <a:pPr algn="l">
              <a:lnSpc>
                <a:spcPts val="3811"/>
              </a:lnSpc>
            </a:pPr>
            <a:r>
              <a:rPr lang="en-US" sz="2000" spc="-30" dirty="0">
                <a:solidFill>
                  <a:srgbClr val="0C355D"/>
                </a:solidFill>
                <a:latin typeface="Berlin Sans FB" panose="020E0602020502020306" pitchFamily="34" charset="0"/>
                <a:ea typeface="TT Interphases"/>
                <a:cs typeface="TT Interphases"/>
                <a:sym typeface="TT Interphases"/>
              </a:rPr>
              <a:t>01. Mothers needing health and safety tracking for their children</a:t>
            </a:r>
          </a:p>
        </p:txBody>
      </p:sp>
      <p:sp>
        <p:nvSpPr>
          <p:cNvPr id="49" name="TextBox 20">
            <a:extLst>
              <a:ext uri="{FF2B5EF4-FFF2-40B4-BE49-F238E27FC236}">
                <a16:creationId xmlns:a16="http://schemas.microsoft.com/office/drawing/2014/main" id="{F032FF62-C88A-8C9D-FBF8-9CC88EBFF463}"/>
              </a:ext>
            </a:extLst>
          </p:cNvPr>
          <p:cNvSpPr txBox="1"/>
          <p:nvPr/>
        </p:nvSpPr>
        <p:spPr>
          <a:xfrm>
            <a:off x="2948940" y="3140607"/>
            <a:ext cx="6687612" cy="422616"/>
          </a:xfrm>
          <a:prstGeom prst="rect">
            <a:avLst/>
          </a:prstGeom>
        </p:spPr>
        <p:txBody>
          <a:bodyPr wrap="square" lIns="0" tIns="0" rIns="0" bIns="0" rtlCol="0" anchor="t">
            <a:spAutoFit/>
          </a:bodyPr>
          <a:lstStyle/>
          <a:p>
            <a:pPr algn="l">
              <a:lnSpc>
                <a:spcPts val="3811"/>
              </a:lnSpc>
            </a:pPr>
            <a:r>
              <a:rPr lang="en-US" sz="2000" spc="-30" dirty="0">
                <a:solidFill>
                  <a:srgbClr val="0C355D"/>
                </a:solidFill>
                <a:latin typeface="Berlin Sans FB" panose="020E0602020502020306" pitchFamily="34" charset="0"/>
                <a:ea typeface="TT Interphases"/>
                <a:cs typeface="TT Interphases"/>
                <a:sym typeface="TT Interphases"/>
              </a:rPr>
              <a:t>02. Parents worried about their kids getting lost</a:t>
            </a:r>
          </a:p>
        </p:txBody>
      </p:sp>
      <p:sp>
        <p:nvSpPr>
          <p:cNvPr id="50" name="TextBox 21">
            <a:extLst>
              <a:ext uri="{FF2B5EF4-FFF2-40B4-BE49-F238E27FC236}">
                <a16:creationId xmlns:a16="http://schemas.microsoft.com/office/drawing/2014/main" id="{9803D198-2ACB-D6FF-5285-61ECDAE40A06}"/>
              </a:ext>
            </a:extLst>
          </p:cNvPr>
          <p:cNvSpPr txBox="1"/>
          <p:nvPr/>
        </p:nvSpPr>
        <p:spPr>
          <a:xfrm>
            <a:off x="2948940" y="3563223"/>
            <a:ext cx="6687612" cy="422616"/>
          </a:xfrm>
          <a:prstGeom prst="rect">
            <a:avLst/>
          </a:prstGeom>
        </p:spPr>
        <p:txBody>
          <a:bodyPr wrap="square" lIns="0" tIns="0" rIns="0" bIns="0" rtlCol="0" anchor="t">
            <a:spAutoFit/>
          </a:bodyPr>
          <a:lstStyle/>
          <a:p>
            <a:pPr algn="l">
              <a:lnSpc>
                <a:spcPts val="3811"/>
              </a:lnSpc>
            </a:pPr>
            <a:r>
              <a:rPr lang="en-US" sz="2000" spc="-30" dirty="0">
                <a:solidFill>
                  <a:srgbClr val="0C355D"/>
                </a:solidFill>
                <a:latin typeface="Berlin Sans FB" panose="020E0602020502020306" pitchFamily="34" charset="0"/>
                <a:ea typeface="TT Interphases"/>
                <a:cs typeface="TT Interphases"/>
                <a:sym typeface="TT Interphases"/>
              </a:rPr>
              <a:t>03. Schools and nurseries aiming to improve child safety</a:t>
            </a:r>
          </a:p>
        </p:txBody>
      </p:sp>
      <p:sp>
        <p:nvSpPr>
          <p:cNvPr id="52" name="TextBox 51">
            <a:extLst>
              <a:ext uri="{FF2B5EF4-FFF2-40B4-BE49-F238E27FC236}">
                <a16:creationId xmlns:a16="http://schemas.microsoft.com/office/drawing/2014/main" id="{5BCAE2CC-AA9E-0F8A-491D-BD77A7845D69}"/>
              </a:ext>
            </a:extLst>
          </p:cNvPr>
          <p:cNvSpPr txBox="1"/>
          <p:nvPr/>
        </p:nvSpPr>
        <p:spPr>
          <a:xfrm>
            <a:off x="1863090" y="4408455"/>
            <a:ext cx="3489960" cy="626069"/>
          </a:xfrm>
          <a:prstGeom prst="rect">
            <a:avLst/>
          </a:prstGeom>
          <a:noFill/>
        </p:spPr>
        <p:txBody>
          <a:bodyPr wrap="square" anchor="ctr">
            <a:spAutoFit/>
          </a:bodyPr>
          <a:lstStyle/>
          <a:p>
            <a:pPr marL="0" lvl="0" indent="0">
              <a:lnSpc>
                <a:spcPts val="4599"/>
              </a:lnSpc>
              <a:spcBef>
                <a:spcPct val="0"/>
              </a:spcBef>
            </a:pPr>
            <a:r>
              <a:rPr lang="en-US" sz="3200" spc="-39" dirty="0">
                <a:solidFill>
                  <a:srgbClr val="0C355D"/>
                </a:solidFill>
                <a:latin typeface="Berlin Sans FB" panose="020E0602020502020306" pitchFamily="34" charset="0"/>
                <a:ea typeface="Agrandir Bold"/>
                <a:cs typeface="Agrandir Bold"/>
                <a:sym typeface="Agrandir Bold"/>
              </a:rPr>
              <a:t>Customer Needs</a:t>
            </a:r>
          </a:p>
        </p:txBody>
      </p:sp>
      <p:sp>
        <p:nvSpPr>
          <p:cNvPr id="53" name="TextBox 22">
            <a:extLst>
              <a:ext uri="{FF2B5EF4-FFF2-40B4-BE49-F238E27FC236}">
                <a16:creationId xmlns:a16="http://schemas.microsoft.com/office/drawing/2014/main" id="{FA908B8D-E74D-846E-54D4-360771B4EE48}"/>
              </a:ext>
            </a:extLst>
          </p:cNvPr>
          <p:cNvSpPr txBox="1"/>
          <p:nvPr/>
        </p:nvSpPr>
        <p:spPr>
          <a:xfrm>
            <a:off x="2948940" y="5034524"/>
            <a:ext cx="5428374" cy="422616"/>
          </a:xfrm>
          <a:prstGeom prst="rect">
            <a:avLst/>
          </a:prstGeom>
        </p:spPr>
        <p:txBody>
          <a:bodyPr lIns="0" tIns="0" rIns="0" bIns="0" rtlCol="0" anchor="t">
            <a:spAutoFit/>
          </a:bodyPr>
          <a:lstStyle/>
          <a:p>
            <a:pPr marL="0" lvl="0" indent="0" algn="l">
              <a:lnSpc>
                <a:spcPts val="3811"/>
              </a:lnSpc>
              <a:spcBef>
                <a:spcPct val="0"/>
              </a:spcBef>
            </a:pPr>
            <a:r>
              <a:rPr lang="en-US" sz="2000" spc="-30" dirty="0">
                <a:solidFill>
                  <a:srgbClr val="0C355D"/>
                </a:solidFill>
                <a:latin typeface="Berlin Sans FB" panose="020E0602020502020306" pitchFamily="34" charset="0"/>
                <a:ea typeface="TT Interphases"/>
                <a:cs typeface="TT Interphases"/>
                <a:sym typeface="TT Interphases"/>
              </a:rPr>
              <a:t>child safety and peace of mind for parents.</a:t>
            </a:r>
          </a:p>
        </p:txBody>
      </p:sp>
      <p:sp>
        <p:nvSpPr>
          <p:cNvPr id="54" name="TextBox 12">
            <a:extLst>
              <a:ext uri="{FF2B5EF4-FFF2-40B4-BE49-F238E27FC236}">
                <a16:creationId xmlns:a16="http://schemas.microsoft.com/office/drawing/2014/main" id="{AFAD5342-4879-F047-A6CD-2D63A76F099E}"/>
              </a:ext>
            </a:extLst>
          </p:cNvPr>
          <p:cNvSpPr txBox="1"/>
          <p:nvPr/>
        </p:nvSpPr>
        <p:spPr>
          <a:xfrm>
            <a:off x="-5410200" y="1008523"/>
            <a:ext cx="5333002" cy="858377"/>
          </a:xfrm>
          <a:prstGeom prst="rect">
            <a:avLst/>
          </a:prstGeom>
        </p:spPr>
        <p:txBody>
          <a:bodyPr wrap="square" lIns="0" tIns="0" rIns="0" bIns="0" rtlCol="0" anchor="t">
            <a:spAutoFit/>
          </a:bodyPr>
          <a:lstStyle/>
          <a:p>
            <a:pPr algn="l">
              <a:lnSpc>
                <a:spcPts val="7475"/>
              </a:lnSpc>
            </a:pPr>
            <a:r>
              <a:rPr lang="en-US" sz="4800" spc="-65" dirty="0">
                <a:solidFill>
                  <a:srgbClr val="0C355D"/>
                </a:solidFill>
                <a:latin typeface="Berlin Sans FB" panose="020E0602020502020306" pitchFamily="34" charset="0"/>
                <a:ea typeface="Agrandir Bold"/>
                <a:cs typeface="Agrandir Bold"/>
                <a:sym typeface="Agrandir Bold"/>
              </a:rPr>
              <a:t>Opportunity in Egypt</a:t>
            </a:r>
          </a:p>
        </p:txBody>
      </p:sp>
      <p:sp>
        <p:nvSpPr>
          <p:cNvPr id="55" name="TextBox 16">
            <a:extLst>
              <a:ext uri="{FF2B5EF4-FFF2-40B4-BE49-F238E27FC236}">
                <a16:creationId xmlns:a16="http://schemas.microsoft.com/office/drawing/2014/main" id="{BBE8A038-8A63-FEDA-64CD-4EB84026E475}"/>
              </a:ext>
            </a:extLst>
          </p:cNvPr>
          <p:cNvSpPr txBox="1"/>
          <p:nvPr/>
        </p:nvSpPr>
        <p:spPr>
          <a:xfrm>
            <a:off x="-6780213" y="2133163"/>
            <a:ext cx="1285875" cy="504946"/>
          </a:xfrm>
          <a:prstGeom prst="rect">
            <a:avLst/>
          </a:prstGeom>
        </p:spPr>
        <p:txBody>
          <a:bodyPr wrap="square" lIns="0" tIns="0" rIns="0" bIns="0" rtlCol="0" anchor="t">
            <a:spAutoFit/>
          </a:bodyPr>
          <a:lstStyle/>
          <a:p>
            <a:pPr algn="l">
              <a:lnSpc>
                <a:spcPts val="4446"/>
              </a:lnSpc>
            </a:pPr>
            <a:r>
              <a:rPr lang="en-US" sz="2800" b="1" spc="-35" dirty="0">
                <a:solidFill>
                  <a:srgbClr val="0C355D"/>
                </a:solidFill>
                <a:latin typeface="TT Interphases Bold"/>
                <a:ea typeface="TT Interphases Bold"/>
                <a:cs typeface="TT Interphases Bold"/>
                <a:sym typeface="TT Interphases Bold"/>
              </a:rPr>
              <a:t>Market</a:t>
            </a:r>
          </a:p>
        </p:txBody>
      </p:sp>
      <p:sp>
        <p:nvSpPr>
          <p:cNvPr id="56" name="TextBox 18">
            <a:extLst>
              <a:ext uri="{FF2B5EF4-FFF2-40B4-BE49-F238E27FC236}">
                <a16:creationId xmlns:a16="http://schemas.microsoft.com/office/drawing/2014/main" id="{44518E44-5B3E-E484-BD72-F9F7F225E31F}"/>
              </a:ext>
            </a:extLst>
          </p:cNvPr>
          <p:cNvSpPr txBox="1"/>
          <p:nvPr/>
        </p:nvSpPr>
        <p:spPr>
          <a:xfrm>
            <a:off x="-6341110" y="2638109"/>
            <a:ext cx="4486910" cy="422616"/>
          </a:xfrm>
          <a:prstGeom prst="rect">
            <a:avLst/>
          </a:prstGeom>
        </p:spPr>
        <p:txBody>
          <a:bodyPr wrap="square" lIns="0" tIns="0" rIns="0" bIns="0" rtlCol="0" anchor="t">
            <a:spAutoFit/>
          </a:bodyPr>
          <a:lstStyle/>
          <a:p>
            <a:pPr algn="l">
              <a:lnSpc>
                <a:spcPts val="3811"/>
              </a:lnSpc>
            </a:pPr>
            <a:r>
              <a:rPr lang="en-US" sz="2000" spc="-30" dirty="0">
                <a:solidFill>
                  <a:srgbClr val="0C355D"/>
                </a:solidFill>
                <a:latin typeface="Berlin Sans FB" panose="020E0602020502020306" pitchFamily="34" charset="0"/>
                <a:ea typeface="TT Interphases"/>
                <a:cs typeface="TT Interphases"/>
                <a:sym typeface="TT Interphases"/>
              </a:rPr>
              <a:t>Egypt has over 15 million children under 14</a:t>
            </a:r>
          </a:p>
        </p:txBody>
      </p:sp>
      <p:sp>
        <p:nvSpPr>
          <p:cNvPr id="57" name="TextBox 15">
            <a:extLst>
              <a:ext uri="{FF2B5EF4-FFF2-40B4-BE49-F238E27FC236}">
                <a16:creationId xmlns:a16="http://schemas.microsoft.com/office/drawing/2014/main" id="{CFD091C2-6000-141E-57D9-CFC28D93D269}"/>
              </a:ext>
            </a:extLst>
          </p:cNvPr>
          <p:cNvSpPr txBox="1"/>
          <p:nvPr/>
        </p:nvSpPr>
        <p:spPr>
          <a:xfrm>
            <a:off x="-6780213" y="3565671"/>
            <a:ext cx="6011597" cy="504946"/>
          </a:xfrm>
          <a:prstGeom prst="rect">
            <a:avLst/>
          </a:prstGeom>
        </p:spPr>
        <p:txBody>
          <a:bodyPr lIns="0" tIns="0" rIns="0" bIns="0" rtlCol="0" anchor="t">
            <a:spAutoFit/>
          </a:bodyPr>
          <a:lstStyle/>
          <a:p>
            <a:pPr algn="l">
              <a:lnSpc>
                <a:spcPts val="4446"/>
              </a:lnSpc>
            </a:pPr>
            <a:r>
              <a:rPr lang="en-US" sz="2800" spc="-35" dirty="0">
                <a:solidFill>
                  <a:srgbClr val="0C355D"/>
                </a:solidFill>
                <a:latin typeface="Berlin Sans FB" panose="020E0602020502020306" pitchFamily="34" charset="0"/>
                <a:ea typeface="TT Interphases Bold"/>
                <a:cs typeface="TT Interphases Bold"/>
                <a:sym typeface="TT Interphases Bold"/>
              </a:rPr>
              <a:t>Lack of Suitable Alternatives</a:t>
            </a:r>
          </a:p>
        </p:txBody>
      </p:sp>
      <p:sp>
        <p:nvSpPr>
          <p:cNvPr id="58" name="TextBox 17">
            <a:extLst>
              <a:ext uri="{FF2B5EF4-FFF2-40B4-BE49-F238E27FC236}">
                <a16:creationId xmlns:a16="http://schemas.microsoft.com/office/drawing/2014/main" id="{7A6889E9-60B9-8E80-5F44-EAD84486CD16}"/>
              </a:ext>
            </a:extLst>
          </p:cNvPr>
          <p:cNvSpPr txBox="1"/>
          <p:nvPr/>
        </p:nvSpPr>
        <p:spPr>
          <a:xfrm>
            <a:off x="-6341110" y="4098728"/>
            <a:ext cx="6011597" cy="2462213"/>
          </a:xfrm>
          <a:prstGeom prst="rect">
            <a:avLst/>
          </a:prstGeom>
        </p:spPr>
        <p:txBody>
          <a:bodyPr lIns="0" tIns="0" rIns="0" bIns="0" rtlCol="0" anchor="t">
            <a:spAutoFit/>
          </a:bodyPr>
          <a:lstStyle/>
          <a:p>
            <a:pPr algn="l"/>
            <a:r>
              <a:rPr lang="en-US" sz="2000" spc="-30" dirty="0">
                <a:solidFill>
                  <a:srgbClr val="0C355D"/>
                </a:solidFill>
                <a:latin typeface="Berlin Sans FB" panose="020E0602020502020306" pitchFamily="34" charset="0"/>
                <a:ea typeface="TT Interphases"/>
                <a:cs typeface="TT Interphases"/>
                <a:sym typeface="TT Interphases"/>
              </a:rPr>
              <a:t>There is currently no product available in the Egyptian market that combines:</a:t>
            </a:r>
          </a:p>
          <a:p>
            <a:pPr algn="l"/>
            <a:endParaRPr lang="en-US" sz="2000" spc="-30" dirty="0">
              <a:solidFill>
                <a:srgbClr val="0C355D"/>
              </a:solidFill>
              <a:latin typeface="Berlin Sans FB" panose="020E0602020502020306" pitchFamily="34" charset="0"/>
              <a:ea typeface="TT Interphases"/>
              <a:cs typeface="TT Interphases"/>
              <a:sym typeface="TT Interphases"/>
            </a:endParaRPr>
          </a:p>
          <a:p>
            <a:pPr algn="l"/>
            <a:r>
              <a:rPr lang="en-US" sz="2000" spc="-30" dirty="0">
                <a:solidFill>
                  <a:srgbClr val="0C355D"/>
                </a:solidFill>
                <a:latin typeface="Berlin Sans FB" panose="020E0602020502020306" pitchFamily="34" charset="0"/>
                <a:ea typeface="TT Interphases"/>
                <a:cs typeface="TT Interphases"/>
                <a:sym typeface="TT Interphases"/>
              </a:rPr>
              <a:t>Real health monitoring + GPS tracking + real-time notifications for the mother.</a:t>
            </a:r>
          </a:p>
          <a:p>
            <a:pPr algn="l"/>
            <a:endParaRPr lang="en-US" sz="2000" spc="-30" dirty="0">
              <a:solidFill>
                <a:srgbClr val="0C355D"/>
              </a:solidFill>
              <a:latin typeface="Berlin Sans FB" panose="020E0602020502020306" pitchFamily="34" charset="0"/>
              <a:ea typeface="TT Interphases"/>
              <a:cs typeface="TT Interphases"/>
              <a:sym typeface="TT Interphases"/>
            </a:endParaRPr>
          </a:p>
          <a:p>
            <a:pPr algn="l"/>
            <a:r>
              <a:rPr lang="en-US" sz="2000" spc="-30" dirty="0">
                <a:solidFill>
                  <a:srgbClr val="0C355D"/>
                </a:solidFill>
                <a:latin typeface="Berlin Sans FB" panose="020E0602020502020306" pitchFamily="34" charset="0"/>
                <a:ea typeface="TT Interphases"/>
                <a:cs typeface="TT Interphases"/>
                <a:sym typeface="TT Interphases"/>
              </a:rPr>
              <a:t>Most available are GPS watches or health apps for adults only.</a:t>
            </a:r>
          </a:p>
        </p:txBody>
      </p:sp>
    </p:spTree>
    <p:extLst>
      <p:ext uri="{BB962C8B-B14F-4D97-AF65-F5344CB8AC3E}">
        <p14:creationId xmlns:p14="http://schemas.microsoft.com/office/powerpoint/2010/main" val="21894789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52270-DFEA-5A86-25BF-CC8E28D15A2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EED258-060E-47D3-F8B0-881286F90A32}"/>
              </a:ext>
            </a:extLst>
          </p:cNvPr>
          <p:cNvSpPr txBox="1"/>
          <p:nvPr/>
        </p:nvSpPr>
        <p:spPr>
          <a:xfrm>
            <a:off x="777240" y="65454"/>
            <a:ext cx="2171700"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Marketing</a:t>
            </a:r>
          </a:p>
        </p:txBody>
      </p:sp>
      <p:pic>
        <p:nvPicPr>
          <p:cNvPr id="4" name="Graphic 3" descr="Marketing with solid fill">
            <a:extLst>
              <a:ext uri="{FF2B5EF4-FFF2-40B4-BE49-F238E27FC236}">
                <a16:creationId xmlns:a16="http://schemas.microsoft.com/office/drawing/2014/main" id="{D566E8CA-25AA-BD94-EAC7-B47C8910E59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777240" cy="777240"/>
          </a:xfrm>
          <a:prstGeom prst="rect">
            <a:avLst/>
          </a:prstGeom>
        </p:spPr>
      </p:pic>
      <p:cxnSp>
        <p:nvCxnSpPr>
          <p:cNvPr id="7" name="Straight Connector 6">
            <a:extLst>
              <a:ext uri="{FF2B5EF4-FFF2-40B4-BE49-F238E27FC236}">
                <a16:creationId xmlns:a16="http://schemas.microsoft.com/office/drawing/2014/main" id="{AA1A5402-2EAF-F16E-D4C4-FB91A3D7EB78}"/>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sp>
        <p:nvSpPr>
          <p:cNvPr id="3" name="TextBox 12">
            <a:extLst>
              <a:ext uri="{FF2B5EF4-FFF2-40B4-BE49-F238E27FC236}">
                <a16:creationId xmlns:a16="http://schemas.microsoft.com/office/drawing/2014/main" id="{7A3F32CA-D1AA-D2A1-A608-6D3FF8079966}"/>
              </a:ext>
            </a:extLst>
          </p:cNvPr>
          <p:cNvSpPr txBox="1"/>
          <p:nvPr/>
        </p:nvSpPr>
        <p:spPr>
          <a:xfrm>
            <a:off x="0" y="1008523"/>
            <a:ext cx="5333002" cy="858377"/>
          </a:xfrm>
          <a:prstGeom prst="rect">
            <a:avLst/>
          </a:prstGeom>
        </p:spPr>
        <p:txBody>
          <a:bodyPr wrap="square" lIns="0" tIns="0" rIns="0" bIns="0" rtlCol="0" anchor="t">
            <a:spAutoFit/>
          </a:bodyPr>
          <a:lstStyle/>
          <a:p>
            <a:pPr algn="l">
              <a:lnSpc>
                <a:spcPts val="7475"/>
              </a:lnSpc>
            </a:pPr>
            <a:r>
              <a:rPr lang="en-US" sz="4800" spc="-65" dirty="0">
                <a:solidFill>
                  <a:srgbClr val="0C355D"/>
                </a:solidFill>
                <a:latin typeface="Berlin Sans FB" panose="020E0602020502020306" pitchFamily="34" charset="0"/>
                <a:ea typeface="Agrandir Bold"/>
                <a:cs typeface="Agrandir Bold"/>
                <a:sym typeface="Agrandir Bold"/>
              </a:rPr>
              <a:t>Opportunity in Egypt</a:t>
            </a:r>
          </a:p>
        </p:txBody>
      </p:sp>
      <p:sp>
        <p:nvSpPr>
          <p:cNvPr id="5" name="TextBox 16">
            <a:extLst>
              <a:ext uri="{FF2B5EF4-FFF2-40B4-BE49-F238E27FC236}">
                <a16:creationId xmlns:a16="http://schemas.microsoft.com/office/drawing/2014/main" id="{87C3B383-B9FF-1BDE-4007-0947BBD6EDA9}"/>
              </a:ext>
            </a:extLst>
          </p:cNvPr>
          <p:cNvSpPr txBox="1"/>
          <p:nvPr/>
        </p:nvSpPr>
        <p:spPr>
          <a:xfrm>
            <a:off x="1423987" y="2133163"/>
            <a:ext cx="1285875" cy="504946"/>
          </a:xfrm>
          <a:prstGeom prst="rect">
            <a:avLst/>
          </a:prstGeom>
        </p:spPr>
        <p:txBody>
          <a:bodyPr wrap="square" lIns="0" tIns="0" rIns="0" bIns="0" rtlCol="0" anchor="t">
            <a:spAutoFit/>
          </a:bodyPr>
          <a:lstStyle/>
          <a:p>
            <a:pPr algn="l">
              <a:lnSpc>
                <a:spcPts val="4446"/>
              </a:lnSpc>
            </a:pPr>
            <a:r>
              <a:rPr lang="en-US" sz="2800" b="1" spc="-35" dirty="0">
                <a:solidFill>
                  <a:srgbClr val="0C355D"/>
                </a:solidFill>
                <a:latin typeface="TT Interphases Bold"/>
                <a:ea typeface="TT Interphases Bold"/>
                <a:cs typeface="TT Interphases Bold"/>
                <a:sym typeface="TT Interphases Bold"/>
              </a:rPr>
              <a:t>Market</a:t>
            </a:r>
          </a:p>
        </p:txBody>
      </p:sp>
      <p:sp>
        <p:nvSpPr>
          <p:cNvPr id="6" name="TextBox 18">
            <a:extLst>
              <a:ext uri="{FF2B5EF4-FFF2-40B4-BE49-F238E27FC236}">
                <a16:creationId xmlns:a16="http://schemas.microsoft.com/office/drawing/2014/main" id="{EF3E35E7-3B0B-60D2-603A-C05E625EA998}"/>
              </a:ext>
            </a:extLst>
          </p:cNvPr>
          <p:cNvSpPr txBox="1"/>
          <p:nvPr/>
        </p:nvSpPr>
        <p:spPr>
          <a:xfrm>
            <a:off x="1863090" y="2638109"/>
            <a:ext cx="4486910" cy="422616"/>
          </a:xfrm>
          <a:prstGeom prst="rect">
            <a:avLst/>
          </a:prstGeom>
        </p:spPr>
        <p:txBody>
          <a:bodyPr wrap="square" lIns="0" tIns="0" rIns="0" bIns="0" rtlCol="0" anchor="t">
            <a:spAutoFit/>
          </a:bodyPr>
          <a:lstStyle/>
          <a:p>
            <a:pPr algn="l">
              <a:lnSpc>
                <a:spcPts val="3811"/>
              </a:lnSpc>
            </a:pPr>
            <a:r>
              <a:rPr lang="en-US" sz="2000" spc="-30" dirty="0">
                <a:solidFill>
                  <a:srgbClr val="0C355D"/>
                </a:solidFill>
                <a:latin typeface="Berlin Sans FB" panose="020E0602020502020306" pitchFamily="34" charset="0"/>
                <a:ea typeface="TT Interphases"/>
                <a:cs typeface="TT Interphases"/>
                <a:sym typeface="TT Interphases"/>
              </a:rPr>
              <a:t>Egypt has over 15 million children under 14</a:t>
            </a:r>
          </a:p>
        </p:txBody>
      </p:sp>
      <p:sp>
        <p:nvSpPr>
          <p:cNvPr id="8" name="TextBox 15">
            <a:extLst>
              <a:ext uri="{FF2B5EF4-FFF2-40B4-BE49-F238E27FC236}">
                <a16:creationId xmlns:a16="http://schemas.microsoft.com/office/drawing/2014/main" id="{441EC2D1-46C6-7D2C-F678-EDD9237DCBA3}"/>
              </a:ext>
            </a:extLst>
          </p:cNvPr>
          <p:cNvSpPr txBox="1"/>
          <p:nvPr/>
        </p:nvSpPr>
        <p:spPr>
          <a:xfrm>
            <a:off x="1423987" y="3429000"/>
            <a:ext cx="6011597" cy="504946"/>
          </a:xfrm>
          <a:prstGeom prst="rect">
            <a:avLst/>
          </a:prstGeom>
        </p:spPr>
        <p:txBody>
          <a:bodyPr lIns="0" tIns="0" rIns="0" bIns="0" rtlCol="0" anchor="t">
            <a:spAutoFit/>
          </a:bodyPr>
          <a:lstStyle/>
          <a:p>
            <a:pPr algn="l">
              <a:lnSpc>
                <a:spcPts val="4446"/>
              </a:lnSpc>
            </a:pPr>
            <a:r>
              <a:rPr lang="en-US" sz="2800" spc="-35" dirty="0">
                <a:solidFill>
                  <a:srgbClr val="0C355D"/>
                </a:solidFill>
                <a:latin typeface="Berlin Sans FB" panose="020E0602020502020306" pitchFamily="34" charset="0"/>
                <a:ea typeface="TT Interphases Bold"/>
                <a:cs typeface="TT Interphases Bold"/>
                <a:sym typeface="TT Interphases Bold"/>
              </a:rPr>
              <a:t>Lack of Suitable Alternatives</a:t>
            </a:r>
          </a:p>
        </p:txBody>
      </p:sp>
      <p:sp>
        <p:nvSpPr>
          <p:cNvPr id="9" name="TextBox 17">
            <a:extLst>
              <a:ext uri="{FF2B5EF4-FFF2-40B4-BE49-F238E27FC236}">
                <a16:creationId xmlns:a16="http://schemas.microsoft.com/office/drawing/2014/main" id="{3B76EDDA-57CC-9785-9E54-B5CC65083638}"/>
              </a:ext>
            </a:extLst>
          </p:cNvPr>
          <p:cNvSpPr txBox="1"/>
          <p:nvPr/>
        </p:nvSpPr>
        <p:spPr>
          <a:xfrm>
            <a:off x="1863090" y="4098728"/>
            <a:ext cx="6011597" cy="2462213"/>
          </a:xfrm>
          <a:prstGeom prst="rect">
            <a:avLst/>
          </a:prstGeom>
        </p:spPr>
        <p:txBody>
          <a:bodyPr lIns="0" tIns="0" rIns="0" bIns="0" rtlCol="0" anchor="t">
            <a:spAutoFit/>
          </a:bodyPr>
          <a:lstStyle/>
          <a:p>
            <a:pPr algn="l"/>
            <a:r>
              <a:rPr lang="en-US" sz="2000" spc="-30" dirty="0">
                <a:solidFill>
                  <a:srgbClr val="0C355D"/>
                </a:solidFill>
                <a:latin typeface="Berlin Sans FB" panose="020E0602020502020306" pitchFamily="34" charset="0"/>
                <a:ea typeface="TT Interphases"/>
                <a:cs typeface="TT Interphases"/>
                <a:sym typeface="TT Interphases"/>
              </a:rPr>
              <a:t>There is currently no product available in the Egyptian market that combines:</a:t>
            </a:r>
          </a:p>
          <a:p>
            <a:pPr algn="l"/>
            <a:endParaRPr lang="en-US" sz="2000" spc="-30" dirty="0">
              <a:solidFill>
                <a:srgbClr val="0C355D"/>
              </a:solidFill>
              <a:latin typeface="Berlin Sans FB" panose="020E0602020502020306" pitchFamily="34" charset="0"/>
              <a:ea typeface="TT Interphases"/>
              <a:cs typeface="TT Interphases"/>
              <a:sym typeface="TT Interphases"/>
            </a:endParaRPr>
          </a:p>
          <a:p>
            <a:pPr algn="l"/>
            <a:r>
              <a:rPr lang="en-US" sz="2000" spc="-30" dirty="0">
                <a:solidFill>
                  <a:srgbClr val="0C355D"/>
                </a:solidFill>
                <a:latin typeface="Berlin Sans FB" panose="020E0602020502020306" pitchFamily="34" charset="0"/>
                <a:ea typeface="TT Interphases"/>
                <a:cs typeface="TT Interphases"/>
                <a:sym typeface="TT Interphases"/>
              </a:rPr>
              <a:t>Real health monitoring + GPS tracking + real-time notifications for the mother.</a:t>
            </a:r>
          </a:p>
          <a:p>
            <a:pPr algn="l"/>
            <a:endParaRPr lang="en-US" sz="2000" spc="-30" dirty="0">
              <a:solidFill>
                <a:srgbClr val="0C355D"/>
              </a:solidFill>
              <a:latin typeface="Berlin Sans FB" panose="020E0602020502020306" pitchFamily="34" charset="0"/>
              <a:ea typeface="TT Interphases"/>
              <a:cs typeface="TT Interphases"/>
              <a:sym typeface="TT Interphases"/>
            </a:endParaRPr>
          </a:p>
          <a:p>
            <a:pPr algn="l"/>
            <a:r>
              <a:rPr lang="en-US" sz="2000" spc="-30" dirty="0">
                <a:solidFill>
                  <a:srgbClr val="0C355D"/>
                </a:solidFill>
                <a:latin typeface="Berlin Sans FB" panose="020E0602020502020306" pitchFamily="34" charset="0"/>
                <a:ea typeface="TT Interphases"/>
                <a:cs typeface="TT Interphases"/>
                <a:sym typeface="TT Interphases"/>
              </a:rPr>
              <a:t>Most available are GPS watches or health apps for adults only.</a:t>
            </a:r>
          </a:p>
        </p:txBody>
      </p:sp>
    </p:spTree>
    <p:extLst>
      <p:ext uri="{BB962C8B-B14F-4D97-AF65-F5344CB8AC3E}">
        <p14:creationId xmlns:p14="http://schemas.microsoft.com/office/powerpoint/2010/main" val="243830650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11D5F-0BC6-FB4B-6A61-04AB3F4B7B96}"/>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7AF9D7C2-62B3-2DEE-FC9B-0DDAE731E8D7}"/>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Marketing</a:t>
            </a:r>
          </a:p>
        </p:txBody>
      </p:sp>
    </p:spTree>
    <p:extLst>
      <p:ext uri="{BB962C8B-B14F-4D97-AF65-F5344CB8AC3E}">
        <p14:creationId xmlns:p14="http://schemas.microsoft.com/office/powerpoint/2010/main" val="1740083478"/>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E4C3-7322-C210-7283-F33DC895A5F9}"/>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7C683AB2-DAAD-7CAB-D969-755D7F093AB9}"/>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A2C0CEB-D188-87F1-FAFA-FABB766F4F5F}"/>
              </a:ext>
            </a:extLst>
          </p:cNvPr>
          <p:cNvSpPr txBox="1"/>
          <p:nvPr/>
        </p:nvSpPr>
        <p:spPr>
          <a:xfrm>
            <a:off x="7601724" y="2920465"/>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Marketing</a:t>
            </a:r>
          </a:p>
        </p:txBody>
      </p:sp>
      <p:sp>
        <p:nvSpPr>
          <p:cNvPr id="6" name="TextBox 5">
            <a:extLst>
              <a:ext uri="{FF2B5EF4-FFF2-40B4-BE49-F238E27FC236}">
                <a16:creationId xmlns:a16="http://schemas.microsoft.com/office/drawing/2014/main" id="{98DD4582-2DD2-F7F1-B0E4-39D69C1460FB}"/>
              </a:ext>
            </a:extLst>
          </p:cNvPr>
          <p:cNvSpPr txBox="1"/>
          <p:nvPr/>
        </p:nvSpPr>
        <p:spPr>
          <a:xfrm>
            <a:off x="7601722" y="11585982"/>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Future Work</a:t>
            </a:r>
          </a:p>
        </p:txBody>
      </p:sp>
      <p:pic>
        <p:nvPicPr>
          <p:cNvPr id="3" name="Picture 2" descr="A blue and white logo&#10;&#10;AI-generated content may be incorrect.">
            <a:extLst>
              <a:ext uri="{FF2B5EF4-FFF2-40B4-BE49-F238E27FC236}">
                <a16:creationId xmlns:a16="http://schemas.microsoft.com/office/drawing/2014/main" id="{1BB6A2CA-FE72-36ED-4292-1B92371AC7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06C10DCF-E08A-2B9F-372E-BA893D678753}"/>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8BA6B3B4-DEA8-A816-B31C-178A55202CD1}"/>
              </a:ext>
            </a:extLst>
          </p:cNvPr>
          <p:cNvGrpSpPr/>
          <p:nvPr/>
        </p:nvGrpSpPr>
        <p:grpSpPr>
          <a:xfrm rot="10800000">
            <a:off x="-7315200" y="-3867265"/>
            <a:ext cx="14630400" cy="14630400"/>
            <a:chOff x="-1000432" y="-7315200"/>
            <a:chExt cx="14630400" cy="14630400"/>
          </a:xfrm>
        </p:grpSpPr>
        <p:sp>
          <p:nvSpPr>
            <p:cNvPr id="13" name="Oval 12">
              <a:extLst>
                <a:ext uri="{FF2B5EF4-FFF2-40B4-BE49-F238E27FC236}">
                  <a16:creationId xmlns:a16="http://schemas.microsoft.com/office/drawing/2014/main" id="{52538A73-334E-9EF7-1AF0-EFF9279CA17C}"/>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F00AB69A-1A41-7F45-C100-8872BC163781}"/>
                </a:ext>
              </a:extLst>
            </p:cNvPr>
            <p:cNvSpPr>
              <a:spLocks noChangeAspect="1"/>
            </p:cNvSpPr>
            <p:nvPr/>
          </p:nvSpPr>
          <p:spPr>
            <a:xfrm>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EC0DF74F-F24D-8452-CA0A-F8DC258FE631}"/>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73603B23-E01D-FB6E-E580-B5B1486AD8D4}"/>
                </a:ext>
              </a:extLst>
            </p:cNvPr>
            <p:cNvSpPr>
              <a:spLocks noChangeAspect="1"/>
            </p:cNvSpPr>
            <p:nvPr/>
          </p:nvSpPr>
          <p:spPr>
            <a:xfrm>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125AEFE0-96D0-C4EC-B557-45854EA5EEAE}"/>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32C9AC07-071D-7F65-371C-E49F7B76BC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E14CDFAD-3A56-DD36-17BA-3580FED7398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08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09F2076E-4616-FD60-CACD-D55BD933268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08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55665D54-A0FF-2737-E4D0-DCF61BC75BB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0800000">
              <a:off x="5857568" y="6172200"/>
              <a:ext cx="914400" cy="914400"/>
            </a:xfrm>
            <a:prstGeom prst="rect">
              <a:avLst/>
            </a:prstGeom>
          </p:spPr>
        </p:pic>
      </p:grpSp>
    </p:spTree>
    <p:extLst>
      <p:ext uri="{BB962C8B-B14F-4D97-AF65-F5344CB8AC3E}">
        <p14:creationId xmlns:p14="http://schemas.microsoft.com/office/powerpoint/2010/main" val="1676278526"/>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FE740-F8EF-C9B5-0377-825E365B3C74}"/>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7896AA5F-75AB-A13B-3B18-8DE2E3A59677}"/>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5B67A10-4A44-2FBE-892D-FE5F2347681D}"/>
              </a:ext>
            </a:extLst>
          </p:cNvPr>
          <p:cNvSpPr txBox="1"/>
          <p:nvPr/>
        </p:nvSpPr>
        <p:spPr>
          <a:xfrm>
            <a:off x="7601723" y="-1740891"/>
            <a:ext cx="4494245" cy="584775"/>
          </a:xfrm>
          <a:prstGeom prst="rect">
            <a:avLst/>
          </a:prstGeom>
          <a:noFill/>
        </p:spPr>
        <p:txBody>
          <a:bodyPr wrap="square" rtlCol="0">
            <a:spAutoFit/>
          </a:bodyPr>
          <a:lstStyle/>
          <a:p>
            <a:pPr algn="ctr"/>
            <a:r>
              <a:rPr lang="en-US" sz="3200" dirty="0">
                <a:solidFill>
                  <a:srgbClr val="0C355D"/>
                </a:solidFill>
                <a:latin typeface="Berlin Sans FB" panose="020E0602020502020306" pitchFamily="34" charset="0"/>
              </a:rPr>
              <a:t>Marketing</a:t>
            </a:r>
          </a:p>
        </p:txBody>
      </p:sp>
      <p:sp>
        <p:nvSpPr>
          <p:cNvPr id="5" name="TextBox 4">
            <a:extLst>
              <a:ext uri="{FF2B5EF4-FFF2-40B4-BE49-F238E27FC236}">
                <a16:creationId xmlns:a16="http://schemas.microsoft.com/office/drawing/2014/main" id="{5A98DF45-E4D0-A84F-9E83-DCA903008854}"/>
              </a:ext>
            </a:extLst>
          </p:cNvPr>
          <p:cNvSpPr txBox="1"/>
          <p:nvPr/>
        </p:nvSpPr>
        <p:spPr>
          <a:xfrm>
            <a:off x="7601723"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Future Work</a:t>
            </a:r>
          </a:p>
        </p:txBody>
      </p:sp>
      <p:pic>
        <p:nvPicPr>
          <p:cNvPr id="2" name="Picture 1" descr="A blue and white logo&#10;&#10;AI-generated content may be incorrect.">
            <a:extLst>
              <a:ext uri="{FF2B5EF4-FFF2-40B4-BE49-F238E27FC236}">
                <a16:creationId xmlns:a16="http://schemas.microsoft.com/office/drawing/2014/main" id="{1A49304A-9469-DACB-2867-2AD084AF6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06BFA82F-3ABF-D530-3252-ED394EA0F55E}"/>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35C1B5D7-941D-E763-867E-18C5119FC74E}"/>
              </a:ext>
            </a:extLst>
          </p:cNvPr>
          <p:cNvGrpSpPr/>
          <p:nvPr/>
        </p:nvGrpSpPr>
        <p:grpSpPr>
          <a:xfrm rot="5400000">
            <a:off x="-7315200" y="-3867265"/>
            <a:ext cx="14630400" cy="14630400"/>
            <a:chOff x="-1000432" y="-7315200"/>
            <a:chExt cx="14630400" cy="14630400"/>
          </a:xfrm>
        </p:grpSpPr>
        <p:sp>
          <p:nvSpPr>
            <p:cNvPr id="13" name="Oval 12">
              <a:extLst>
                <a:ext uri="{FF2B5EF4-FFF2-40B4-BE49-F238E27FC236}">
                  <a16:creationId xmlns:a16="http://schemas.microsoft.com/office/drawing/2014/main" id="{EC7E2373-35F8-5349-72EC-85616783A46B}"/>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1F40B913-DC7E-37F1-4D54-546128059685}"/>
                </a:ext>
              </a:extLst>
            </p:cNvPr>
            <p:cNvSpPr>
              <a:spLocks noChangeAspect="1"/>
            </p:cNvSpPr>
            <p:nvPr/>
          </p:nvSpPr>
          <p:spPr>
            <a:xfrm rot="16200000">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DDE64FB-5D60-8A9C-9A83-640F3DC35759}"/>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2324981A-53A2-C2B9-C6BF-3360BAFFED8E}"/>
                </a:ext>
              </a:extLst>
            </p:cNvPr>
            <p:cNvSpPr>
              <a:spLocks noChangeAspect="1"/>
            </p:cNvSpPr>
            <p:nvPr/>
          </p:nvSpPr>
          <p:spPr>
            <a:xfrm rot="16200000">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86B357B-1932-03E4-02A7-68708F742141}"/>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9211CA18-17AB-FD82-4F8C-63D3C0BECDF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43355C04-65CF-3CD4-7296-06088061887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62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C3E661C9-CBCE-9468-49CB-ED672992B8A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2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01AF4773-82C1-55F5-3A49-DA7828923FF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5857568" y="6172200"/>
              <a:ext cx="914400" cy="914400"/>
            </a:xfrm>
            <a:prstGeom prst="rect">
              <a:avLst/>
            </a:prstGeom>
          </p:spPr>
        </p:pic>
      </p:grpSp>
    </p:spTree>
    <p:extLst>
      <p:ext uri="{BB962C8B-B14F-4D97-AF65-F5344CB8AC3E}">
        <p14:creationId xmlns:p14="http://schemas.microsoft.com/office/powerpoint/2010/main" val="4021086935"/>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E52B5-0FFB-4B9D-B0E5-2B16EEBC85B5}"/>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DF141E7B-A018-7B8E-2369-057D08F09F7B}"/>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Future Work</a:t>
            </a:r>
          </a:p>
        </p:txBody>
      </p:sp>
    </p:spTree>
    <p:extLst>
      <p:ext uri="{BB962C8B-B14F-4D97-AF65-F5344CB8AC3E}">
        <p14:creationId xmlns:p14="http://schemas.microsoft.com/office/powerpoint/2010/main" val="17443963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46FEC-005D-1A17-6BDC-45D718B2358B}"/>
            </a:ext>
          </a:extLst>
        </p:cNvPr>
        <p:cNvGrpSpPr/>
        <p:nvPr/>
      </p:nvGrpSpPr>
      <p:grpSpPr>
        <a:xfrm>
          <a:off x="0" y="0"/>
          <a:ext cx="0" cy="0"/>
          <a:chOff x="0" y="0"/>
          <a:chExt cx="0" cy="0"/>
        </a:xfrm>
      </p:grpSpPr>
      <p:sp>
        <p:nvSpPr>
          <p:cNvPr id="16" name="Rectangle: Rounded Corners 15">
            <a:extLst>
              <a:ext uri="{FF2B5EF4-FFF2-40B4-BE49-F238E27FC236}">
                <a16:creationId xmlns:a16="http://schemas.microsoft.com/office/drawing/2014/main" id="{9635912E-D8CD-FA15-709A-937A59A7E22D}"/>
              </a:ext>
            </a:extLst>
          </p:cNvPr>
          <p:cNvSpPr/>
          <p:nvPr/>
        </p:nvSpPr>
        <p:spPr>
          <a:xfrm>
            <a:off x="8337550" y="1013511"/>
            <a:ext cx="3854450" cy="4446814"/>
          </a:xfrm>
          <a:prstGeom prst="roundRect">
            <a:avLst>
              <a:gd name="adj" fmla="val 1980"/>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0AFCCF-C101-A3FE-5524-24400C2B38CC}"/>
              </a:ext>
            </a:extLst>
          </p:cNvPr>
          <p:cNvSpPr txBox="1"/>
          <p:nvPr/>
        </p:nvSpPr>
        <p:spPr>
          <a:xfrm>
            <a:off x="777240" y="65454"/>
            <a:ext cx="2676525" cy="646331"/>
          </a:xfrm>
          <a:prstGeom prst="rect">
            <a:avLst/>
          </a:prstGeom>
          <a:noFill/>
        </p:spPr>
        <p:txBody>
          <a:bodyPr wrap="square" rtlCol="0">
            <a:spAutoFit/>
          </a:bodyPr>
          <a:lstStyle/>
          <a:p>
            <a:pPr algn="ctr"/>
            <a:r>
              <a:rPr lang="en-US" sz="3600" dirty="0">
                <a:solidFill>
                  <a:srgbClr val="0C355D"/>
                </a:solidFill>
                <a:latin typeface="Berlin Sans FB" panose="020E0602020502020306" pitchFamily="34" charset="0"/>
              </a:rPr>
              <a:t>Future Work</a:t>
            </a:r>
          </a:p>
        </p:txBody>
      </p:sp>
      <p:pic>
        <p:nvPicPr>
          <p:cNvPr id="3" name="Graphic 2" descr="List with solid fill">
            <a:extLst>
              <a:ext uri="{FF2B5EF4-FFF2-40B4-BE49-F238E27FC236}">
                <a16:creationId xmlns:a16="http://schemas.microsoft.com/office/drawing/2014/main" id="{22A4AEEF-E487-5F4C-E27C-9EB4EB285DA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0"/>
            <a:ext cx="777240" cy="777240"/>
          </a:xfrm>
          <a:prstGeom prst="rect">
            <a:avLst/>
          </a:prstGeom>
        </p:spPr>
      </p:pic>
      <p:sp>
        <p:nvSpPr>
          <p:cNvPr id="6" name="TextBox 5">
            <a:extLst>
              <a:ext uri="{FF2B5EF4-FFF2-40B4-BE49-F238E27FC236}">
                <a16:creationId xmlns:a16="http://schemas.microsoft.com/office/drawing/2014/main" id="{4B8DA43D-DAEE-B59F-B3E5-51F30022C71D}"/>
              </a:ext>
            </a:extLst>
          </p:cNvPr>
          <p:cNvSpPr txBox="1"/>
          <p:nvPr/>
        </p:nvSpPr>
        <p:spPr>
          <a:xfrm>
            <a:off x="100584" y="3429000"/>
            <a:ext cx="5271936" cy="2031325"/>
          </a:xfrm>
          <a:prstGeom prst="rect">
            <a:avLst/>
          </a:prstGeom>
          <a:noFill/>
        </p:spPr>
        <p:txBody>
          <a:bodyPr wrap="square">
            <a:spAutoFit/>
          </a:bodyPr>
          <a:lstStyle/>
          <a:p>
            <a:pPr algn="r"/>
            <a:r>
              <a:rPr lang="en-US" dirty="0">
                <a:solidFill>
                  <a:srgbClr val="0C355D"/>
                </a:solidFill>
                <a:latin typeface="Berlin Sans FB" panose="020E0602020502020306" pitchFamily="34" charset="0"/>
              </a:rPr>
              <a:t>CNN-Based Models for Medical Imaging In the future, we aim to develop Convolutional Neural Network (CNN)-based models that utilize medical images as input to accurately diagnose patients. These models will be trained on large datasets of medical imaging to identify patterns and anomalies that support clinical decision-making.</a:t>
            </a:r>
          </a:p>
        </p:txBody>
      </p:sp>
      <p:sp>
        <p:nvSpPr>
          <p:cNvPr id="8" name="TextBox 7">
            <a:extLst>
              <a:ext uri="{FF2B5EF4-FFF2-40B4-BE49-F238E27FC236}">
                <a16:creationId xmlns:a16="http://schemas.microsoft.com/office/drawing/2014/main" id="{6160F84F-C6BE-12E4-D53F-DC5298C5A865}"/>
              </a:ext>
            </a:extLst>
          </p:cNvPr>
          <p:cNvSpPr txBox="1"/>
          <p:nvPr/>
        </p:nvSpPr>
        <p:spPr>
          <a:xfrm>
            <a:off x="4883150" y="2597990"/>
            <a:ext cx="741387" cy="830997"/>
          </a:xfrm>
          <a:prstGeom prst="rect">
            <a:avLst/>
          </a:prstGeom>
          <a:noFill/>
        </p:spPr>
        <p:txBody>
          <a:bodyPr wrap="square">
            <a:spAutoFit/>
          </a:bodyPr>
          <a:lstStyle/>
          <a:p>
            <a:pPr algn="r"/>
            <a:r>
              <a:rPr lang="en-US" sz="4800" dirty="0">
                <a:solidFill>
                  <a:srgbClr val="0C355D"/>
                </a:solidFill>
                <a:latin typeface="Berlin Sans FB" panose="020E0602020502020306" pitchFamily="34" charset="0"/>
              </a:rPr>
              <a:t>AI </a:t>
            </a:r>
          </a:p>
        </p:txBody>
      </p:sp>
      <p:cxnSp>
        <p:nvCxnSpPr>
          <p:cNvPr id="14" name="Straight Connector 13">
            <a:extLst>
              <a:ext uri="{FF2B5EF4-FFF2-40B4-BE49-F238E27FC236}">
                <a16:creationId xmlns:a16="http://schemas.microsoft.com/office/drawing/2014/main" id="{20F864F8-EEAD-91BC-E776-F0F31F490DBE}"/>
              </a:ext>
            </a:extLst>
          </p:cNvPr>
          <p:cNvCxnSpPr>
            <a:cxnSpLocks/>
          </p:cNvCxnSpPr>
          <p:nvPr/>
        </p:nvCxnSpPr>
        <p:spPr>
          <a:xfrm>
            <a:off x="0" y="780359"/>
            <a:ext cx="2066925" cy="0"/>
          </a:xfrm>
          <a:prstGeom prst="line">
            <a:avLst/>
          </a:prstGeom>
          <a:ln w="38100" cmpd="sng">
            <a:solidFill>
              <a:srgbClr val="0C355D"/>
            </a:solidFill>
          </a:ln>
        </p:spPr>
        <p:style>
          <a:lnRef idx="2">
            <a:schemeClr val="accent1"/>
          </a:lnRef>
          <a:fillRef idx="0">
            <a:schemeClr val="accent1"/>
          </a:fillRef>
          <a:effectRef idx="1">
            <a:schemeClr val="accent1"/>
          </a:effectRef>
          <a:fontRef idx="minor">
            <a:schemeClr val="tx1"/>
          </a:fontRef>
        </p:style>
      </p:cxnSp>
      <p:pic>
        <p:nvPicPr>
          <p:cNvPr id="15" name="Picture 14" descr="A computer monitor with a black background&#10;&#10;AI-generated content may be incorrect.">
            <a:extLst>
              <a:ext uri="{FF2B5EF4-FFF2-40B4-BE49-F238E27FC236}">
                <a16:creationId xmlns:a16="http://schemas.microsoft.com/office/drawing/2014/main" id="{CBC95230-50DD-0878-7924-F18D277D13A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365999" y="-960438"/>
            <a:ext cx="9652001" cy="9652001"/>
          </a:xfrm>
          <a:prstGeom prst="rect">
            <a:avLst/>
          </a:prstGeom>
        </p:spPr>
      </p:pic>
    </p:spTree>
    <p:extLst>
      <p:ext uri="{BB962C8B-B14F-4D97-AF65-F5344CB8AC3E}">
        <p14:creationId xmlns:p14="http://schemas.microsoft.com/office/powerpoint/2010/main" val="190638192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8DE23-D078-99A8-56C3-EAE3354A91B7}"/>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D8A4090A-9712-C53F-0E33-2CE2CCC17341}"/>
              </a:ext>
            </a:extLst>
          </p:cNvPr>
          <p:cNvSpPr/>
          <p:nvPr/>
        </p:nvSpPr>
        <p:spPr>
          <a:xfrm>
            <a:off x="0" y="1005568"/>
            <a:ext cx="3854450" cy="4446814"/>
          </a:xfrm>
          <a:prstGeom prst="roundRect">
            <a:avLst>
              <a:gd name="adj" fmla="val 1980"/>
            </a:avLst>
          </a:prstGeom>
          <a:blipFill>
            <a:blip r:embed="rId3"/>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mputer monitor with a black background&#10;&#10;AI-generated content may be incorrect.">
            <a:extLst>
              <a:ext uri="{FF2B5EF4-FFF2-40B4-BE49-F238E27FC236}">
                <a16:creationId xmlns:a16="http://schemas.microsoft.com/office/drawing/2014/main" id="{DB76290F-778B-F2B4-FB3A-C1EE271F0B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26002" y="-960438"/>
            <a:ext cx="9652001" cy="9652001"/>
          </a:xfrm>
          <a:prstGeom prst="rect">
            <a:avLst/>
          </a:prstGeom>
        </p:spPr>
      </p:pic>
      <p:sp>
        <p:nvSpPr>
          <p:cNvPr id="7" name="TextBox 6">
            <a:extLst>
              <a:ext uri="{FF2B5EF4-FFF2-40B4-BE49-F238E27FC236}">
                <a16:creationId xmlns:a16="http://schemas.microsoft.com/office/drawing/2014/main" id="{69F2EBE3-B4C8-584D-020D-780924AC3766}"/>
              </a:ext>
            </a:extLst>
          </p:cNvPr>
          <p:cNvSpPr txBox="1"/>
          <p:nvPr/>
        </p:nvSpPr>
        <p:spPr>
          <a:xfrm>
            <a:off x="6096000" y="2474178"/>
            <a:ext cx="3683000" cy="830997"/>
          </a:xfrm>
          <a:prstGeom prst="rect">
            <a:avLst/>
          </a:prstGeom>
          <a:noFill/>
        </p:spPr>
        <p:txBody>
          <a:bodyPr wrap="square">
            <a:spAutoFit/>
          </a:bodyPr>
          <a:lstStyle/>
          <a:p>
            <a:r>
              <a:rPr lang="en-US" sz="4800" dirty="0">
                <a:solidFill>
                  <a:srgbClr val="0C355D"/>
                </a:solidFill>
                <a:latin typeface="Berlin Sans FB" panose="020E0602020502020306" pitchFamily="34" charset="0"/>
              </a:rPr>
              <a:t>Development</a:t>
            </a:r>
          </a:p>
        </p:txBody>
      </p:sp>
      <p:sp>
        <p:nvSpPr>
          <p:cNvPr id="15" name="TextBox 14">
            <a:extLst>
              <a:ext uri="{FF2B5EF4-FFF2-40B4-BE49-F238E27FC236}">
                <a16:creationId xmlns:a16="http://schemas.microsoft.com/office/drawing/2014/main" id="{D34E27B0-4519-72DC-ADA5-C4A5FD4223ED}"/>
              </a:ext>
            </a:extLst>
          </p:cNvPr>
          <p:cNvSpPr txBox="1"/>
          <p:nvPr/>
        </p:nvSpPr>
        <p:spPr>
          <a:xfrm>
            <a:off x="6553200" y="3305175"/>
            <a:ext cx="5271936" cy="2308324"/>
          </a:xfrm>
          <a:prstGeom prst="rect">
            <a:avLst/>
          </a:prstGeom>
          <a:noFill/>
        </p:spPr>
        <p:txBody>
          <a:bodyPr wrap="square">
            <a:spAutoFit/>
          </a:bodyPr>
          <a:lstStyle/>
          <a:p>
            <a:pPr algn="just"/>
            <a:r>
              <a:rPr lang="en-US" dirty="0">
                <a:solidFill>
                  <a:srgbClr val="0C355D"/>
                </a:solidFill>
                <a:latin typeface="Berlin Sans FB" panose="020E0602020502020306" pitchFamily="34" charset="0"/>
              </a:rPr>
              <a:t>interactive developmental questionnaire based on the CDC’s “Learn the Signs. Act Early” milestones for children aged 2 months to 5 years. By answering simple, age-appropriate questions, parents can receive immediate feedback on whether their child’s behavioral, speech, and motor development aligns with expected norms or if further evaluation is recommended.</a:t>
            </a:r>
          </a:p>
        </p:txBody>
      </p:sp>
    </p:spTree>
    <p:extLst>
      <p:ext uri="{BB962C8B-B14F-4D97-AF65-F5344CB8AC3E}">
        <p14:creationId xmlns:p14="http://schemas.microsoft.com/office/powerpoint/2010/main" val="440572669"/>
      </p:ext>
    </p:extLst>
  </p:cSld>
  <p:clrMapOvr>
    <a:masterClrMapping/>
  </p:clrMapOvr>
  <p:transition spd="med">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0E0C0-F15E-0CF8-A807-952AC1E5526E}"/>
            </a:ext>
          </a:extLst>
        </p:cNvPr>
        <p:cNvGrpSpPr/>
        <p:nvPr/>
      </p:nvGrpSpPr>
      <p:grpSpPr>
        <a:xfrm>
          <a:off x="0" y="0"/>
          <a:ext cx="0" cy="0"/>
          <a:chOff x="0" y="0"/>
          <a:chExt cx="0" cy="0"/>
        </a:xfrm>
      </p:grpSpPr>
      <p:sp>
        <p:nvSpPr>
          <p:cNvPr id="70" name="TextBox 69">
            <a:extLst>
              <a:ext uri="{FF2B5EF4-FFF2-40B4-BE49-F238E27FC236}">
                <a16:creationId xmlns:a16="http://schemas.microsoft.com/office/drawing/2014/main" id="{9AE56177-363E-CB7C-6E7F-E60081F5944A}"/>
              </a:ext>
            </a:extLst>
          </p:cNvPr>
          <p:cNvSpPr txBox="1"/>
          <p:nvPr/>
        </p:nvSpPr>
        <p:spPr>
          <a:xfrm>
            <a:off x="-842426" y="2644170"/>
            <a:ext cx="13876852" cy="1569660"/>
          </a:xfrm>
          <a:prstGeom prst="rect">
            <a:avLst/>
          </a:prstGeom>
          <a:noFill/>
        </p:spPr>
        <p:txBody>
          <a:bodyPr wrap="square" rtlCol="0">
            <a:spAutoFit/>
          </a:bodyPr>
          <a:lstStyle/>
          <a:p>
            <a:pPr algn="ctr"/>
            <a:r>
              <a:rPr lang="en-US" sz="9600" dirty="0">
                <a:solidFill>
                  <a:srgbClr val="0C355D"/>
                </a:solidFill>
                <a:latin typeface="Berlin Sans FB" panose="020E0602020502020306" pitchFamily="34" charset="0"/>
              </a:rPr>
              <a:t>Future Work</a:t>
            </a:r>
          </a:p>
        </p:txBody>
      </p:sp>
    </p:spTree>
    <p:extLst>
      <p:ext uri="{BB962C8B-B14F-4D97-AF65-F5344CB8AC3E}">
        <p14:creationId xmlns:p14="http://schemas.microsoft.com/office/powerpoint/2010/main" val="1508756341"/>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5CF0-C705-EBDB-1FDC-54422A42F6C9}"/>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FCC7A084-59A2-C784-A017-B8920988E306}"/>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5BED106-06B4-9E6A-DCC9-294CA5F36617}"/>
              </a:ext>
            </a:extLst>
          </p:cNvPr>
          <p:cNvSpPr txBox="1"/>
          <p:nvPr/>
        </p:nvSpPr>
        <p:spPr>
          <a:xfrm>
            <a:off x="7601723" y="2940103"/>
            <a:ext cx="4494245" cy="1015663"/>
          </a:xfrm>
          <a:prstGeom prst="rect">
            <a:avLst/>
          </a:prstGeom>
          <a:noFill/>
        </p:spPr>
        <p:txBody>
          <a:bodyPr wrap="square" rtlCol="0">
            <a:spAutoFit/>
          </a:bodyPr>
          <a:lstStyle/>
          <a:p>
            <a:pPr algn="ctr"/>
            <a:r>
              <a:rPr lang="en-US" sz="6000" dirty="0">
                <a:solidFill>
                  <a:srgbClr val="0C355D"/>
                </a:solidFill>
                <a:latin typeface="Berlin Sans FB" panose="020E0602020502020306" pitchFamily="34" charset="0"/>
              </a:rPr>
              <a:t>Future Work</a:t>
            </a:r>
          </a:p>
        </p:txBody>
      </p:sp>
      <p:pic>
        <p:nvPicPr>
          <p:cNvPr id="2" name="Picture 1" descr="A blue and white logo&#10;&#10;AI-generated content may be incorrect.">
            <a:extLst>
              <a:ext uri="{FF2B5EF4-FFF2-40B4-BE49-F238E27FC236}">
                <a16:creationId xmlns:a16="http://schemas.microsoft.com/office/drawing/2014/main" id="{1E71EC14-D0B1-C3FB-5C5B-6C2FF5C3DC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3" name="Title 5">
            <a:extLst>
              <a:ext uri="{FF2B5EF4-FFF2-40B4-BE49-F238E27FC236}">
                <a16:creationId xmlns:a16="http://schemas.microsoft.com/office/drawing/2014/main" id="{19866429-C4FC-F66B-13F2-605BFF886C21}"/>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B93B45F5-64B6-90DF-25AF-1D301B3D159A}"/>
              </a:ext>
            </a:extLst>
          </p:cNvPr>
          <p:cNvGrpSpPr/>
          <p:nvPr/>
        </p:nvGrpSpPr>
        <p:grpSpPr>
          <a:xfrm rot="5400000">
            <a:off x="-7315200" y="-3867265"/>
            <a:ext cx="14630400" cy="14630400"/>
            <a:chOff x="-1000432" y="-7315200"/>
            <a:chExt cx="14630400" cy="14630400"/>
          </a:xfrm>
        </p:grpSpPr>
        <p:sp>
          <p:nvSpPr>
            <p:cNvPr id="13" name="Oval 12">
              <a:extLst>
                <a:ext uri="{FF2B5EF4-FFF2-40B4-BE49-F238E27FC236}">
                  <a16:creationId xmlns:a16="http://schemas.microsoft.com/office/drawing/2014/main" id="{8E024B9B-7BC2-4674-A9E3-16F35461741F}"/>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F88610ED-F31F-3A9F-ECD5-AEEDA7611EC0}"/>
                </a:ext>
              </a:extLst>
            </p:cNvPr>
            <p:cNvSpPr>
              <a:spLocks noChangeAspect="1"/>
            </p:cNvSpPr>
            <p:nvPr/>
          </p:nvSpPr>
          <p:spPr>
            <a:xfrm rot="16200000">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95C9757-4511-2069-2A27-A06D2689EC70}"/>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F015998B-3018-6FAA-3B4B-7B12FA8624B5}"/>
                </a:ext>
              </a:extLst>
            </p:cNvPr>
            <p:cNvSpPr>
              <a:spLocks noChangeAspect="1"/>
            </p:cNvSpPr>
            <p:nvPr/>
          </p:nvSpPr>
          <p:spPr>
            <a:xfrm rot="16200000">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4BB75DDE-DA2F-2D52-CF4C-2C84D49EA247}"/>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191E8B5B-8109-C17F-99E4-B9A2B4CF60D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62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482E5ADF-C146-B201-7D98-30A1399543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62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1B2EB19C-C0DD-5B72-6C9A-FAF1EE128C3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62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4B10686E-B440-0382-D8A8-62126DA02759}"/>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5857568" y="6172200"/>
              <a:ext cx="914400" cy="914400"/>
            </a:xfrm>
            <a:prstGeom prst="rect">
              <a:avLst/>
            </a:prstGeom>
          </p:spPr>
        </p:pic>
      </p:grpSp>
    </p:spTree>
    <p:extLst>
      <p:ext uri="{BB962C8B-B14F-4D97-AF65-F5344CB8AC3E}">
        <p14:creationId xmlns:p14="http://schemas.microsoft.com/office/powerpoint/2010/main" val="1868831160"/>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E2E2E2"/>
        </a:solidFill>
        <a:effectLst/>
      </p:bgPr>
    </p:bg>
    <p:spTree>
      <p:nvGrpSpPr>
        <p:cNvPr id="1" name="">
          <a:extLst>
            <a:ext uri="{FF2B5EF4-FFF2-40B4-BE49-F238E27FC236}">
              <a16:creationId xmlns:a16="http://schemas.microsoft.com/office/drawing/2014/main" id="{D118A889-A146-27B7-64C2-03804F45F1FB}"/>
            </a:ext>
          </a:extLst>
        </p:cNvPr>
        <p:cNvGrpSpPr/>
        <p:nvPr/>
      </p:nvGrpSpPr>
      <p:grpSpPr>
        <a:xfrm>
          <a:off x="0" y="0"/>
          <a:ext cx="0" cy="0"/>
          <a:chOff x="0" y="0"/>
          <a:chExt cx="0" cy="0"/>
        </a:xfrm>
      </p:grpSpPr>
      <p:sp>
        <p:nvSpPr>
          <p:cNvPr id="76" name="Oval 75">
            <a:extLst>
              <a:ext uri="{FF2B5EF4-FFF2-40B4-BE49-F238E27FC236}">
                <a16:creationId xmlns:a16="http://schemas.microsoft.com/office/drawing/2014/main" id="{00092FA9-74AD-828A-64D1-6AB46087FF6E}"/>
              </a:ext>
            </a:extLst>
          </p:cNvPr>
          <p:cNvSpPr/>
          <p:nvPr/>
        </p:nvSpPr>
        <p:spPr>
          <a:xfrm>
            <a:off x="-4627800" y="-1971001"/>
            <a:ext cx="10800000" cy="10800000"/>
          </a:xfrm>
          <a:prstGeom prst="ellipse">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1C55BC4C-EA81-07EA-1D28-1A3A08E5C51C}"/>
              </a:ext>
            </a:extLst>
          </p:cNvPr>
          <p:cNvSpPr txBox="1"/>
          <p:nvPr/>
        </p:nvSpPr>
        <p:spPr>
          <a:xfrm>
            <a:off x="7601723" y="-1958603"/>
            <a:ext cx="4494245" cy="584775"/>
          </a:xfrm>
          <a:prstGeom prst="rect">
            <a:avLst/>
          </a:prstGeom>
          <a:noFill/>
        </p:spPr>
        <p:txBody>
          <a:bodyPr wrap="square" rtlCol="0">
            <a:spAutoFit/>
          </a:bodyPr>
          <a:lstStyle/>
          <a:p>
            <a:pPr algn="ctr"/>
            <a:r>
              <a:rPr lang="en-US" sz="3200" dirty="0">
                <a:solidFill>
                  <a:srgbClr val="0C355D"/>
                </a:solidFill>
              </a:rPr>
              <a:t>Future Work</a:t>
            </a:r>
          </a:p>
        </p:txBody>
      </p:sp>
      <p:pic>
        <p:nvPicPr>
          <p:cNvPr id="3" name="Picture 2" descr="A blue and white logo&#10;&#10;AI-generated content may be incorrect.">
            <a:extLst>
              <a:ext uri="{FF2B5EF4-FFF2-40B4-BE49-F238E27FC236}">
                <a16:creationId xmlns:a16="http://schemas.microsoft.com/office/drawing/2014/main" id="{64826449-8025-2EF8-8A50-C81FFA1932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476" y="935418"/>
            <a:ext cx="3078865" cy="3053418"/>
          </a:xfrm>
          <a:prstGeom prst="rect">
            <a:avLst/>
          </a:prstGeom>
        </p:spPr>
      </p:pic>
      <p:sp>
        <p:nvSpPr>
          <p:cNvPr id="4" name="Title 5">
            <a:extLst>
              <a:ext uri="{FF2B5EF4-FFF2-40B4-BE49-F238E27FC236}">
                <a16:creationId xmlns:a16="http://schemas.microsoft.com/office/drawing/2014/main" id="{20C03DB6-07B4-F736-C55E-E56B3501B334}"/>
              </a:ext>
            </a:extLst>
          </p:cNvPr>
          <p:cNvSpPr txBox="1">
            <a:spLocks/>
          </p:cNvSpPr>
          <p:nvPr/>
        </p:nvSpPr>
        <p:spPr>
          <a:xfrm>
            <a:off x="502727" y="3690610"/>
            <a:ext cx="3586361" cy="144363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800" dirty="0">
                <a:solidFill>
                  <a:srgbClr val="0C355D"/>
                </a:solidFill>
                <a:latin typeface="Berlin Sans FB" panose="020E0602020502020306" pitchFamily="34" charset="0"/>
              </a:rPr>
              <a:t>SIGMA</a:t>
            </a:r>
          </a:p>
        </p:txBody>
      </p:sp>
      <p:grpSp>
        <p:nvGrpSpPr>
          <p:cNvPr id="12" name="Group 11">
            <a:extLst>
              <a:ext uri="{FF2B5EF4-FFF2-40B4-BE49-F238E27FC236}">
                <a16:creationId xmlns:a16="http://schemas.microsoft.com/office/drawing/2014/main" id="{906544DF-BE11-4101-A87E-A927C5535D6D}"/>
              </a:ext>
            </a:extLst>
          </p:cNvPr>
          <p:cNvGrpSpPr/>
          <p:nvPr/>
        </p:nvGrpSpPr>
        <p:grpSpPr>
          <a:xfrm rot="2700000">
            <a:off x="-7315200" y="-3867265"/>
            <a:ext cx="14630400" cy="14630400"/>
            <a:chOff x="-1000432" y="-7315200"/>
            <a:chExt cx="14630400" cy="14630400"/>
          </a:xfrm>
        </p:grpSpPr>
        <p:sp>
          <p:nvSpPr>
            <p:cNvPr id="13" name="Oval 12">
              <a:extLst>
                <a:ext uri="{FF2B5EF4-FFF2-40B4-BE49-F238E27FC236}">
                  <a16:creationId xmlns:a16="http://schemas.microsoft.com/office/drawing/2014/main" id="{B2FDB063-8658-947E-C013-532E9E402E27}"/>
                </a:ext>
              </a:extLst>
            </p:cNvPr>
            <p:cNvSpPr/>
            <p:nvPr/>
          </p:nvSpPr>
          <p:spPr>
            <a:xfrm>
              <a:off x="-1000432" y="-7315200"/>
              <a:ext cx="14630400" cy="14630400"/>
            </a:xfrm>
            <a:prstGeom prst="ellipse">
              <a:avLst/>
            </a:prstGeom>
            <a:solidFill>
              <a:schemeClr val="bg1">
                <a:alpha val="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5DE5F271-D301-2845-67A7-14DD20C65493}"/>
                </a:ext>
              </a:extLst>
            </p:cNvPr>
            <p:cNvSpPr>
              <a:spLocks noChangeAspect="1"/>
            </p:cNvSpPr>
            <p:nvPr/>
          </p:nvSpPr>
          <p:spPr>
            <a:xfrm rot="16200000">
              <a:off x="12258368"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8FFBEF-1ADE-7E14-C9B3-8CBE5C4944F8}"/>
                </a:ext>
              </a:extLst>
            </p:cNvPr>
            <p:cNvSpPr>
              <a:spLocks noChangeAspect="1"/>
            </p:cNvSpPr>
            <p:nvPr/>
          </p:nvSpPr>
          <p:spPr>
            <a:xfrm>
              <a:off x="-1000432" y="-6858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9057F854-8A1A-8B23-B45E-E27CCF4EC94C}"/>
                </a:ext>
              </a:extLst>
            </p:cNvPr>
            <p:cNvSpPr>
              <a:spLocks noChangeAspect="1"/>
            </p:cNvSpPr>
            <p:nvPr/>
          </p:nvSpPr>
          <p:spPr>
            <a:xfrm rot="16200000">
              <a:off x="5628968" y="-73152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65B6AB4F-097A-1B44-E67D-AE16C34DBCA8}"/>
                </a:ext>
              </a:extLst>
            </p:cNvPr>
            <p:cNvSpPr>
              <a:spLocks noChangeAspect="1"/>
            </p:cNvSpPr>
            <p:nvPr/>
          </p:nvSpPr>
          <p:spPr>
            <a:xfrm>
              <a:off x="5628968" y="5943600"/>
              <a:ext cx="1371600" cy="1371600"/>
            </a:xfrm>
            <a:prstGeom prst="ellipse">
              <a:avLst/>
            </a:prstGeom>
            <a:solidFill>
              <a:srgbClr val="0C35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descr="Server with solid fill">
              <a:extLst>
                <a:ext uri="{FF2B5EF4-FFF2-40B4-BE49-F238E27FC236}">
                  <a16:creationId xmlns:a16="http://schemas.microsoft.com/office/drawing/2014/main" id="{F8AF34A0-2D3E-B7C6-3153-CAB868255C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8900000">
              <a:off x="12486968" y="-457200"/>
              <a:ext cx="914400" cy="914400"/>
            </a:xfrm>
            <a:prstGeom prst="rect">
              <a:avLst/>
            </a:prstGeom>
          </p:spPr>
        </p:pic>
        <p:pic>
          <p:nvPicPr>
            <p:cNvPr id="19" name="Graphic 18" descr="Marketing with solid fill">
              <a:extLst>
                <a:ext uri="{FF2B5EF4-FFF2-40B4-BE49-F238E27FC236}">
                  <a16:creationId xmlns:a16="http://schemas.microsoft.com/office/drawing/2014/main" id="{B0D592CD-32A5-496F-8167-C95BE9DC4E4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rot="18900000">
              <a:off x="-771832" y="-457200"/>
              <a:ext cx="914400" cy="914400"/>
            </a:xfrm>
            <a:prstGeom prst="rect">
              <a:avLst/>
            </a:prstGeom>
          </p:spPr>
        </p:pic>
        <p:pic>
          <p:nvPicPr>
            <p:cNvPr id="20" name="Graphic 19" descr="List with solid fill">
              <a:extLst>
                <a:ext uri="{FF2B5EF4-FFF2-40B4-BE49-F238E27FC236}">
                  <a16:creationId xmlns:a16="http://schemas.microsoft.com/office/drawing/2014/main" id="{1F60C8C2-E0D5-E2C8-53F3-91085AD33C2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rot="18900000">
              <a:off x="5857568" y="-7086600"/>
              <a:ext cx="914400" cy="914400"/>
            </a:xfrm>
            <a:prstGeom prst="rect">
              <a:avLst/>
            </a:prstGeom>
          </p:spPr>
        </p:pic>
        <p:pic>
          <p:nvPicPr>
            <p:cNvPr id="21" name="Graphic 20" descr="Robot with solid fill">
              <a:extLst>
                <a:ext uri="{FF2B5EF4-FFF2-40B4-BE49-F238E27FC236}">
                  <a16:creationId xmlns:a16="http://schemas.microsoft.com/office/drawing/2014/main" id="{CCE49186-042E-DAEB-ACC9-EBC17D8899E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8900000">
              <a:off x="5857568" y="6172200"/>
              <a:ext cx="914400" cy="914400"/>
            </a:xfrm>
            <a:prstGeom prst="rect">
              <a:avLst/>
            </a:prstGeom>
          </p:spPr>
        </p:pic>
      </p:grpSp>
    </p:spTree>
    <p:extLst>
      <p:ext uri="{BB962C8B-B14F-4D97-AF65-F5344CB8AC3E}">
        <p14:creationId xmlns:p14="http://schemas.microsoft.com/office/powerpoint/2010/main" val="528588303"/>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B41C-9185-D4EE-BF07-2305D019E9D3}"/>
            </a:ext>
          </a:extLst>
        </p:cNvPr>
        <p:cNvGrpSpPr/>
        <p:nvPr/>
      </p:nvGrpSpPr>
      <p:grpSpPr>
        <a:xfrm>
          <a:off x="0" y="0"/>
          <a:ext cx="0" cy="0"/>
          <a:chOff x="0" y="0"/>
          <a:chExt cx="0" cy="0"/>
        </a:xfrm>
      </p:grpSpPr>
      <p:pic>
        <p:nvPicPr>
          <p:cNvPr id="5" name="Picture 4" descr="A blue and white logo&#10;&#10;AI-generated content may be incorrect.">
            <a:extLst>
              <a:ext uri="{FF2B5EF4-FFF2-40B4-BE49-F238E27FC236}">
                <a16:creationId xmlns:a16="http://schemas.microsoft.com/office/drawing/2014/main" id="{A8DC7993-E315-54EA-3D8E-CC92C0B685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6745" y="1539165"/>
            <a:ext cx="4118509" cy="4084469"/>
          </a:xfrm>
          <a:prstGeom prst="rect">
            <a:avLst/>
          </a:prstGeom>
        </p:spPr>
      </p:pic>
    </p:spTree>
    <p:extLst>
      <p:ext uri="{BB962C8B-B14F-4D97-AF65-F5344CB8AC3E}">
        <p14:creationId xmlns:p14="http://schemas.microsoft.com/office/powerpoint/2010/main" val="1221458618"/>
      </p:ext>
    </p:extLst>
  </p:cSld>
  <p:clrMapOvr>
    <a:masterClrMapping/>
  </p:clrMapOvr>
  <mc:AlternateContent xmlns:mc="http://schemas.openxmlformats.org/markup-compatibility/2006" xmlns:p159="http://schemas.microsoft.com/office/powerpoint/2015/09/main">
    <mc:Choice Requires="p159">
      <p:transition spd="med" advTm="500">
        <p159:morph option="byObject"/>
      </p:transition>
    </mc:Choice>
    <mc:Fallback xmlns="">
      <p:transition spd="med" advTm="500">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75A38-34B8-E6A8-2AB8-46ACF82A0C42}"/>
            </a:ext>
          </a:extLst>
        </p:cNvPr>
        <p:cNvGrpSpPr/>
        <p:nvPr/>
      </p:nvGrpSpPr>
      <p:grpSpPr>
        <a:xfrm>
          <a:off x="0" y="0"/>
          <a:ext cx="0" cy="0"/>
          <a:chOff x="0" y="0"/>
          <a:chExt cx="0" cy="0"/>
        </a:xfrm>
      </p:grpSpPr>
      <p:pic>
        <p:nvPicPr>
          <p:cNvPr id="18" name="Picture 17" descr="A blue and black wavy background&#10;&#10;AI-generated content may be incorrect.">
            <a:extLst>
              <a:ext uri="{FF2B5EF4-FFF2-40B4-BE49-F238E27FC236}">
                <a16:creationId xmlns:a16="http://schemas.microsoft.com/office/drawing/2014/main" id="{C4D66CCA-180D-7DBF-2C17-F0E33C2DE6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Freeform: Shape 3">
            <a:extLst>
              <a:ext uri="{FF2B5EF4-FFF2-40B4-BE49-F238E27FC236}">
                <a16:creationId xmlns:a16="http://schemas.microsoft.com/office/drawing/2014/main" id="{026FBA2A-404C-862C-8F59-938CC16DED72}"/>
              </a:ext>
            </a:extLst>
          </p:cNvPr>
          <p:cNvSpPr/>
          <p:nvPr/>
        </p:nvSpPr>
        <p:spPr>
          <a:xfrm>
            <a:off x="0" y="0"/>
            <a:ext cx="12192000" cy="6858000"/>
          </a:xfrm>
          <a:custGeom>
            <a:avLst/>
            <a:gdLst/>
            <a:ahLst/>
            <a:cxnLst/>
            <a:rect l="l" t="t" r="r" b="b"/>
            <a:pathLst>
              <a:path w="12192000" h="6858000">
                <a:moveTo>
                  <a:pt x="9762388" y="5246087"/>
                </a:moveTo>
                <a:cubicBezTo>
                  <a:pt x="9861731" y="5246087"/>
                  <a:pt x="9943689" y="5283755"/>
                  <a:pt x="10008262" y="5359089"/>
                </a:cubicBezTo>
                <a:cubicBezTo>
                  <a:pt x="10070351" y="5430285"/>
                  <a:pt x="10101395" y="5516382"/>
                  <a:pt x="10101395" y="5617381"/>
                </a:cubicBezTo>
                <a:cubicBezTo>
                  <a:pt x="10101395" y="5716723"/>
                  <a:pt x="10070351" y="5802820"/>
                  <a:pt x="10008262" y="5875672"/>
                </a:cubicBezTo>
                <a:cubicBezTo>
                  <a:pt x="9942861" y="5952662"/>
                  <a:pt x="9860903" y="5991158"/>
                  <a:pt x="9762388" y="5991158"/>
                </a:cubicBezTo>
                <a:cubicBezTo>
                  <a:pt x="9664701" y="5991158"/>
                  <a:pt x="9582743" y="5952662"/>
                  <a:pt x="9516515" y="5875672"/>
                </a:cubicBezTo>
                <a:cubicBezTo>
                  <a:pt x="9453598" y="5802820"/>
                  <a:pt x="9422139" y="5716723"/>
                  <a:pt x="9422139" y="5617381"/>
                </a:cubicBezTo>
                <a:cubicBezTo>
                  <a:pt x="9422139" y="5516382"/>
                  <a:pt x="9453184" y="5429871"/>
                  <a:pt x="9515273" y="5357848"/>
                </a:cubicBezTo>
                <a:cubicBezTo>
                  <a:pt x="9580674" y="5283341"/>
                  <a:pt x="9663045" y="5246087"/>
                  <a:pt x="9762388" y="5246087"/>
                </a:cubicBezTo>
                <a:close/>
                <a:moveTo>
                  <a:pt x="10613229" y="5047401"/>
                </a:moveTo>
                <a:cubicBezTo>
                  <a:pt x="10593360" y="5047401"/>
                  <a:pt x="10579701" y="5063545"/>
                  <a:pt x="10572250" y="5095831"/>
                </a:cubicBezTo>
                <a:cubicBezTo>
                  <a:pt x="10541620" y="5229116"/>
                  <a:pt x="10526304" y="5391790"/>
                  <a:pt x="10526304" y="5583852"/>
                </a:cubicBezTo>
                <a:cubicBezTo>
                  <a:pt x="10526304" y="5796612"/>
                  <a:pt x="10544517" y="5943970"/>
                  <a:pt x="10580943" y="6025928"/>
                </a:cubicBezTo>
                <a:cubicBezTo>
                  <a:pt x="10639720" y="6158385"/>
                  <a:pt x="10760588" y="6224613"/>
                  <a:pt x="10943544" y="6224613"/>
                </a:cubicBezTo>
                <a:cubicBezTo>
                  <a:pt x="11078485" y="6224613"/>
                  <a:pt x="11215081" y="6164594"/>
                  <a:pt x="11353333" y="6044555"/>
                </a:cubicBezTo>
                <a:cubicBezTo>
                  <a:pt x="11361612" y="6037104"/>
                  <a:pt x="11367820" y="6033378"/>
                  <a:pt x="11371960" y="6033378"/>
                </a:cubicBezTo>
                <a:cubicBezTo>
                  <a:pt x="11379410" y="6033378"/>
                  <a:pt x="11384170" y="6064423"/>
                  <a:pt x="11386240" y="6126512"/>
                </a:cubicBezTo>
                <a:cubicBezTo>
                  <a:pt x="11388310" y="6188601"/>
                  <a:pt x="11394312" y="6219646"/>
                  <a:pt x="11404246" y="6219646"/>
                </a:cubicBezTo>
                <a:cubicBezTo>
                  <a:pt x="11565678" y="6219646"/>
                  <a:pt x="11649706" y="6218818"/>
                  <a:pt x="11656328" y="6217162"/>
                </a:cubicBezTo>
                <a:cubicBezTo>
                  <a:pt x="11672058" y="6212195"/>
                  <a:pt x="11679922" y="6201433"/>
                  <a:pt x="11679922" y="6184876"/>
                </a:cubicBezTo>
                <a:cubicBezTo>
                  <a:pt x="11679922" y="6124443"/>
                  <a:pt x="11678060" y="6033999"/>
                  <a:pt x="11674334" y="5913546"/>
                </a:cubicBezTo>
                <a:cubicBezTo>
                  <a:pt x="11670609" y="5793093"/>
                  <a:pt x="11668746" y="5702650"/>
                  <a:pt x="11668746" y="5642216"/>
                </a:cubicBezTo>
                <a:cubicBezTo>
                  <a:pt x="11668746" y="5580955"/>
                  <a:pt x="11671230" y="5489270"/>
                  <a:pt x="11676197" y="5367161"/>
                </a:cubicBezTo>
                <a:cubicBezTo>
                  <a:pt x="11681164" y="5245052"/>
                  <a:pt x="11683648" y="5153781"/>
                  <a:pt x="11683648" y="5093348"/>
                </a:cubicBezTo>
                <a:cubicBezTo>
                  <a:pt x="11683648" y="5064373"/>
                  <a:pt x="11671644" y="5049885"/>
                  <a:pt x="11647636" y="5049885"/>
                </a:cubicBezTo>
                <a:lnTo>
                  <a:pt x="11442742" y="5049885"/>
                </a:lnTo>
                <a:cubicBezTo>
                  <a:pt x="11408800" y="5049885"/>
                  <a:pt x="11391828" y="5070168"/>
                  <a:pt x="11391828" y="5110733"/>
                </a:cubicBezTo>
                <a:cubicBezTo>
                  <a:pt x="11391828" y="5485751"/>
                  <a:pt x="11389758" y="5704306"/>
                  <a:pt x="11385620" y="5766395"/>
                </a:cubicBezTo>
                <a:cubicBezTo>
                  <a:pt x="11383136" y="5816066"/>
                  <a:pt x="11344226" y="5867807"/>
                  <a:pt x="11268892" y="5921618"/>
                </a:cubicBezTo>
                <a:cubicBezTo>
                  <a:pt x="11197696" y="5972945"/>
                  <a:pt x="11136021" y="5998608"/>
                  <a:pt x="11083866" y="5998608"/>
                </a:cubicBezTo>
                <a:cubicBezTo>
                  <a:pt x="10961343" y="5998608"/>
                  <a:pt x="10882282" y="5953904"/>
                  <a:pt x="10846684" y="5864496"/>
                </a:cubicBezTo>
                <a:cubicBezTo>
                  <a:pt x="10825988" y="5814824"/>
                  <a:pt x="10815640" y="5717551"/>
                  <a:pt x="10815640" y="5572676"/>
                </a:cubicBezTo>
                <a:cubicBezTo>
                  <a:pt x="10815640" y="5513071"/>
                  <a:pt x="10816882" y="5458432"/>
                  <a:pt x="10819366" y="5408761"/>
                </a:cubicBezTo>
                <a:cubicBezTo>
                  <a:pt x="10820194" y="5375647"/>
                  <a:pt x="10826402" y="5318938"/>
                  <a:pt x="10837992" y="5238636"/>
                </a:cubicBezTo>
                <a:cubicBezTo>
                  <a:pt x="10848754" y="5163301"/>
                  <a:pt x="10854136" y="5109491"/>
                  <a:pt x="10854136" y="5077204"/>
                </a:cubicBezTo>
                <a:cubicBezTo>
                  <a:pt x="10854136" y="5058991"/>
                  <a:pt x="10845856" y="5049885"/>
                  <a:pt x="10829300" y="5049885"/>
                </a:cubicBezTo>
                <a:cubicBezTo>
                  <a:pt x="10805292" y="5049885"/>
                  <a:pt x="10769280" y="5049471"/>
                  <a:pt x="10721264" y="5048643"/>
                </a:cubicBezTo>
                <a:cubicBezTo>
                  <a:pt x="10673249" y="5047815"/>
                  <a:pt x="10637237" y="5047401"/>
                  <a:pt x="10613229" y="5047401"/>
                </a:cubicBezTo>
                <a:close/>
                <a:moveTo>
                  <a:pt x="9762388" y="4989038"/>
                </a:moveTo>
                <a:cubicBezTo>
                  <a:pt x="9591022" y="4989038"/>
                  <a:pt x="9446975" y="5051127"/>
                  <a:pt x="9330247" y="5175305"/>
                </a:cubicBezTo>
                <a:cubicBezTo>
                  <a:pt x="9216831" y="5297000"/>
                  <a:pt x="9160122" y="5444359"/>
                  <a:pt x="9160122" y="5617381"/>
                </a:cubicBezTo>
                <a:cubicBezTo>
                  <a:pt x="9160122" y="5790403"/>
                  <a:pt x="9216831" y="5937761"/>
                  <a:pt x="9330247" y="6059456"/>
                </a:cubicBezTo>
                <a:cubicBezTo>
                  <a:pt x="9446147" y="6185290"/>
                  <a:pt x="9590194" y="6248207"/>
                  <a:pt x="9762388" y="6248207"/>
                </a:cubicBezTo>
                <a:cubicBezTo>
                  <a:pt x="9933754" y="6248207"/>
                  <a:pt x="10077388" y="6184876"/>
                  <a:pt x="10193288" y="6058214"/>
                </a:cubicBezTo>
                <a:cubicBezTo>
                  <a:pt x="10306704" y="5935691"/>
                  <a:pt x="10363412" y="5787919"/>
                  <a:pt x="10363412" y="5614897"/>
                </a:cubicBezTo>
                <a:cubicBezTo>
                  <a:pt x="10363412" y="5442703"/>
                  <a:pt x="10306290" y="5296172"/>
                  <a:pt x="10192046" y="5175305"/>
                </a:cubicBezTo>
                <a:cubicBezTo>
                  <a:pt x="10076146" y="5051127"/>
                  <a:pt x="9932926" y="4989038"/>
                  <a:pt x="9762388" y="4989038"/>
                </a:cubicBezTo>
                <a:close/>
                <a:moveTo>
                  <a:pt x="7689534" y="4477422"/>
                </a:moveTo>
                <a:cubicBezTo>
                  <a:pt x="7669665" y="4477422"/>
                  <a:pt x="7659731" y="4488598"/>
                  <a:pt x="7659731" y="4510951"/>
                </a:cubicBezTo>
                <a:cubicBezTo>
                  <a:pt x="7659731" y="4707980"/>
                  <a:pt x="7660559" y="4858650"/>
                  <a:pt x="7662214" y="4962960"/>
                </a:cubicBezTo>
                <a:cubicBezTo>
                  <a:pt x="7662214" y="4986140"/>
                  <a:pt x="7669665" y="5010148"/>
                  <a:pt x="7684566" y="5034984"/>
                </a:cubicBezTo>
                <a:cubicBezTo>
                  <a:pt x="7729271" y="5107007"/>
                  <a:pt x="7802122" y="5212145"/>
                  <a:pt x="7903121" y="5350397"/>
                </a:cubicBezTo>
                <a:cubicBezTo>
                  <a:pt x="8021504" y="5505206"/>
                  <a:pt x="8110499" y="5621106"/>
                  <a:pt x="8170104" y="5698097"/>
                </a:cubicBezTo>
                <a:cubicBezTo>
                  <a:pt x="8190801" y="5727072"/>
                  <a:pt x="8201149" y="5760186"/>
                  <a:pt x="8201149" y="5797439"/>
                </a:cubicBezTo>
                <a:cubicBezTo>
                  <a:pt x="8201149" y="5840488"/>
                  <a:pt x="8198251" y="5905061"/>
                  <a:pt x="8192456" y="5991158"/>
                </a:cubicBezTo>
                <a:cubicBezTo>
                  <a:pt x="8186661" y="6077255"/>
                  <a:pt x="8183764" y="6141414"/>
                  <a:pt x="8183764" y="6183634"/>
                </a:cubicBezTo>
                <a:cubicBezTo>
                  <a:pt x="8183764" y="6207642"/>
                  <a:pt x="8192042" y="6219646"/>
                  <a:pt x="8208600" y="6219646"/>
                </a:cubicBezTo>
                <a:lnTo>
                  <a:pt x="8504144" y="6219646"/>
                </a:lnTo>
                <a:cubicBezTo>
                  <a:pt x="8524840" y="6219646"/>
                  <a:pt x="8535188" y="6212195"/>
                  <a:pt x="8535188" y="6197294"/>
                </a:cubicBezTo>
                <a:cubicBezTo>
                  <a:pt x="8535188" y="6153417"/>
                  <a:pt x="8532912" y="6086982"/>
                  <a:pt x="8528359" y="5997988"/>
                </a:cubicBezTo>
                <a:cubicBezTo>
                  <a:pt x="8523806" y="5908993"/>
                  <a:pt x="8521529" y="5842144"/>
                  <a:pt x="8521529" y="5797439"/>
                </a:cubicBezTo>
                <a:cubicBezTo>
                  <a:pt x="8521529" y="5764325"/>
                  <a:pt x="8533533" y="5732039"/>
                  <a:pt x="8557541" y="5700580"/>
                </a:cubicBezTo>
                <a:cubicBezTo>
                  <a:pt x="8654400" y="5573918"/>
                  <a:pt x="8751673" y="5447256"/>
                  <a:pt x="8849360" y="5320594"/>
                </a:cubicBezTo>
                <a:cubicBezTo>
                  <a:pt x="8996718" y="5117769"/>
                  <a:pt x="9070398" y="4992763"/>
                  <a:pt x="9070398" y="4945575"/>
                </a:cubicBezTo>
                <a:cubicBezTo>
                  <a:pt x="9070398" y="4898387"/>
                  <a:pt x="9069570" y="4827192"/>
                  <a:pt x="9067914" y="4731988"/>
                </a:cubicBezTo>
                <a:cubicBezTo>
                  <a:pt x="9066258" y="4636785"/>
                  <a:pt x="9065431" y="4565589"/>
                  <a:pt x="9065431" y="4518401"/>
                </a:cubicBezTo>
                <a:cubicBezTo>
                  <a:pt x="9065431" y="4491082"/>
                  <a:pt x="9055496" y="4477422"/>
                  <a:pt x="9035628" y="4477422"/>
                </a:cubicBezTo>
                <a:cubicBezTo>
                  <a:pt x="9019898" y="4477422"/>
                  <a:pt x="8996098" y="4478664"/>
                  <a:pt x="8964225" y="4481148"/>
                </a:cubicBezTo>
                <a:cubicBezTo>
                  <a:pt x="8932353" y="4483631"/>
                  <a:pt x="8908552" y="4484873"/>
                  <a:pt x="8892822" y="4484873"/>
                </a:cubicBezTo>
                <a:cubicBezTo>
                  <a:pt x="8877921" y="4484873"/>
                  <a:pt x="8855155" y="4483631"/>
                  <a:pt x="8824524" y="4481148"/>
                </a:cubicBezTo>
                <a:cubicBezTo>
                  <a:pt x="8793894" y="4478664"/>
                  <a:pt x="8771128" y="4477422"/>
                  <a:pt x="8756226" y="4477422"/>
                </a:cubicBezTo>
                <a:cubicBezTo>
                  <a:pt x="8737186" y="4477422"/>
                  <a:pt x="8727665" y="4488598"/>
                  <a:pt x="8727665" y="4510951"/>
                </a:cubicBezTo>
                <a:cubicBezTo>
                  <a:pt x="8727665" y="4555655"/>
                  <a:pt x="8730977" y="4623332"/>
                  <a:pt x="8737600" y="4713982"/>
                </a:cubicBezTo>
                <a:cubicBezTo>
                  <a:pt x="8744222" y="4804633"/>
                  <a:pt x="8747534" y="4872310"/>
                  <a:pt x="8747534" y="4917014"/>
                </a:cubicBezTo>
                <a:cubicBezTo>
                  <a:pt x="8747534" y="4945989"/>
                  <a:pt x="8691654" y="5032500"/>
                  <a:pt x="8579893" y="5176547"/>
                </a:cubicBezTo>
                <a:cubicBezTo>
                  <a:pt x="8499591" y="5280857"/>
                  <a:pt x="8428395" y="5368196"/>
                  <a:pt x="8366306" y="5438564"/>
                </a:cubicBezTo>
                <a:cubicBezTo>
                  <a:pt x="8103876" y="5138880"/>
                  <a:pt x="7972660" y="4964202"/>
                  <a:pt x="7972660" y="4914531"/>
                </a:cubicBezTo>
                <a:cubicBezTo>
                  <a:pt x="7972660" y="4868171"/>
                  <a:pt x="7975144" y="4798631"/>
                  <a:pt x="7980111" y="4705911"/>
                </a:cubicBezTo>
                <a:cubicBezTo>
                  <a:pt x="7985078" y="4613191"/>
                  <a:pt x="7987562" y="4543651"/>
                  <a:pt x="7987562" y="4497291"/>
                </a:cubicBezTo>
                <a:cubicBezTo>
                  <a:pt x="7987562" y="4484045"/>
                  <a:pt x="7980111" y="4477422"/>
                  <a:pt x="7965210" y="4477422"/>
                </a:cubicBezTo>
                <a:cubicBezTo>
                  <a:pt x="7947825" y="4477422"/>
                  <a:pt x="7922575" y="4478664"/>
                  <a:pt x="7889461" y="4481148"/>
                </a:cubicBezTo>
                <a:cubicBezTo>
                  <a:pt x="7856347" y="4483631"/>
                  <a:pt x="7831511" y="4484873"/>
                  <a:pt x="7814954" y="4484873"/>
                </a:cubicBezTo>
                <a:cubicBezTo>
                  <a:pt x="7800880" y="4484873"/>
                  <a:pt x="7779977" y="4483631"/>
                  <a:pt x="7752244" y="4481148"/>
                </a:cubicBezTo>
                <a:cubicBezTo>
                  <a:pt x="7724511" y="4478664"/>
                  <a:pt x="7703607" y="4477422"/>
                  <a:pt x="7689534" y="4477422"/>
                </a:cubicBezTo>
                <a:close/>
                <a:moveTo>
                  <a:pt x="6625556" y="3404620"/>
                </a:moveTo>
                <a:cubicBezTo>
                  <a:pt x="6778710" y="3404620"/>
                  <a:pt x="6855286" y="3463811"/>
                  <a:pt x="6855286" y="3582195"/>
                </a:cubicBezTo>
                <a:cubicBezTo>
                  <a:pt x="6855286" y="3669948"/>
                  <a:pt x="6813066" y="3736590"/>
                  <a:pt x="6728624" y="3782122"/>
                </a:cubicBezTo>
                <a:cubicBezTo>
                  <a:pt x="6660740" y="3818548"/>
                  <a:pt x="6578782" y="3836761"/>
                  <a:pt x="6482751" y="3836761"/>
                </a:cubicBezTo>
                <a:cubicBezTo>
                  <a:pt x="6387548" y="3836761"/>
                  <a:pt x="6306418" y="3830552"/>
                  <a:pt x="6239361" y="3818134"/>
                </a:cubicBezTo>
                <a:lnTo>
                  <a:pt x="6239361" y="3633108"/>
                </a:lnTo>
                <a:cubicBezTo>
                  <a:pt x="6382580" y="3480782"/>
                  <a:pt x="6511312" y="3404620"/>
                  <a:pt x="6625556" y="3404620"/>
                </a:cubicBezTo>
                <a:close/>
                <a:moveTo>
                  <a:pt x="3745760" y="3390960"/>
                </a:moveTo>
                <a:cubicBezTo>
                  <a:pt x="3845103" y="3390960"/>
                  <a:pt x="3926647" y="3430283"/>
                  <a:pt x="3990392" y="3508930"/>
                </a:cubicBezTo>
                <a:cubicBezTo>
                  <a:pt x="4050825" y="3581781"/>
                  <a:pt x="4081042" y="3669120"/>
                  <a:pt x="4081042" y="3770946"/>
                </a:cubicBezTo>
                <a:cubicBezTo>
                  <a:pt x="4081042" y="3869461"/>
                  <a:pt x="4050412" y="3955558"/>
                  <a:pt x="3989150" y="4029237"/>
                </a:cubicBezTo>
                <a:cubicBezTo>
                  <a:pt x="3923749" y="4107884"/>
                  <a:pt x="3842620" y="4147207"/>
                  <a:pt x="3745760" y="4147207"/>
                </a:cubicBezTo>
                <a:cubicBezTo>
                  <a:pt x="3646418" y="4147207"/>
                  <a:pt x="3563632" y="4108711"/>
                  <a:pt x="3497403" y="4031721"/>
                </a:cubicBezTo>
                <a:cubicBezTo>
                  <a:pt x="3433658" y="3958042"/>
                  <a:pt x="3401786" y="3871117"/>
                  <a:pt x="3401786" y="3770946"/>
                </a:cubicBezTo>
                <a:cubicBezTo>
                  <a:pt x="3401786" y="3669948"/>
                  <a:pt x="3433658" y="3582195"/>
                  <a:pt x="3497403" y="3507688"/>
                </a:cubicBezTo>
                <a:cubicBezTo>
                  <a:pt x="3563632" y="3429869"/>
                  <a:pt x="3646418" y="3390960"/>
                  <a:pt x="3745760" y="3390960"/>
                </a:cubicBezTo>
                <a:close/>
                <a:moveTo>
                  <a:pt x="5310683" y="3159988"/>
                </a:moveTo>
                <a:cubicBezTo>
                  <a:pt x="5229554" y="3159988"/>
                  <a:pt x="5145526" y="3186480"/>
                  <a:pt x="5058601" y="3239462"/>
                </a:cubicBezTo>
                <a:cubicBezTo>
                  <a:pt x="4988234" y="3289962"/>
                  <a:pt x="4931525" y="3332182"/>
                  <a:pt x="4888476" y="3366125"/>
                </a:cubicBezTo>
                <a:cubicBezTo>
                  <a:pt x="4873575" y="3313970"/>
                  <a:pt x="4864054" y="3262228"/>
                  <a:pt x="4859915" y="3210901"/>
                </a:cubicBezTo>
                <a:cubicBezTo>
                  <a:pt x="4858260" y="3197656"/>
                  <a:pt x="4854948" y="3191033"/>
                  <a:pt x="4849981" y="3191033"/>
                </a:cubicBezTo>
                <a:cubicBezTo>
                  <a:pt x="4845842" y="3191033"/>
                  <a:pt x="4799275" y="3198276"/>
                  <a:pt x="4710281" y="3212764"/>
                </a:cubicBezTo>
                <a:cubicBezTo>
                  <a:pt x="4621286" y="3227251"/>
                  <a:pt x="4573891" y="3234909"/>
                  <a:pt x="4568096" y="3235737"/>
                </a:cubicBezTo>
                <a:cubicBezTo>
                  <a:pt x="4557334" y="3239048"/>
                  <a:pt x="4551953" y="3244843"/>
                  <a:pt x="4551953" y="3253122"/>
                </a:cubicBezTo>
                <a:cubicBezTo>
                  <a:pt x="4551953" y="3256433"/>
                  <a:pt x="4553194" y="3261815"/>
                  <a:pt x="4555678" y="3269265"/>
                </a:cubicBezTo>
                <a:cubicBezTo>
                  <a:pt x="4592932" y="3418279"/>
                  <a:pt x="4611559" y="3580953"/>
                  <a:pt x="4611559" y="3757286"/>
                </a:cubicBezTo>
                <a:cubicBezTo>
                  <a:pt x="4611559" y="3823515"/>
                  <a:pt x="4610524" y="3922030"/>
                  <a:pt x="4608454" y="4052831"/>
                </a:cubicBezTo>
                <a:cubicBezTo>
                  <a:pt x="4606384" y="4183632"/>
                  <a:pt x="4605349" y="4281733"/>
                  <a:pt x="4605349" y="4347134"/>
                </a:cubicBezTo>
                <a:cubicBezTo>
                  <a:pt x="4605349" y="4366175"/>
                  <a:pt x="4614042" y="4375695"/>
                  <a:pt x="4631427" y="4375695"/>
                </a:cubicBezTo>
                <a:cubicBezTo>
                  <a:pt x="4657919" y="4375695"/>
                  <a:pt x="4697655" y="4376109"/>
                  <a:pt x="4750639" y="4376937"/>
                </a:cubicBezTo>
                <a:cubicBezTo>
                  <a:pt x="4803621" y="4377765"/>
                  <a:pt x="4843359" y="4378179"/>
                  <a:pt x="4869850" y="4378179"/>
                </a:cubicBezTo>
                <a:cubicBezTo>
                  <a:pt x="4885579" y="4378179"/>
                  <a:pt x="4893443" y="4367830"/>
                  <a:pt x="4893443" y="4347134"/>
                </a:cubicBezTo>
                <a:lnTo>
                  <a:pt x="4893443" y="3602063"/>
                </a:lnTo>
                <a:cubicBezTo>
                  <a:pt x="4893443" y="3563982"/>
                  <a:pt x="4932353" y="3520520"/>
                  <a:pt x="5010171" y="3471676"/>
                </a:cubicBezTo>
                <a:cubicBezTo>
                  <a:pt x="5083851" y="3425316"/>
                  <a:pt x="5141386" y="3402137"/>
                  <a:pt x="5182779" y="3402137"/>
                </a:cubicBezTo>
                <a:cubicBezTo>
                  <a:pt x="5272188" y="3402137"/>
                  <a:pt x="5333450" y="3425316"/>
                  <a:pt x="5366563" y="3471676"/>
                </a:cubicBezTo>
                <a:cubicBezTo>
                  <a:pt x="5393883" y="3510585"/>
                  <a:pt x="5407542" y="3577228"/>
                  <a:pt x="5407542" y="3671603"/>
                </a:cubicBezTo>
                <a:cubicBezTo>
                  <a:pt x="5407542" y="3704718"/>
                  <a:pt x="5407956" y="3754182"/>
                  <a:pt x="5408784" y="3819997"/>
                </a:cubicBezTo>
                <a:cubicBezTo>
                  <a:pt x="5409612" y="3885811"/>
                  <a:pt x="5410026" y="3935276"/>
                  <a:pt x="5410026" y="3968390"/>
                </a:cubicBezTo>
                <a:cubicBezTo>
                  <a:pt x="5410026" y="4009783"/>
                  <a:pt x="5408784" y="4071872"/>
                  <a:pt x="5406300" y="4154657"/>
                </a:cubicBezTo>
                <a:cubicBezTo>
                  <a:pt x="5403817" y="4237443"/>
                  <a:pt x="5402575" y="4299118"/>
                  <a:pt x="5402575" y="4339683"/>
                </a:cubicBezTo>
                <a:cubicBezTo>
                  <a:pt x="5402575" y="4363691"/>
                  <a:pt x="5410026" y="4375695"/>
                  <a:pt x="5424927" y="4375695"/>
                </a:cubicBezTo>
                <a:cubicBezTo>
                  <a:pt x="5452247" y="4375695"/>
                  <a:pt x="5493018" y="4376109"/>
                  <a:pt x="5547244" y="4376937"/>
                </a:cubicBezTo>
                <a:cubicBezTo>
                  <a:pt x="5601468" y="4377765"/>
                  <a:pt x="5642240" y="4378179"/>
                  <a:pt x="5669559" y="4378179"/>
                </a:cubicBezTo>
                <a:cubicBezTo>
                  <a:pt x="5686116" y="4378179"/>
                  <a:pt x="5694395" y="4369072"/>
                  <a:pt x="5694395" y="4350859"/>
                </a:cubicBezTo>
                <a:cubicBezTo>
                  <a:pt x="5694395" y="4295393"/>
                  <a:pt x="5693567" y="4212607"/>
                  <a:pt x="5691911" y="4102503"/>
                </a:cubicBezTo>
                <a:cubicBezTo>
                  <a:pt x="5690255" y="3992398"/>
                  <a:pt x="5689428" y="3909612"/>
                  <a:pt x="5689428" y="3854146"/>
                </a:cubicBezTo>
                <a:cubicBezTo>
                  <a:pt x="5689428" y="3827654"/>
                  <a:pt x="5690048" y="3787917"/>
                  <a:pt x="5691290" y="3734934"/>
                </a:cubicBezTo>
                <a:cubicBezTo>
                  <a:pt x="5692532" y="3681952"/>
                  <a:pt x="5693153" y="3642628"/>
                  <a:pt x="5693153" y="3616965"/>
                </a:cubicBezTo>
                <a:cubicBezTo>
                  <a:pt x="5693153" y="3468778"/>
                  <a:pt x="5672042" y="3361571"/>
                  <a:pt x="5629822" y="3295343"/>
                </a:cubicBezTo>
                <a:cubicBezTo>
                  <a:pt x="5572700" y="3205106"/>
                  <a:pt x="5466320" y="3159988"/>
                  <a:pt x="5310683" y="3159988"/>
                </a:cubicBezTo>
                <a:close/>
                <a:moveTo>
                  <a:pt x="3709749" y="3142603"/>
                </a:moveTo>
                <a:cubicBezTo>
                  <a:pt x="3530104" y="3142603"/>
                  <a:pt x="3385229" y="3205106"/>
                  <a:pt x="3275124" y="3330113"/>
                </a:cubicBezTo>
                <a:cubicBezTo>
                  <a:pt x="3169986" y="3450152"/>
                  <a:pt x="3117417" y="3602063"/>
                  <a:pt x="3117417" y="3785847"/>
                </a:cubicBezTo>
                <a:cubicBezTo>
                  <a:pt x="3117417" y="3948935"/>
                  <a:pt x="3169572" y="4091740"/>
                  <a:pt x="3273882" y="4214263"/>
                </a:cubicBezTo>
                <a:cubicBezTo>
                  <a:pt x="3383987" y="4342581"/>
                  <a:pt x="3519342" y="4406740"/>
                  <a:pt x="3679946" y="4406740"/>
                </a:cubicBezTo>
                <a:cubicBezTo>
                  <a:pt x="3745346" y="4406740"/>
                  <a:pt x="3810747" y="4390182"/>
                  <a:pt x="3876148" y="4357068"/>
                </a:cubicBezTo>
                <a:cubicBezTo>
                  <a:pt x="3918368" y="4336372"/>
                  <a:pt x="3963901" y="4306155"/>
                  <a:pt x="4012744" y="4266418"/>
                </a:cubicBezTo>
                <a:cubicBezTo>
                  <a:pt x="4052481" y="4234132"/>
                  <a:pt x="4074833" y="4217989"/>
                  <a:pt x="4079800" y="4217989"/>
                </a:cubicBezTo>
                <a:cubicBezTo>
                  <a:pt x="4087251" y="4217989"/>
                  <a:pt x="4095116" y="4246963"/>
                  <a:pt x="4103394" y="4304913"/>
                </a:cubicBezTo>
                <a:cubicBezTo>
                  <a:pt x="4111673" y="4362863"/>
                  <a:pt x="4123677" y="4391838"/>
                  <a:pt x="4139406" y="4391838"/>
                </a:cubicBezTo>
                <a:cubicBezTo>
                  <a:pt x="4161758" y="4391838"/>
                  <a:pt x="4195907" y="4389148"/>
                  <a:pt x="4241853" y="4383767"/>
                </a:cubicBezTo>
                <a:cubicBezTo>
                  <a:pt x="4287799" y="4378386"/>
                  <a:pt x="4322156" y="4375695"/>
                  <a:pt x="4344921" y="4375695"/>
                </a:cubicBezTo>
                <a:cubicBezTo>
                  <a:pt x="4367688" y="4375695"/>
                  <a:pt x="4378656" y="4363691"/>
                  <a:pt x="4377828" y="4339683"/>
                </a:cubicBezTo>
                <a:lnTo>
                  <a:pt x="4376587" y="4322298"/>
                </a:lnTo>
                <a:cubicBezTo>
                  <a:pt x="4355890" y="3958869"/>
                  <a:pt x="4345542" y="3773016"/>
                  <a:pt x="4345542" y="3764737"/>
                </a:cubicBezTo>
                <a:cubicBezTo>
                  <a:pt x="4345542" y="3627313"/>
                  <a:pt x="4361686" y="3463811"/>
                  <a:pt x="4393972" y="3274232"/>
                </a:cubicBezTo>
                <a:cubicBezTo>
                  <a:pt x="4396455" y="3262642"/>
                  <a:pt x="4397697" y="3255192"/>
                  <a:pt x="4397697" y="3251881"/>
                </a:cubicBezTo>
                <a:cubicBezTo>
                  <a:pt x="4397697" y="3240290"/>
                  <a:pt x="4363755" y="3227044"/>
                  <a:pt x="4295871" y="3212143"/>
                </a:cubicBezTo>
                <a:cubicBezTo>
                  <a:pt x="4234610" y="3199726"/>
                  <a:pt x="4192803" y="3193516"/>
                  <a:pt x="4170451" y="3193516"/>
                </a:cubicBezTo>
                <a:cubicBezTo>
                  <a:pt x="4156377" y="3193516"/>
                  <a:pt x="4144787" y="3219594"/>
                  <a:pt x="4135681" y="3271749"/>
                </a:cubicBezTo>
                <a:cubicBezTo>
                  <a:pt x="4126574" y="3323904"/>
                  <a:pt x="4119537" y="3349982"/>
                  <a:pt x="4114570" y="3349982"/>
                </a:cubicBezTo>
                <a:cubicBezTo>
                  <a:pt x="4112087" y="3349982"/>
                  <a:pt x="4109603" y="3348739"/>
                  <a:pt x="4107120" y="3346256"/>
                </a:cubicBezTo>
                <a:cubicBezTo>
                  <a:pt x="4077317" y="3314797"/>
                  <a:pt x="4055379" y="3290789"/>
                  <a:pt x="4041305" y="3274232"/>
                </a:cubicBezTo>
                <a:cubicBezTo>
                  <a:pt x="3946929" y="3186480"/>
                  <a:pt x="3836411" y="3142603"/>
                  <a:pt x="3709749" y="3142603"/>
                </a:cubicBezTo>
                <a:close/>
                <a:moveTo>
                  <a:pt x="1678147" y="2623537"/>
                </a:moveTo>
                <a:lnTo>
                  <a:pt x="1681958" y="2623908"/>
                </a:lnTo>
                <a:lnTo>
                  <a:pt x="1680242" y="2624313"/>
                </a:lnTo>
                <a:cubicBezTo>
                  <a:pt x="1668290" y="2625865"/>
                  <a:pt x="1614195" y="2629746"/>
                  <a:pt x="1517957" y="2635955"/>
                </a:cubicBezTo>
                <a:cubicBezTo>
                  <a:pt x="1330033" y="2648373"/>
                  <a:pt x="1194679" y="2654582"/>
                  <a:pt x="1111893" y="2654582"/>
                </a:cubicBezTo>
                <a:cubicBezTo>
                  <a:pt x="1018345" y="2654582"/>
                  <a:pt x="825041" y="2645889"/>
                  <a:pt x="531980" y="2628504"/>
                </a:cubicBezTo>
                <a:lnTo>
                  <a:pt x="517078" y="2627263"/>
                </a:lnTo>
                <a:cubicBezTo>
                  <a:pt x="507144" y="2627263"/>
                  <a:pt x="500107" y="2632643"/>
                  <a:pt x="495968" y="2643406"/>
                </a:cubicBezTo>
                <a:cubicBezTo>
                  <a:pt x="486034" y="2694733"/>
                  <a:pt x="480239" y="2734884"/>
                  <a:pt x="478583" y="2763859"/>
                </a:cubicBezTo>
                <a:cubicBezTo>
                  <a:pt x="476927" y="2770482"/>
                  <a:pt x="471546" y="2792006"/>
                  <a:pt x="462440" y="2828431"/>
                </a:cubicBezTo>
                <a:cubicBezTo>
                  <a:pt x="454989" y="2856579"/>
                  <a:pt x="451264" y="2878103"/>
                  <a:pt x="451264" y="2893004"/>
                </a:cubicBezTo>
                <a:cubicBezTo>
                  <a:pt x="451264" y="2901283"/>
                  <a:pt x="456231" y="2905423"/>
                  <a:pt x="466165" y="2905423"/>
                </a:cubicBezTo>
                <a:cubicBezTo>
                  <a:pt x="565508" y="2905423"/>
                  <a:pt x="721973" y="2898799"/>
                  <a:pt x="935560" y="2885554"/>
                </a:cubicBezTo>
                <a:cubicBezTo>
                  <a:pt x="944666" y="3143017"/>
                  <a:pt x="949219" y="3345428"/>
                  <a:pt x="949219" y="3492786"/>
                </a:cubicBezTo>
                <a:cubicBezTo>
                  <a:pt x="949219" y="3587990"/>
                  <a:pt x="945287" y="3730174"/>
                  <a:pt x="937422" y="3919339"/>
                </a:cubicBezTo>
                <a:cubicBezTo>
                  <a:pt x="929558" y="4108504"/>
                  <a:pt x="925626" y="4250275"/>
                  <a:pt x="925626" y="4344650"/>
                </a:cubicBezTo>
                <a:cubicBezTo>
                  <a:pt x="925626" y="4365347"/>
                  <a:pt x="935974" y="4375695"/>
                  <a:pt x="956670" y="4375695"/>
                </a:cubicBezTo>
                <a:cubicBezTo>
                  <a:pt x="971571" y="4375695"/>
                  <a:pt x="994338" y="4374453"/>
                  <a:pt x="1024968" y="4371970"/>
                </a:cubicBezTo>
                <a:cubicBezTo>
                  <a:pt x="1055599" y="4369486"/>
                  <a:pt x="1078365" y="4368244"/>
                  <a:pt x="1093266" y="4368244"/>
                </a:cubicBezTo>
                <a:cubicBezTo>
                  <a:pt x="1108996" y="4368244"/>
                  <a:pt x="1132176" y="4369486"/>
                  <a:pt x="1162806" y="4371970"/>
                </a:cubicBezTo>
                <a:cubicBezTo>
                  <a:pt x="1193437" y="4374453"/>
                  <a:pt x="1216203" y="4375695"/>
                  <a:pt x="1231105" y="4375695"/>
                </a:cubicBezTo>
                <a:cubicBezTo>
                  <a:pt x="1255112" y="4375695"/>
                  <a:pt x="1267116" y="4367003"/>
                  <a:pt x="1267116" y="4349618"/>
                </a:cubicBezTo>
                <a:cubicBezTo>
                  <a:pt x="1267116" y="4254414"/>
                  <a:pt x="1263598" y="4111609"/>
                  <a:pt x="1256561" y="3921202"/>
                </a:cubicBezTo>
                <a:cubicBezTo>
                  <a:pt x="1249524" y="3730795"/>
                  <a:pt x="1246006" y="3587990"/>
                  <a:pt x="1246006" y="3492786"/>
                </a:cubicBezTo>
                <a:cubicBezTo>
                  <a:pt x="1246006" y="3340461"/>
                  <a:pt x="1249731" y="3138050"/>
                  <a:pt x="1257182" y="2885554"/>
                </a:cubicBezTo>
                <a:cubicBezTo>
                  <a:pt x="1527063" y="2895488"/>
                  <a:pt x="1673594" y="2900455"/>
                  <a:pt x="1696774" y="2900455"/>
                </a:cubicBezTo>
                <a:cubicBezTo>
                  <a:pt x="1711675" y="2900455"/>
                  <a:pt x="1719126" y="2889693"/>
                  <a:pt x="1719126" y="2868169"/>
                </a:cubicBezTo>
                <a:cubicBezTo>
                  <a:pt x="1719126" y="2856579"/>
                  <a:pt x="1717884" y="2839401"/>
                  <a:pt x="1715400" y="2816635"/>
                </a:cubicBezTo>
                <a:cubicBezTo>
                  <a:pt x="1712917" y="2793868"/>
                  <a:pt x="1711675" y="2777105"/>
                  <a:pt x="1711675" y="2766342"/>
                </a:cubicBezTo>
                <a:cubicBezTo>
                  <a:pt x="1711675" y="2676934"/>
                  <a:pt x="1712503" y="2636783"/>
                  <a:pt x="1714159" y="2645889"/>
                </a:cubicBezTo>
                <a:cubicBezTo>
                  <a:pt x="1712296" y="2634713"/>
                  <a:pt x="1705078" y="2627728"/>
                  <a:pt x="1692505" y="2624934"/>
                </a:cubicBezTo>
                <a:lnTo>
                  <a:pt x="1681958" y="2623908"/>
                </a:lnTo>
                <a:lnTo>
                  <a:pt x="1682707" y="2623731"/>
                </a:lnTo>
                <a:cubicBezTo>
                  <a:pt x="1682357" y="2623602"/>
                  <a:pt x="1680837" y="2623537"/>
                  <a:pt x="1678147" y="2623537"/>
                </a:cubicBezTo>
                <a:close/>
                <a:moveTo>
                  <a:pt x="2136175" y="2609878"/>
                </a:moveTo>
                <a:cubicBezTo>
                  <a:pt x="2120446" y="2609878"/>
                  <a:pt x="2095196" y="2612982"/>
                  <a:pt x="2060426" y="2619191"/>
                </a:cubicBezTo>
                <a:cubicBezTo>
                  <a:pt x="2025656" y="2625400"/>
                  <a:pt x="1999579" y="2628504"/>
                  <a:pt x="1982194" y="2628504"/>
                </a:cubicBezTo>
                <a:cubicBezTo>
                  <a:pt x="1902719" y="2628504"/>
                  <a:pt x="1855945" y="2630988"/>
                  <a:pt x="1841872" y="2635955"/>
                </a:cubicBezTo>
                <a:cubicBezTo>
                  <a:pt x="1831937" y="2639266"/>
                  <a:pt x="1826970" y="2647959"/>
                  <a:pt x="1826970" y="2662033"/>
                </a:cubicBezTo>
                <a:cubicBezTo>
                  <a:pt x="1826970" y="2665344"/>
                  <a:pt x="1827798" y="2671967"/>
                  <a:pt x="1829454" y="2681901"/>
                </a:cubicBezTo>
                <a:cubicBezTo>
                  <a:pt x="1841872" y="2874791"/>
                  <a:pt x="1848909" y="3020494"/>
                  <a:pt x="1850564" y="3119009"/>
                </a:cubicBezTo>
                <a:cubicBezTo>
                  <a:pt x="1861326" y="3436906"/>
                  <a:pt x="1866707" y="3644698"/>
                  <a:pt x="1866707" y="3742385"/>
                </a:cubicBezTo>
                <a:lnTo>
                  <a:pt x="1866707" y="4342167"/>
                </a:lnTo>
                <a:cubicBezTo>
                  <a:pt x="1866707" y="4364519"/>
                  <a:pt x="1876228" y="4375695"/>
                  <a:pt x="1895268" y="4375695"/>
                </a:cubicBezTo>
                <a:cubicBezTo>
                  <a:pt x="1920932" y="4375695"/>
                  <a:pt x="1959427" y="4376109"/>
                  <a:pt x="2010754" y="4376937"/>
                </a:cubicBezTo>
                <a:cubicBezTo>
                  <a:pt x="2062082" y="4377765"/>
                  <a:pt x="2100577" y="4378179"/>
                  <a:pt x="2126241" y="4378179"/>
                </a:cubicBezTo>
                <a:cubicBezTo>
                  <a:pt x="2143626" y="4378179"/>
                  <a:pt x="2152318" y="4366175"/>
                  <a:pt x="2152318" y="4342167"/>
                </a:cubicBezTo>
                <a:lnTo>
                  <a:pt x="2152318" y="3604547"/>
                </a:lnTo>
                <a:cubicBezTo>
                  <a:pt x="2152318" y="3563982"/>
                  <a:pt x="2191641" y="3519278"/>
                  <a:pt x="2270288" y="3470434"/>
                </a:cubicBezTo>
                <a:cubicBezTo>
                  <a:pt x="2343967" y="3424902"/>
                  <a:pt x="2403572" y="3402137"/>
                  <a:pt x="2449105" y="3402137"/>
                </a:cubicBezTo>
                <a:cubicBezTo>
                  <a:pt x="2589840" y="3402137"/>
                  <a:pt x="2660208" y="3476643"/>
                  <a:pt x="2660208" y="3625657"/>
                </a:cubicBezTo>
                <a:cubicBezTo>
                  <a:pt x="2660208" y="3664567"/>
                  <a:pt x="2661657" y="3722723"/>
                  <a:pt x="2664554" y="3800128"/>
                </a:cubicBezTo>
                <a:cubicBezTo>
                  <a:pt x="2667452" y="3877533"/>
                  <a:pt x="2668901" y="3935276"/>
                  <a:pt x="2668901" y="3973357"/>
                </a:cubicBezTo>
                <a:cubicBezTo>
                  <a:pt x="2668901" y="4013922"/>
                  <a:pt x="2667452" y="4074355"/>
                  <a:pt x="2664554" y="4154657"/>
                </a:cubicBezTo>
                <a:cubicBezTo>
                  <a:pt x="2661657" y="4234960"/>
                  <a:pt x="2660208" y="4294979"/>
                  <a:pt x="2660208" y="4334716"/>
                </a:cubicBezTo>
                <a:cubicBezTo>
                  <a:pt x="2660208" y="4362035"/>
                  <a:pt x="2670556" y="4375695"/>
                  <a:pt x="2691253" y="4375695"/>
                </a:cubicBezTo>
                <a:cubicBezTo>
                  <a:pt x="2716916" y="4375695"/>
                  <a:pt x="2755826" y="4376109"/>
                  <a:pt x="2807981" y="4376937"/>
                </a:cubicBezTo>
                <a:cubicBezTo>
                  <a:pt x="2860135" y="4377765"/>
                  <a:pt x="2899045" y="4378179"/>
                  <a:pt x="2924708" y="4378179"/>
                </a:cubicBezTo>
                <a:cubicBezTo>
                  <a:pt x="2942093" y="4378179"/>
                  <a:pt x="2950786" y="4362863"/>
                  <a:pt x="2950786" y="4332233"/>
                </a:cubicBezTo>
                <a:cubicBezTo>
                  <a:pt x="2950786" y="4280078"/>
                  <a:pt x="2949958" y="4201431"/>
                  <a:pt x="2948302" y="4096294"/>
                </a:cubicBezTo>
                <a:cubicBezTo>
                  <a:pt x="2946646" y="3991156"/>
                  <a:pt x="2945818" y="3912096"/>
                  <a:pt x="2945818" y="3859113"/>
                </a:cubicBezTo>
                <a:cubicBezTo>
                  <a:pt x="2945818" y="3833449"/>
                  <a:pt x="2946439" y="3793919"/>
                  <a:pt x="2947681" y="3740522"/>
                </a:cubicBezTo>
                <a:cubicBezTo>
                  <a:pt x="2948923" y="3687126"/>
                  <a:pt x="2949544" y="3647595"/>
                  <a:pt x="2949544" y="3621932"/>
                </a:cubicBezTo>
                <a:cubicBezTo>
                  <a:pt x="2949544" y="3474573"/>
                  <a:pt x="2928434" y="3366952"/>
                  <a:pt x="2886213" y="3299068"/>
                </a:cubicBezTo>
                <a:cubicBezTo>
                  <a:pt x="2827435" y="3206348"/>
                  <a:pt x="2720228" y="3159988"/>
                  <a:pt x="2564591" y="3159988"/>
                </a:cubicBezTo>
                <a:cubicBezTo>
                  <a:pt x="2474354" y="3159988"/>
                  <a:pt x="2388671" y="3185238"/>
                  <a:pt x="2307541" y="3235737"/>
                </a:cubicBezTo>
                <a:cubicBezTo>
                  <a:pt x="2240485" y="3286236"/>
                  <a:pt x="2185846" y="3329285"/>
                  <a:pt x="2143626" y="3364883"/>
                </a:cubicBezTo>
                <a:cubicBezTo>
                  <a:pt x="2137003" y="3364055"/>
                  <a:pt x="2133691" y="3354120"/>
                  <a:pt x="2133691" y="3335080"/>
                </a:cubicBezTo>
                <a:cubicBezTo>
                  <a:pt x="2133691" y="3257261"/>
                  <a:pt x="2136796" y="3140326"/>
                  <a:pt x="2143005" y="2984276"/>
                </a:cubicBezTo>
                <a:cubicBezTo>
                  <a:pt x="2149214" y="2828225"/>
                  <a:pt x="2152318" y="2711290"/>
                  <a:pt x="2152318" y="2633471"/>
                </a:cubicBezTo>
                <a:cubicBezTo>
                  <a:pt x="2152318" y="2617742"/>
                  <a:pt x="2146937" y="2609878"/>
                  <a:pt x="2136175" y="2609878"/>
                </a:cubicBezTo>
                <a:close/>
                <a:moveTo>
                  <a:pt x="6224460" y="2606152"/>
                </a:moveTo>
                <a:cubicBezTo>
                  <a:pt x="6206247" y="2606152"/>
                  <a:pt x="6182239" y="2608222"/>
                  <a:pt x="6152436" y="2612361"/>
                </a:cubicBezTo>
                <a:cubicBezTo>
                  <a:pt x="6115183" y="2617328"/>
                  <a:pt x="6090761" y="2620226"/>
                  <a:pt x="6079172" y="2621054"/>
                </a:cubicBezTo>
                <a:cubicBezTo>
                  <a:pt x="6023705" y="2623537"/>
                  <a:pt x="5982312" y="2625193"/>
                  <a:pt x="5954993" y="2626021"/>
                </a:cubicBezTo>
                <a:cubicBezTo>
                  <a:pt x="5939263" y="2627676"/>
                  <a:pt x="5931399" y="2635955"/>
                  <a:pt x="5931399" y="2650857"/>
                </a:cubicBezTo>
                <a:cubicBezTo>
                  <a:pt x="5931399" y="2751855"/>
                  <a:pt x="5935331" y="2902939"/>
                  <a:pt x="5943196" y="3104108"/>
                </a:cubicBezTo>
                <a:cubicBezTo>
                  <a:pt x="5951061" y="3305277"/>
                  <a:pt x="5954993" y="3456361"/>
                  <a:pt x="5954993" y="3557359"/>
                </a:cubicBezTo>
                <a:lnTo>
                  <a:pt x="5954993" y="4329749"/>
                </a:lnTo>
                <a:cubicBezTo>
                  <a:pt x="5954993" y="4362035"/>
                  <a:pt x="5964099" y="4378179"/>
                  <a:pt x="5982312" y="4378179"/>
                </a:cubicBezTo>
                <a:cubicBezTo>
                  <a:pt x="6008803" y="4378179"/>
                  <a:pt x="6047920" y="4378593"/>
                  <a:pt x="6099660" y="4379420"/>
                </a:cubicBezTo>
                <a:cubicBezTo>
                  <a:pt x="6151402" y="4380248"/>
                  <a:pt x="6190518" y="4380662"/>
                  <a:pt x="6217009" y="4380662"/>
                </a:cubicBezTo>
                <a:cubicBezTo>
                  <a:pt x="6235222" y="4380662"/>
                  <a:pt x="6244328" y="4367830"/>
                  <a:pt x="6244328" y="4342167"/>
                </a:cubicBezTo>
                <a:lnTo>
                  <a:pt x="6244328" y="4035446"/>
                </a:lnTo>
                <a:lnTo>
                  <a:pt x="6292758" y="4034204"/>
                </a:lnTo>
                <a:cubicBezTo>
                  <a:pt x="6462469" y="4031721"/>
                  <a:pt x="6552291" y="4037930"/>
                  <a:pt x="6562225" y="4052831"/>
                </a:cubicBezTo>
                <a:cubicBezTo>
                  <a:pt x="6645839" y="4179493"/>
                  <a:pt x="6707100" y="4275938"/>
                  <a:pt x="6746009" y="4342167"/>
                </a:cubicBezTo>
                <a:cubicBezTo>
                  <a:pt x="6760911" y="4367003"/>
                  <a:pt x="6797750" y="4379420"/>
                  <a:pt x="6856528" y="4379420"/>
                </a:cubicBezTo>
                <a:cubicBezTo>
                  <a:pt x="6883848" y="4379420"/>
                  <a:pt x="6924826" y="4378179"/>
                  <a:pt x="6979465" y="4375695"/>
                </a:cubicBezTo>
                <a:cubicBezTo>
                  <a:pt x="7062251" y="4371556"/>
                  <a:pt x="7103643" y="4363277"/>
                  <a:pt x="7103643" y="4350859"/>
                </a:cubicBezTo>
                <a:cubicBezTo>
                  <a:pt x="7103643" y="4350859"/>
                  <a:pt x="7062251" y="4295600"/>
                  <a:pt x="6979465" y="4185081"/>
                </a:cubicBezTo>
                <a:cubicBezTo>
                  <a:pt x="6896679" y="4074562"/>
                  <a:pt x="6855286" y="3998193"/>
                  <a:pt x="6855286" y="3955972"/>
                </a:cubicBezTo>
                <a:cubicBezTo>
                  <a:pt x="7054800" y="3883121"/>
                  <a:pt x="7154557" y="3739074"/>
                  <a:pt x="7154557" y="3523831"/>
                </a:cubicBezTo>
                <a:cubicBezTo>
                  <a:pt x="7154557" y="3404620"/>
                  <a:pt x="7112336" y="3310658"/>
                  <a:pt x="7027895" y="3241946"/>
                </a:cubicBezTo>
                <a:cubicBezTo>
                  <a:pt x="6950076" y="3179029"/>
                  <a:pt x="6849905" y="3147571"/>
                  <a:pt x="6727383" y="3147571"/>
                </a:cubicBezTo>
                <a:cubicBezTo>
                  <a:pt x="6601548" y="3147571"/>
                  <a:pt x="6469091" y="3201381"/>
                  <a:pt x="6330012" y="3309002"/>
                </a:cubicBezTo>
                <a:cubicBezTo>
                  <a:pt x="6290274" y="3341289"/>
                  <a:pt x="6260472" y="3365711"/>
                  <a:pt x="6240603" y="3382267"/>
                </a:cubicBezTo>
                <a:cubicBezTo>
                  <a:pt x="6233152" y="3382267"/>
                  <a:pt x="6229427" y="3373575"/>
                  <a:pt x="6229427" y="3356191"/>
                </a:cubicBezTo>
                <a:lnTo>
                  <a:pt x="6229427" y="3035810"/>
                </a:lnTo>
                <a:cubicBezTo>
                  <a:pt x="6229427" y="2991105"/>
                  <a:pt x="6231497" y="2924463"/>
                  <a:pt x="6235636" y="2835882"/>
                </a:cubicBezTo>
                <a:cubicBezTo>
                  <a:pt x="6239775" y="2747302"/>
                  <a:pt x="6241845" y="2680659"/>
                  <a:pt x="6241845" y="2635955"/>
                </a:cubicBezTo>
                <a:cubicBezTo>
                  <a:pt x="6241845" y="2616086"/>
                  <a:pt x="6236050" y="2606152"/>
                  <a:pt x="6224460" y="2606152"/>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54EF5C79-F69A-D5AA-8389-82C0E4917780}"/>
              </a:ext>
            </a:extLst>
          </p:cNvPr>
          <p:cNvSpPr/>
          <p:nvPr/>
        </p:nvSpPr>
        <p:spPr>
          <a:xfrm>
            <a:off x="0" y="0"/>
            <a:ext cx="12192000" cy="6858000"/>
          </a:xfrm>
          <a:prstGeom prst="rect">
            <a:avLst/>
          </a:pr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32879811"/>
      </p:ext>
    </p:extLst>
  </p:cSld>
  <p:clrMapOvr>
    <a:masterClrMapping/>
  </p:clrMapOvr>
  <mc:AlternateContent xmlns:mc="http://schemas.openxmlformats.org/markup-compatibility/2006" xmlns:p159="http://schemas.microsoft.com/office/powerpoint/2015/09/main">
    <mc:Choice Requires="p159">
      <p:transition spd="med" advTm="0">
        <p159:morph option="byObject"/>
      </p:transition>
    </mc:Choice>
    <mc:Fallback xmlns="">
      <p:transition spd="med" advTm="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64C6-327B-0FCC-9A03-176B52023161}"/>
            </a:ext>
          </a:extLst>
        </p:cNvPr>
        <p:cNvGrpSpPr/>
        <p:nvPr/>
      </p:nvGrpSpPr>
      <p:grpSpPr>
        <a:xfrm>
          <a:off x="0" y="0"/>
          <a:ext cx="0" cy="0"/>
          <a:chOff x="0" y="0"/>
          <a:chExt cx="0" cy="0"/>
        </a:xfrm>
      </p:grpSpPr>
      <p:pic>
        <p:nvPicPr>
          <p:cNvPr id="18" name="Picture 17" descr="A blue and black wavy background&#10;&#10;AI-generated content may be incorrect.">
            <a:extLst>
              <a:ext uri="{FF2B5EF4-FFF2-40B4-BE49-F238E27FC236}">
                <a16:creationId xmlns:a16="http://schemas.microsoft.com/office/drawing/2014/main" id="{E9498B87-E17C-F354-2F34-D9383C174D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Freeform: Shape 2">
            <a:extLst>
              <a:ext uri="{FF2B5EF4-FFF2-40B4-BE49-F238E27FC236}">
                <a16:creationId xmlns:a16="http://schemas.microsoft.com/office/drawing/2014/main" id="{76F2BD1B-C8C3-15B9-BC77-9E2F3E50B462}"/>
              </a:ext>
            </a:extLst>
          </p:cNvPr>
          <p:cNvSpPr/>
          <p:nvPr/>
        </p:nvSpPr>
        <p:spPr>
          <a:xfrm>
            <a:off x="0" y="0"/>
            <a:ext cx="12192000" cy="6858000"/>
          </a:xfrm>
          <a:custGeom>
            <a:avLst/>
            <a:gdLst/>
            <a:ahLst/>
            <a:cxnLst/>
            <a:rect l="l" t="t" r="r" b="b"/>
            <a:pathLst>
              <a:path w="12192000" h="6858000">
                <a:moveTo>
                  <a:pt x="9762388" y="5246087"/>
                </a:moveTo>
                <a:cubicBezTo>
                  <a:pt x="9861731" y="5246087"/>
                  <a:pt x="9943689" y="5283755"/>
                  <a:pt x="10008262" y="5359089"/>
                </a:cubicBezTo>
                <a:cubicBezTo>
                  <a:pt x="10070351" y="5430285"/>
                  <a:pt x="10101395" y="5516382"/>
                  <a:pt x="10101395" y="5617381"/>
                </a:cubicBezTo>
                <a:cubicBezTo>
                  <a:pt x="10101395" y="5716723"/>
                  <a:pt x="10070351" y="5802820"/>
                  <a:pt x="10008262" y="5875672"/>
                </a:cubicBezTo>
                <a:cubicBezTo>
                  <a:pt x="9942861" y="5952662"/>
                  <a:pt x="9860903" y="5991158"/>
                  <a:pt x="9762388" y="5991158"/>
                </a:cubicBezTo>
                <a:cubicBezTo>
                  <a:pt x="9664701" y="5991158"/>
                  <a:pt x="9582743" y="5952662"/>
                  <a:pt x="9516515" y="5875672"/>
                </a:cubicBezTo>
                <a:cubicBezTo>
                  <a:pt x="9453598" y="5802820"/>
                  <a:pt x="9422139" y="5716723"/>
                  <a:pt x="9422139" y="5617381"/>
                </a:cubicBezTo>
                <a:cubicBezTo>
                  <a:pt x="9422139" y="5516382"/>
                  <a:pt x="9453184" y="5429871"/>
                  <a:pt x="9515273" y="5357848"/>
                </a:cubicBezTo>
                <a:cubicBezTo>
                  <a:pt x="9580674" y="5283341"/>
                  <a:pt x="9663045" y="5246087"/>
                  <a:pt x="9762388" y="5246087"/>
                </a:cubicBezTo>
                <a:close/>
                <a:moveTo>
                  <a:pt x="10613229" y="5047401"/>
                </a:moveTo>
                <a:cubicBezTo>
                  <a:pt x="10593360" y="5047401"/>
                  <a:pt x="10579701" y="5063545"/>
                  <a:pt x="10572250" y="5095831"/>
                </a:cubicBezTo>
                <a:cubicBezTo>
                  <a:pt x="10541620" y="5229116"/>
                  <a:pt x="10526304" y="5391790"/>
                  <a:pt x="10526304" y="5583852"/>
                </a:cubicBezTo>
                <a:cubicBezTo>
                  <a:pt x="10526304" y="5796612"/>
                  <a:pt x="10544517" y="5943970"/>
                  <a:pt x="10580943" y="6025928"/>
                </a:cubicBezTo>
                <a:cubicBezTo>
                  <a:pt x="10639720" y="6158385"/>
                  <a:pt x="10760588" y="6224613"/>
                  <a:pt x="10943544" y="6224613"/>
                </a:cubicBezTo>
                <a:cubicBezTo>
                  <a:pt x="11078485" y="6224613"/>
                  <a:pt x="11215081" y="6164594"/>
                  <a:pt x="11353333" y="6044555"/>
                </a:cubicBezTo>
                <a:cubicBezTo>
                  <a:pt x="11361612" y="6037104"/>
                  <a:pt x="11367820" y="6033378"/>
                  <a:pt x="11371960" y="6033378"/>
                </a:cubicBezTo>
                <a:cubicBezTo>
                  <a:pt x="11379410" y="6033378"/>
                  <a:pt x="11384170" y="6064423"/>
                  <a:pt x="11386240" y="6126512"/>
                </a:cubicBezTo>
                <a:cubicBezTo>
                  <a:pt x="11388310" y="6188601"/>
                  <a:pt x="11394312" y="6219646"/>
                  <a:pt x="11404246" y="6219646"/>
                </a:cubicBezTo>
                <a:cubicBezTo>
                  <a:pt x="11565678" y="6219646"/>
                  <a:pt x="11649706" y="6218818"/>
                  <a:pt x="11656328" y="6217162"/>
                </a:cubicBezTo>
                <a:cubicBezTo>
                  <a:pt x="11672058" y="6212195"/>
                  <a:pt x="11679922" y="6201433"/>
                  <a:pt x="11679922" y="6184876"/>
                </a:cubicBezTo>
                <a:cubicBezTo>
                  <a:pt x="11679922" y="6124443"/>
                  <a:pt x="11678060" y="6033999"/>
                  <a:pt x="11674334" y="5913546"/>
                </a:cubicBezTo>
                <a:cubicBezTo>
                  <a:pt x="11670609" y="5793093"/>
                  <a:pt x="11668746" y="5702650"/>
                  <a:pt x="11668746" y="5642216"/>
                </a:cubicBezTo>
                <a:cubicBezTo>
                  <a:pt x="11668746" y="5580955"/>
                  <a:pt x="11671230" y="5489270"/>
                  <a:pt x="11676197" y="5367161"/>
                </a:cubicBezTo>
                <a:cubicBezTo>
                  <a:pt x="11681164" y="5245052"/>
                  <a:pt x="11683648" y="5153781"/>
                  <a:pt x="11683648" y="5093348"/>
                </a:cubicBezTo>
                <a:cubicBezTo>
                  <a:pt x="11683648" y="5064373"/>
                  <a:pt x="11671644" y="5049885"/>
                  <a:pt x="11647636" y="5049885"/>
                </a:cubicBezTo>
                <a:lnTo>
                  <a:pt x="11442742" y="5049885"/>
                </a:lnTo>
                <a:cubicBezTo>
                  <a:pt x="11408800" y="5049885"/>
                  <a:pt x="11391828" y="5070168"/>
                  <a:pt x="11391828" y="5110733"/>
                </a:cubicBezTo>
                <a:cubicBezTo>
                  <a:pt x="11391828" y="5485751"/>
                  <a:pt x="11389758" y="5704306"/>
                  <a:pt x="11385620" y="5766395"/>
                </a:cubicBezTo>
                <a:cubicBezTo>
                  <a:pt x="11383136" y="5816066"/>
                  <a:pt x="11344226" y="5867807"/>
                  <a:pt x="11268892" y="5921618"/>
                </a:cubicBezTo>
                <a:cubicBezTo>
                  <a:pt x="11197696" y="5972945"/>
                  <a:pt x="11136021" y="5998608"/>
                  <a:pt x="11083866" y="5998608"/>
                </a:cubicBezTo>
                <a:cubicBezTo>
                  <a:pt x="10961343" y="5998608"/>
                  <a:pt x="10882282" y="5953904"/>
                  <a:pt x="10846684" y="5864496"/>
                </a:cubicBezTo>
                <a:cubicBezTo>
                  <a:pt x="10825988" y="5814824"/>
                  <a:pt x="10815640" y="5717551"/>
                  <a:pt x="10815640" y="5572676"/>
                </a:cubicBezTo>
                <a:cubicBezTo>
                  <a:pt x="10815640" y="5513071"/>
                  <a:pt x="10816882" y="5458432"/>
                  <a:pt x="10819366" y="5408761"/>
                </a:cubicBezTo>
                <a:cubicBezTo>
                  <a:pt x="10820194" y="5375647"/>
                  <a:pt x="10826402" y="5318938"/>
                  <a:pt x="10837992" y="5238636"/>
                </a:cubicBezTo>
                <a:cubicBezTo>
                  <a:pt x="10848754" y="5163301"/>
                  <a:pt x="10854136" y="5109491"/>
                  <a:pt x="10854136" y="5077204"/>
                </a:cubicBezTo>
                <a:cubicBezTo>
                  <a:pt x="10854136" y="5058991"/>
                  <a:pt x="10845856" y="5049885"/>
                  <a:pt x="10829300" y="5049885"/>
                </a:cubicBezTo>
                <a:cubicBezTo>
                  <a:pt x="10805292" y="5049885"/>
                  <a:pt x="10769280" y="5049471"/>
                  <a:pt x="10721264" y="5048643"/>
                </a:cubicBezTo>
                <a:cubicBezTo>
                  <a:pt x="10673249" y="5047815"/>
                  <a:pt x="10637237" y="5047401"/>
                  <a:pt x="10613229" y="5047401"/>
                </a:cubicBezTo>
                <a:close/>
                <a:moveTo>
                  <a:pt x="9762388" y="4989038"/>
                </a:moveTo>
                <a:cubicBezTo>
                  <a:pt x="9591022" y="4989038"/>
                  <a:pt x="9446975" y="5051127"/>
                  <a:pt x="9330247" y="5175305"/>
                </a:cubicBezTo>
                <a:cubicBezTo>
                  <a:pt x="9216831" y="5297000"/>
                  <a:pt x="9160122" y="5444359"/>
                  <a:pt x="9160122" y="5617381"/>
                </a:cubicBezTo>
                <a:cubicBezTo>
                  <a:pt x="9160122" y="5790403"/>
                  <a:pt x="9216831" y="5937761"/>
                  <a:pt x="9330247" y="6059456"/>
                </a:cubicBezTo>
                <a:cubicBezTo>
                  <a:pt x="9446147" y="6185290"/>
                  <a:pt x="9590194" y="6248207"/>
                  <a:pt x="9762388" y="6248207"/>
                </a:cubicBezTo>
                <a:cubicBezTo>
                  <a:pt x="9933754" y="6248207"/>
                  <a:pt x="10077388" y="6184876"/>
                  <a:pt x="10193288" y="6058214"/>
                </a:cubicBezTo>
                <a:cubicBezTo>
                  <a:pt x="10306704" y="5935691"/>
                  <a:pt x="10363412" y="5787919"/>
                  <a:pt x="10363412" y="5614897"/>
                </a:cubicBezTo>
                <a:cubicBezTo>
                  <a:pt x="10363412" y="5442703"/>
                  <a:pt x="10306290" y="5296172"/>
                  <a:pt x="10192046" y="5175305"/>
                </a:cubicBezTo>
                <a:cubicBezTo>
                  <a:pt x="10076146" y="5051127"/>
                  <a:pt x="9932926" y="4989038"/>
                  <a:pt x="9762388" y="4989038"/>
                </a:cubicBezTo>
                <a:close/>
                <a:moveTo>
                  <a:pt x="7689534" y="4477422"/>
                </a:moveTo>
                <a:cubicBezTo>
                  <a:pt x="7669665" y="4477422"/>
                  <a:pt x="7659731" y="4488598"/>
                  <a:pt x="7659731" y="4510951"/>
                </a:cubicBezTo>
                <a:cubicBezTo>
                  <a:pt x="7659731" y="4707980"/>
                  <a:pt x="7660559" y="4858650"/>
                  <a:pt x="7662214" y="4962960"/>
                </a:cubicBezTo>
                <a:cubicBezTo>
                  <a:pt x="7662214" y="4986140"/>
                  <a:pt x="7669665" y="5010148"/>
                  <a:pt x="7684566" y="5034984"/>
                </a:cubicBezTo>
                <a:cubicBezTo>
                  <a:pt x="7729271" y="5107007"/>
                  <a:pt x="7802122" y="5212145"/>
                  <a:pt x="7903121" y="5350397"/>
                </a:cubicBezTo>
                <a:cubicBezTo>
                  <a:pt x="8021504" y="5505206"/>
                  <a:pt x="8110499" y="5621106"/>
                  <a:pt x="8170104" y="5698097"/>
                </a:cubicBezTo>
                <a:cubicBezTo>
                  <a:pt x="8190801" y="5727072"/>
                  <a:pt x="8201149" y="5760186"/>
                  <a:pt x="8201149" y="5797439"/>
                </a:cubicBezTo>
                <a:cubicBezTo>
                  <a:pt x="8201149" y="5840488"/>
                  <a:pt x="8198251" y="5905061"/>
                  <a:pt x="8192456" y="5991158"/>
                </a:cubicBezTo>
                <a:cubicBezTo>
                  <a:pt x="8186661" y="6077255"/>
                  <a:pt x="8183764" y="6141414"/>
                  <a:pt x="8183764" y="6183634"/>
                </a:cubicBezTo>
                <a:cubicBezTo>
                  <a:pt x="8183764" y="6207642"/>
                  <a:pt x="8192042" y="6219646"/>
                  <a:pt x="8208600" y="6219646"/>
                </a:cubicBezTo>
                <a:lnTo>
                  <a:pt x="8504144" y="6219646"/>
                </a:lnTo>
                <a:cubicBezTo>
                  <a:pt x="8524840" y="6219646"/>
                  <a:pt x="8535188" y="6212195"/>
                  <a:pt x="8535188" y="6197294"/>
                </a:cubicBezTo>
                <a:cubicBezTo>
                  <a:pt x="8535188" y="6153417"/>
                  <a:pt x="8532912" y="6086982"/>
                  <a:pt x="8528359" y="5997988"/>
                </a:cubicBezTo>
                <a:cubicBezTo>
                  <a:pt x="8523806" y="5908993"/>
                  <a:pt x="8521529" y="5842144"/>
                  <a:pt x="8521529" y="5797439"/>
                </a:cubicBezTo>
                <a:cubicBezTo>
                  <a:pt x="8521529" y="5764325"/>
                  <a:pt x="8533533" y="5732039"/>
                  <a:pt x="8557541" y="5700580"/>
                </a:cubicBezTo>
                <a:cubicBezTo>
                  <a:pt x="8654400" y="5573918"/>
                  <a:pt x="8751673" y="5447256"/>
                  <a:pt x="8849360" y="5320594"/>
                </a:cubicBezTo>
                <a:cubicBezTo>
                  <a:pt x="8996718" y="5117769"/>
                  <a:pt x="9070398" y="4992763"/>
                  <a:pt x="9070398" y="4945575"/>
                </a:cubicBezTo>
                <a:cubicBezTo>
                  <a:pt x="9070398" y="4898387"/>
                  <a:pt x="9069570" y="4827192"/>
                  <a:pt x="9067914" y="4731988"/>
                </a:cubicBezTo>
                <a:cubicBezTo>
                  <a:pt x="9066258" y="4636785"/>
                  <a:pt x="9065431" y="4565589"/>
                  <a:pt x="9065431" y="4518401"/>
                </a:cubicBezTo>
                <a:cubicBezTo>
                  <a:pt x="9065431" y="4491082"/>
                  <a:pt x="9055496" y="4477422"/>
                  <a:pt x="9035628" y="4477422"/>
                </a:cubicBezTo>
                <a:cubicBezTo>
                  <a:pt x="9019898" y="4477422"/>
                  <a:pt x="8996098" y="4478664"/>
                  <a:pt x="8964225" y="4481148"/>
                </a:cubicBezTo>
                <a:cubicBezTo>
                  <a:pt x="8932353" y="4483631"/>
                  <a:pt x="8908552" y="4484873"/>
                  <a:pt x="8892822" y="4484873"/>
                </a:cubicBezTo>
                <a:cubicBezTo>
                  <a:pt x="8877921" y="4484873"/>
                  <a:pt x="8855155" y="4483631"/>
                  <a:pt x="8824524" y="4481148"/>
                </a:cubicBezTo>
                <a:cubicBezTo>
                  <a:pt x="8793894" y="4478664"/>
                  <a:pt x="8771128" y="4477422"/>
                  <a:pt x="8756226" y="4477422"/>
                </a:cubicBezTo>
                <a:cubicBezTo>
                  <a:pt x="8737186" y="4477422"/>
                  <a:pt x="8727665" y="4488598"/>
                  <a:pt x="8727665" y="4510951"/>
                </a:cubicBezTo>
                <a:cubicBezTo>
                  <a:pt x="8727665" y="4555655"/>
                  <a:pt x="8730977" y="4623332"/>
                  <a:pt x="8737600" y="4713982"/>
                </a:cubicBezTo>
                <a:cubicBezTo>
                  <a:pt x="8744222" y="4804633"/>
                  <a:pt x="8747534" y="4872310"/>
                  <a:pt x="8747534" y="4917014"/>
                </a:cubicBezTo>
                <a:cubicBezTo>
                  <a:pt x="8747534" y="4945989"/>
                  <a:pt x="8691654" y="5032500"/>
                  <a:pt x="8579893" y="5176547"/>
                </a:cubicBezTo>
                <a:cubicBezTo>
                  <a:pt x="8499591" y="5280857"/>
                  <a:pt x="8428395" y="5368196"/>
                  <a:pt x="8366306" y="5438564"/>
                </a:cubicBezTo>
                <a:cubicBezTo>
                  <a:pt x="8103876" y="5138880"/>
                  <a:pt x="7972660" y="4964202"/>
                  <a:pt x="7972660" y="4914531"/>
                </a:cubicBezTo>
                <a:cubicBezTo>
                  <a:pt x="7972660" y="4868171"/>
                  <a:pt x="7975144" y="4798631"/>
                  <a:pt x="7980111" y="4705911"/>
                </a:cubicBezTo>
                <a:cubicBezTo>
                  <a:pt x="7985078" y="4613191"/>
                  <a:pt x="7987562" y="4543651"/>
                  <a:pt x="7987562" y="4497291"/>
                </a:cubicBezTo>
                <a:cubicBezTo>
                  <a:pt x="7987562" y="4484045"/>
                  <a:pt x="7980111" y="4477422"/>
                  <a:pt x="7965210" y="4477422"/>
                </a:cubicBezTo>
                <a:cubicBezTo>
                  <a:pt x="7947825" y="4477422"/>
                  <a:pt x="7922575" y="4478664"/>
                  <a:pt x="7889461" y="4481148"/>
                </a:cubicBezTo>
                <a:cubicBezTo>
                  <a:pt x="7856347" y="4483631"/>
                  <a:pt x="7831511" y="4484873"/>
                  <a:pt x="7814954" y="4484873"/>
                </a:cubicBezTo>
                <a:cubicBezTo>
                  <a:pt x="7800880" y="4484873"/>
                  <a:pt x="7779977" y="4483631"/>
                  <a:pt x="7752244" y="4481148"/>
                </a:cubicBezTo>
                <a:cubicBezTo>
                  <a:pt x="7724511" y="4478664"/>
                  <a:pt x="7703607" y="4477422"/>
                  <a:pt x="7689534" y="4477422"/>
                </a:cubicBezTo>
                <a:close/>
                <a:moveTo>
                  <a:pt x="6625556" y="3404620"/>
                </a:moveTo>
                <a:cubicBezTo>
                  <a:pt x="6778710" y="3404620"/>
                  <a:pt x="6855286" y="3463811"/>
                  <a:pt x="6855286" y="3582195"/>
                </a:cubicBezTo>
                <a:cubicBezTo>
                  <a:pt x="6855286" y="3669948"/>
                  <a:pt x="6813066" y="3736590"/>
                  <a:pt x="6728624" y="3782122"/>
                </a:cubicBezTo>
                <a:cubicBezTo>
                  <a:pt x="6660740" y="3818548"/>
                  <a:pt x="6578782" y="3836761"/>
                  <a:pt x="6482751" y="3836761"/>
                </a:cubicBezTo>
                <a:cubicBezTo>
                  <a:pt x="6387548" y="3836761"/>
                  <a:pt x="6306418" y="3830552"/>
                  <a:pt x="6239361" y="3818134"/>
                </a:cubicBezTo>
                <a:lnTo>
                  <a:pt x="6239361" y="3633108"/>
                </a:lnTo>
                <a:cubicBezTo>
                  <a:pt x="6382580" y="3480782"/>
                  <a:pt x="6511312" y="3404620"/>
                  <a:pt x="6625556" y="3404620"/>
                </a:cubicBezTo>
                <a:close/>
                <a:moveTo>
                  <a:pt x="3745760" y="3390960"/>
                </a:moveTo>
                <a:cubicBezTo>
                  <a:pt x="3845103" y="3390960"/>
                  <a:pt x="3926647" y="3430283"/>
                  <a:pt x="3990392" y="3508930"/>
                </a:cubicBezTo>
                <a:cubicBezTo>
                  <a:pt x="4050825" y="3581781"/>
                  <a:pt x="4081042" y="3669120"/>
                  <a:pt x="4081042" y="3770946"/>
                </a:cubicBezTo>
                <a:cubicBezTo>
                  <a:pt x="4081042" y="3869461"/>
                  <a:pt x="4050412" y="3955558"/>
                  <a:pt x="3989150" y="4029237"/>
                </a:cubicBezTo>
                <a:cubicBezTo>
                  <a:pt x="3923749" y="4107884"/>
                  <a:pt x="3842620" y="4147207"/>
                  <a:pt x="3745760" y="4147207"/>
                </a:cubicBezTo>
                <a:cubicBezTo>
                  <a:pt x="3646418" y="4147207"/>
                  <a:pt x="3563632" y="4108711"/>
                  <a:pt x="3497403" y="4031721"/>
                </a:cubicBezTo>
                <a:cubicBezTo>
                  <a:pt x="3433658" y="3958042"/>
                  <a:pt x="3401786" y="3871117"/>
                  <a:pt x="3401786" y="3770946"/>
                </a:cubicBezTo>
                <a:cubicBezTo>
                  <a:pt x="3401786" y="3669948"/>
                  <a:pt x="3433658" y="3582195"/>
                  <a:pt x="3497403" y="3507688"/>
                </a:cubicBezTo>
                <a:cubicBezTo>
                  <a:pt x="3563632" y="3429869"/>
                  <a:pt x="3646418" y="3390960"/>
                  <a:pt x="3745760" y="3390960"/>
                </a:cubicBezTo>
                <a:close/>
                <a:moveTo>
                  <a:pt x="5310683" y="3159988"/>
                </a:moveTo>
                <a:cubicBezTo>
                  <a:pt x="5229554" y="3159988"/>
                  <a:pt x="5145526" y="3186480"/>
                  <a:pt x="5058601" y="3239462"/>
                </a:cubicBezTo>
                <a:cubicBezTo>
                  <a:pt x="4988234" y="3289962"/>
                  <a:pt x="4931525" y="3332182"/>
                  <a:pt x="4888476" y="3366125"/>
                </a:cubicBezTo>
                <a:cubicBezTo>
                  <a:pt x="4873575" y="3313970"/>
                  <a:pt x="4864054" y="3262228"/>
                  <a:pt x="4859915" y="3210901"/>
                </a:cubicBezTo>
                <a:cubicBezTo>
                  <a:pt x="4858260" y="3197656"/>
                  <a:pt x="4854948" y="3191033"/>
                  <a:pt x="4849981" y="3191033"/>
                </a:cubicBezTo>
                <a:cubicBezTo>
                  <a:pt x="4845842" y="3191033"/>
                  <a:pt x="4799275" y="3198276"/>
                  <a:pt x="4710281" y="3212764"/>
                </a:cubicBezTo>
                <a:cubicBezTo>
                  <a:pt x="4621286" y="3227251"/>
                  <a:pt x="4573891" y="3234909"/>
                  <a:pt x="4568096" y="3235737"/>
                </a:cubicBezTo>
                <a:cubicBezTo>
                  <a:pt x="4557334" y="3239048"/>
                  <a:pt x="4551953" y="3244843"/>
                  <a:pt x="4551953" y="3253122"/>
                </a:cubicBezTo>
                <a:cubicBezTo>
                  <a:pt x="4551953" y="3256433"/>
                  <a:pt x="4553194" y="3261815"/>
                  <a:pt x="4555678" y="3269265"/>
                </a:cubicBezTo>
                <a:cubicBezTo>
                  <a:pt x="4592932" y="3418279"/>
                  <a:pt x="4611559" y="3580953"/>
                  <a:pt x="4611559" y="3757286"/>
                </a:cubicBezTo>
                <a:cubicBezTo>
                  <a:pt x="4611559" y="3823515"/>
                  <a:pt x="4610524" y="3922030"/>
                  <a:pt x="4608454" y="4052831"/>
                </a:cubicBezTo>
                <a:cubicBezTo>
                  <a:pt x="4606384" y="4183632"/>
                  <a:pt x="4605349" y="4281733"/>
                  <a:pt x="4605349" y="4347134"/>
                </a:cubicBezTo>
                <a:cubicBezTo>
                  <a:pt x="4605349" y="4366175"/>
                  <a:pt x="4614042" y="4375695"/>
                  <a:pt x="4631427" y="4375695"/>
                </a:cubicBezTo>
                <a:cubicBezTo>
                  <a:pt x="4657919" y="4375695"/>
                  <a:pt x="4697655" y="4376109"/>
                  <a:pt x="4750639" y="4376937"/>
                </a:cubicBezTo>
                <a:cubicBezTo>
                  <a:pt x="4803621" y="4377765"/>
                  <a:pt x="4843359" y="4378179"/>
                  <a:pt x="4869850" y="4378179"/>
                </a:cubicBezTo>
                <a:cubicBezTo>
                  <a:pt x="4885579" y="4378179"/>
                  <a:pt x="4893443" y="4367830"/>
                  <a:pt x="4893443" y="4347134"/>
                </a:cubicBezTo>
                <a:lnTo>
                  <a:pt x="4893443" y="3602063"/>
                </a:lnTo>
                <a:cubicBezTo>
                  <a:pt x="4893443" y="3563982"/>
                  <a:pt x="4932353" y="3520520"/>
                  <a:pt x="5010171" y="3471676"/>
                </a:cubicBezTo>
                <a:cubicBezTo>
                  <a:pt x="5083851" y="3425316"/>
                  <a:pt x="5141386" y="3402137"/>
                  <a:pt x="5182779" y="3402137"/>
                </a:cubicBezTo>
                <a:cubicBezTo>
                  <a:pt x="5272188" y="3402137"/>
                  <a:pt x="5333450" y="3425316"/>
                  <a:pt x="5366563" y="3471676"/>
                </a:cubicBezTo>
                <a:cubicBezTo>
                  <a:pt x="5393883" y="3510585"/>
                  <a:pt x="5407542" y="3577228"/>
                  <a:pt x="5407542" y="3671603"/>
                </a:cubicBezTo>
                <a:cubicBezTo>
                  <a:pt x="5407542" y="3704718"/>
                  <a:pt x="5407956" y="3754182"/>
                  <a:pt x="5408784" y="3819997"/>
                </a:cubicBezTo>
                <a:cubicBezTo>
                  <a:pt x="5409612" y="3885811"/>
                  <a:pt x="5410026" y="3935276"/>
                  <a:pt x="5410026" y="3968390"/>
                </a:cubicBezTo>
                <a:cubicBezTo>
                  <a:pt x="5410026" y="4009783"/>
                  <a:pt x="5408784" y="4071872"/>
                  <a:pt x="5406300" y="4154657"/>
                </a:cubicBezTo>
                <a:cubicBezTo>
                  <a:pt x="5403817" y="4237443"/>
                  <a:pt x="5402575" y="4299118"/>
                  <a:pt x="5402575" y="4339683"/>
                </a:cubicBezTo>
                <a:cubicBezTo>
                  <a:pt x="5402575" y="4363691"/>
                  <a:pt x="5410026" y="4375695"/>
                  <a:pt x="5424927" y="4375695"/>
                </a:cubicBezTo>
                <a:cubicBezTo>
                  <a:pt x="5452247" y="4375695"/>
                  <a:pt x="5493018" y="4376109"/>
                  <a:pt x="5547244" y="4376937"/>
                </a:cubicBezTo>
                <a:cubicBezTo>
                  <a:pt x="5601468" y="4377765"/>
                  <a:pt x="5642240" y="4378179"/>
                  <a:pt x="5669559" y="4378179"/>
                </a:cubicBezTo>
                <a:cubicBezTo>
                  <a:pt x="5686116" y="4378179"/>
                  <a:pt x="5694395" y="4369072"/>
                  <a:pt x="5694395" y="4350859"/>
                </a:cubicBezTo>
                <a:cubicBezTo>
                  <a:pt x="5694395" y="4295393"/>
                  <a:pt x="5693567" y="4212607"/>
                  <a:pt x="5691911" y="4102503"/>
                </a:cubicBezTo>
                <a:cubicBezTo>
                  <a:pt x="5690255" y="3992398"/>
                  <a:pt x="5689428" y="3909612"/>
                  <a:pt x="5689428" y="3854146"/>
                </a:cubicBezTo>
                <a:cubicBezTo>
                  <a:pt x="5689428" y="3827654"/>
                  <a:pt x="5690048" y="3787917"/>
                  <a:pt x="5691290" y="3734934"/>
                </a:cubicBezTo>
                <a:cubicBezTo>
                  <a:pt x="5692532" y="3681952"/>
                  <a:pt x="5693153" y="3642628"/>
                  <a:pt x="5693153" y="3616965"/>
                </a:cubicBezTo>
                <a:cubicBezTo>
                  <a:pt x="5693153" y="3468778"/>
                  <a:pt x="5672042" y="3361571"/>
                  <a:pt x="5629822" y="3295343"/>
                </a:cubicBezTo>
                <a:cubicBezTo>
                  <a:pt x="5572700" y="3205106"/>
                  <a:pt x="5466320" y="3159988"/>
                  <a:pt x="5310683" y="3159988"/>
                </a:cubicBezTo>
                <a:close/>
                <a:moveTo>
                  <a:pt x="3709749" y="3142603"/>
                </a:moveTo>
                <a:cubicBezTo>
                  <a:pt x="3530104" y="3142603"/>
                  <a:pt x="3385229" y="3205106"/>
                  <a:pt x="3275124" y="3330113"/>
                </a:cubicBezTo>
                <a:cubicBezTo>
                  <a:pt x="3169986" y="3450152"/>
                  <a:pt x="3117417" y="3602063"/>
                  <a:pt x="3117417" y="3785847"/>
                </a:cubicBezTo>
                <a:cubicBezTo>
                  <a:pt x="3117417" y="3948935"/>
                  <a:pt x="3169572" y="4091740"/>
                  <a:pt x="3273882" y="4214263"/>
                </a:cubicBezTo>
                <a:cubicBezTo>
                  <a:pt x="3383987" y="4342581"/>
                  <a:pt x="3519342" y="4406740"/>
                  <a:pt x="3679946" y="4406740"/>
                </a:cubicBezTo>
                <a:cubicBezTo>
                  <a:pt x="3745346" y="4406740"/>
                  <a:pt x="3810747" y="4390182"/>
                  <a:pt x="3876148" y="4357068"/>
                </a:cubicBezTo>
                <a:cubicBezTo>
                  <a:pt x="3918368" y="4336372"/>
                  <a:pt x="3963901" y="4306155"/>
                  <a:pt x="4012744" y="4266418"/>
                </a:cubicBezTo>
                <a:cubicBezTo>
                  <a:pt x="4052481" y="4234132"/>
                  <a:pt x="4074833" y="4217989"/>
                  <a:pt x="4079800" y="4217989"/>
                </a:cubicBezTo>
                <a:cubicBezTo>
                  <a:pt x="4087251" y="4217989"/>
                  <a:pt x="4095116" y="4246963"/>
                  <a:pt x="4103394" y="4304913"/>
                </a:cubicBezTo>
                <a:cubicBezTo>
                  <a:pt x="4111673" y="4362863"/>
                  <a:pt x="4123677" y="4391838"/>
                  <a:pt x="4139406" y="4391838"/>
                </a:cubicBezTo>
                <a:cubicBezTo>
                  <a:pt x="4161758" y="4391838"/>
                  <a:pt x="4195907" y="4389148"/>
                  <a:pt x="4241853" y="4383767"/>
                </a:cubicBezTo>
                <a:cubicBezTo>
                  <a:pt x="4287799" y="4378386"/>
                  <a:pt x="4322156" y="4375695"/>
                  <a:pt x="4344921" y="4375695"/>
                </a:cubicBezTo>
                <a:cubicBezTo>
                  <a:pt x="4367688" y="4375695"/>
                  <a:pt x="4378656" y="4363691"/>
                  <a:pt x="4377828" y="4339683"/>
                </a:cubicBezTo>
                <a:lnTo>
                  <a:pt x="4376587" y="4322298"/>
                </a:lnTo>
                <a:cubicBezTo>
                  <a:pt x="4355890" y="3958869"/>
                  <a:pt x="4345542" y="3773016"/>
                  <a:pt x="4345542" y="3764737"/>
                </a:cubicBezTo>
                <a:cubicBezTo>
                  <a:pt x="4345542" y="3627313"/>
                  <a:pt x="4361686" y="3463811"/>
                  <a:pt x="4393972" y="3274232"/>
                </a:cubicBezTo>
                <a:cubicBezTo>
                  <a:pt x="4396455" y="3262642"/>
                  <a:pt x="4397697" y="3255192"/>
                  <a:pt x="4397697" y="3251881"/>
                </a:cubicBezTo>
                <a:cubicBezTo>
                  <a:pt x="4397697" y="3240290"/>
                  <a:pt x="4363755" y="3227044"/>
                  <a:pt x="4295871" y="3212143"/>
                </a:cubicBezTo>
                <a:cubicBezTo>
                  <a:pt x="4234610" y="3199726"/>
                  <a:pt x="4192803" y="3193516"/>
                  <a:pt x="4170451" y="3193516"/>
                </a:cubicBezTo>
                <a:cubicBezTo>
                  <a:pt x="4156377" y="3193516"/>
                  <a:pt x="4144787" y="3219594"/>
                  <a:pt x="4135681" y="3271749"/>
                </a:cubicBezTo>
                <a:cubicBezTo>
                  <a:pt x="4126574" y="3323904"/>
                  <a:pt x="4119537" y="3349982"/>
                  <a:pt x="4114570" y="3349982"/>
                </a:cubicBezTo>
                <a:cubicBezTo>
                  <a:pt x="4112087" y="3349982"/>
                  <a:pt x="4109603" y="3348739"/>
                  <a:pt x="4107120" y="3346256"/>
                </a:cubicBezTo>
                <a:cubicBezTo>
                  <a:pt x="4077317" y="3314797"/>
                  <a:pt x="4055379" y="3290789"/>
                  <a:pt x="4041305" y="3274232"/>
                </a:cubicBezTo>
                <a:cubicBezTo>
                  <a:pt x="3946929" y="3186480"/>
                  <a:pt x="3836411" y="3142603"/>
                  <a:pt x="3709749" y="3142603"/>
                </a:cubicBezTo>
                <a:close/>
                <a:moveTo>
                  <a:pt x="1678147" y="2623537"/>
                </a:moveTo>
                <a:lnTo>
                  <a:pt x="1681958" y="2623908"/>
                </a:lnTo>
                <a:lnTo>
                  <a:pt x="1680242" y="2624313"/>
                </a:lnTo>
                <a:cubicBezTo>
                  <a:pt x="1668290" y="2625865"/>
                  <a:pt x="1614195" y="2629746"/>
                  <a:pt x="1517957" y="2635955"/>
                </a:cubicBezTo>
                <a:cubicBezTo>
                  <a:pt x="1330033" y="2648373"/>
                  <a:pt x="1194679" y="2654582"/>
                  <a:pt x="1111893" y="2654582"/>
                </a:cubicBezTo>
                <a:cubicBezTo>
                  <a:pt x="1018345" y="2654582"/>
                  <a:pt x="825041" y="2645889"/>
                  <a:pt x="531980" y="2628504"/>
                </a:cubicBezTo>
                <a:lnTo>
                  <a:pt x="517078" y="2627263"/>
                </a:lnTo>
                <a:cubicBezTo>
                  <a:pt x="507144" y="2627263"/>
                  <a:pt x="500107" y="2632643"/>
                  <a:pt x="495968" y="2643406"/>
                </a:cubicBezTo>
                <a:cubicBezTo>
                  <a:pt x="486034" y="2694733"/>
                  <a:pt x="480239" y="2734884"/>
                  <a:pt x="478583" y="2763859"/>
                </a:cubicBezTo>
                <a:cubicBezTo>
                  <a:pt x="476927" y="2770482"/>
                  <a:pt x="471546" y="2792006"/>
                  <a:pt x="462440" y="2828431"/>
                </a:cubicBezTo>
                <a:cubicBezTo>
                  <a:pt x="454989" y="2856579"/>
                  <a:pt x="451264" y="2878103"/>
                  <a:pt x="451264" y="2893004"/>
                </a:cubicBezTo>
                <a:cubicBezTo>
                  <a:pt x="451264" y="2901283"/>
                  <a:pt x="456231" y="2905423"/>
                  <a:pt x="466165" y="2905423"/>
                </a:cubicBezTo>
                <a:cubicBezTo>
                  <a:pt x="565508" y="2905423"/>
                  <a:pt x="721973" y="2898799"/>
                  <a:pt x="935560" y="2885554"/>
                </a:cubicBezTo>
                <a:cubicBezTo>
                  <a:pt x="944666" y="3143017"/>
                  <a:pt x="949219" y="3345428"/>
                  <a:pt x="949219" y="3492786"/>
                </a:cubicBezTo>
                <a:cubicBezTo>
                  <a:pt x="949219" y="3587990"/>
                  <a:pt x="945287" y="3730174"/>
                  <a:pt x="937422" y="3919339"/>
                </a:cubicBezTo>
                <a:cubicBezTo>
                  <a:pt x="929558" y="4108504"/>
                  <a:pt x="925626" y="4250275"/>
                  <a:pt x="925626" y="4344650"/>
                </a:cubicBezTo>
                <a:cubicBezTo>
                  <a:pt x="925626" y="4365347"/>
                  <a:pt x="935974" y="4375695"/>
                  <a:pt x="956670" y="4375695"/>
                </a:cubicBezTo>
                <a:cubicBezTo>
                  <a:pt x="971571" y="4375695"/>
                  <a:pt x="994338" y="4374453"/>
                  <a:pt x="1024968" y="4371970"/>
                </a:cubicBezTo>
                <a:cubicBezTo>
                  <a:pt x="1055599" y="4369486"/>
                  <a:pt x="1078365" y="4368244"/>
                  <a:pt x="1093266" y="4368244"/>
                </a:cubicBezTo>
                <a:cubicBezTo>
                  <a:pt x="1108996" y="4368244"/>
                  <a:pt x="1132176" y="4369486"/>
                  <a:pt x="1162806" y="4371970"/>
                </a:cubicBezTo>
                <a:cubicBezTo>
                  <a:pt x="1193437" y="4374453"/>
                  <a:pt x="1216203" y="4375695"/>
                  <a:pt x="1231105" y="4375695"/>
                </a:cubicBezTo>
                <a:cubicBezTo>
                  <a:pt x="1255112" y="4375695"/>
                  <a:pt x="1267116" y="4367003"/>
                  <a:pt x="1267116" y="4349618"/>
                </a:cubicBezTo>
                <a:cubicBezTo>
                  <a:pt x="1267116" y="4254414"/>
                  <a:pt x="1263598" y="4111609"/>
                  <a:pt x="1256561" y="3921202"/>
                </a:cubicBezTo>
                <a:cubicBezTo>
                  <a:pt x="1249524" y="3730795"/>
                  <a:pt x="1246006" y="3587990"/>
                  <a:pt x="1246006" y="3492786"/>
                </a:cubicBezTo>
                <a:cubicBezTo>
                  <a:pt x="1246006" y="3340461"/>
                  <a:pt x="1249731" y="3138050"/>
                  <a:pt x="1257182" y="2885554"/>
                </a:cubicBezTo>
                <a:cubicBezTo>
                  <a:pt x="1527063" y="2895488"/>
                  <a:pt x="1673594" y="2900455"/>
                  <a:pt x="1696774" y="2900455"/>
                </a:cubicBezTo>
                <a:cubicBezTo>
                  <a:pt x="1711675" y="2900455"/>
                  <a:pt x="1719126" y="2889693"/>
                  <a:pt x="1719126" y="2868169"/>
                </a:cubicBezTo>
                <a:cubicBezTo>
                  <a:pt x="1719126" y="2856579"/>
                  <a:pt x="1717884" y="2839401"/>
                  <a:pt x="1715400" y="2816635"/>
                </a:cubicBezTo>
                <a:cubicBezTo>
                  <a:pt x="1712917" y="2793868"/>
                  <a:pt x="1711675" y="2777105"/>
                  <a:pt x="1711675" y="2766342"/>
                </a:cubicBezTo>
                <a:cubicBezTo>
                  <a:pt x="1711675" y="2676934"/>
                  <a:pt x="1712503" y="2636783"/>
                  <a:pt x="1714159" y="2645889"/>
                </a:cubicBezTo>
                <a:cubicBezTo>
                  <a:pt x="1712296" y="2634713"/>
                  <a:pt x="1705078" y="2627728"/>
                  <a:pt x="1692505" y="2624934"/>
                </a:cubicBezTo>
                <a:lnTo>
                  <a:pt x="1681958" y="2623908"/>
                </a:lnTo>
                <a:lnTo>
                  <a:pt x="1682707" y="2623731"/>
                </a:lnTo>
                <a:cubicBezTo>
                  <a:pt x="1682357" y="2623602"/>
                  <a:pt x="1680837" y="2623537"/>
                  <a:pt x="1678147" y="2623537"/>
                </a:cubicBezTo>
                <a:close/>
                <a:moveTo>
                  <a:pt x="2136175" y="2609878"/>
                </a:moveTo>
                <a:cubicBezTo>
                  <a:pt x="2120446" y="2609878"/>
                  <a:pt x="2095196" y="2612982"/>
                  <a:pt x="2060426" y="2619191"/>
                </a:cubicBezTo>
                <a:cubicBezTo>
                  <a:pt x="2025656" y="2625400"/>
                  <a:pt x="1999579" y="2628504"/>
                  <a:pt x="1982194" y="2628504"/>
                </a:cubicBezTo>
                <a:cubicBezTo>
                  <a:pt x="1902719" y="2628504"/>
                  <a:pt x="1855945" y="2630988"/>
                  <a:pt x="1841872" y="2635955"/>
                </a:cubicBezTo>
                <a:cubicBezTo>
                  <a:pt x="1831937" y="2639266"/>
                  <a:pt x="1826970" y="2647959"/>
                  <a:pt x="1826970" y="2662033"/>
                </a:cubicBezTo>
                <a:cubicBezTo>
                  <a:pt x="1826970" y="2665344"/>
                  <a:pt x="1827798" y="2671967"/>
                  <a:pt x="1829454" y="2681901"/>
                </a:cubicBezTo>
                <a:cubicBezTo>
                  <a:pt x="1841872" y="2874791"/>
                  <a:pt x="1848909" y="3020494"/>
                  <a:pt x="1850564" y="3119009"/>
                </a:cubicBezTo>
                <a:cubicBezTo>
                  <a:pt x="1861326" y="3436906"/>
                  <a:pt x="1866707" y="3644698"/>
                  <a:pt x="1866707" y="3742385"/>
                </a:cubicBezTo>
                <a:lnTo>
                  <a:pt x="1866707" y="4342167"/>
                </a:lnTo>
                <a:cubicBezTo>
                  <a:pt x="1866707" y="4364519"/>
                  <a:pt x="1876228" y="4375695"/>
                  <a:pt x="1895268" y="4375695"/>
                </a:cubicBezTo>
                <a:cubicBezTo>
                  <a:pt x="1920932" y="4375695"/>
                  <a:pt x="1959427" y="4376109"/>
                  <a:pt x="2010754" y="4376937"/>
                </a:cubicBezTo>
                <a:cubicBezTo>
                  <a:pt x="2062082" y="4377765"/>
                  <a:pt x="2100577" y="4378179"/>
                  <a:pt x="2126241" y="4378179"/>
                </a:cubicBezTo>
                <a:cubicBezTo>
                  <a:pt x="2143626" y="4378179"/>
                  <a:pt x="2152318" y="4366175"/>
                  <a:pt x="2152318" y="4342167"/>
                </a:cubicBezTo>
                <a:lnTo>
                  <a:pt x="2152318" y="3604547"/>
                </a:lnTo>
                <a:cubicBezTo>
                  <a:pt x="2152318" y="3563982"/>
                  <a:pt x="2191641" y="3519278"/>
                  <a:pt x="2270288" y="3470434"/>
                </a:cubicBezTo>
                <a:cubicBezTo>
                  <a:pt x="2343967" y="3424902"/>
                  <a:pt x="2403572" y="3402137"/>
                  <a:pt x="2449105" y="3402137"/>
                </a:cubicBezTo>
                <a:cubicBezTo>
                  <a:pt x="2589840" y="3402137"/>
                  <a:pt x="2660208" y="3476643"/>
                  <a:pt x="2660208" y="3625657"/>
                </a:cubicBezTo>
                <a:cubicBezTo>
                  <a:pt x="2660208" y="3664567"/>
                  <a:pt x="2661657" y="3722723"/>
                  <a:pt x="2664554" y="3800128"/>
                </a:cubicBezTo>
                <a:cubicBezTo>
                  <a:pt x="2667452" y="3877533"/>
                  <a:pt x="2668901" y="3935276"/>
                  <a:pt x="2668901" y="3973357"/>
                </a:cubicBezTo>
                <a:cubicBezTo>
                  <a:pt x="2668901" y="4013922"/>
                  <a:pt x="2667452" y="4074355"/>
                  <a:pt x="2664554" y="4154657"/>
                </a:cubicBezTo>
                <a:cubicBezTo>
                  <a:pt x="2661657" y="4234960"/>
                  <a:pt x="2660208" y="4294979"/>
                  <a:pt x="2660208" y="4334716"/>
                </a:cubicBezTo>
                <a:cubicBezTo>
                  <a:pt x="2660208" y="4362035"/>
                  <a:pt x="2670556" y="4375695"/>
                  <a:pt x="2691253" y="4375695"/>
                </a:cubicBezTo>
                <a:cubicBezTo>
                  <a:pt x="2716916" y="4375695"/>
                  <a:pt x="2755826" y="4376109"/>
                  <a:pt x="2807981" y="4376937"/>
                </a:cubicBezTo>
                <a:cubicBezTo>
                  <a:pt x="2860135" y="4377765"/>
                  <a:pt x="2899045" y="4378179"/>
                  <a:pt x="2924708" y="4378179"/>
                </a:cubicBezTo>
                <a:cubicBezTo>
                  <a:pt x="2942093" y="4378179"/>
                  <a:pt x="2950786" y="4362863"/>
                  <a:pt x="2950786" y="4332233"/>
                </a:cubicBezTo>
                <a:cubicBezTo>
                  <a:pt x="2950786" y="4280078"/>
                  <a:pt x="2949958" y="4201431"/>
                  <a:pt x="2948302" y="4096294"/>
                </a:cubicBezTo>
                <a:cubicBezTo>
                  <a:pt x="2946646" y="3991156"/>
                  <a:pt x="2945818" y="3912096"/>
                  <a:pt x="2945818" y="3859113"/>
                </a:cubicBezTo>
                <a:cubicBezTo>
                  <a:pt x="2945818" y="3833449"/>
                  <a:pt x="2946439" y="3793919"/>
                  <a:pt x="2947681" y="3740522"/>
                </a:cubicBezTo>
                <a:cubicBezTo>
                  <a:pt x="2948923" y="3687126"/>
                  <a:pt x="2949544" y="3647595"/>
                  <a:pt x="2949544" y="3621932"/>
                </a:cubicBezTo>
                <a:cubicBezTo>
                  <a:pt x="2949544" y="3474573"/>
                  <a:pt x="2928434" y="3366952"/>
                  <a:pt x="2886213" y="3299068"/>
                </a:cubicBezTo>
                <a:cubicBezTo>
                  <a:pt x="2827435" y="3206348"/>
                  <a:pt x="2720228" y="3159988"/>
                  <a:pt x="2564591" y="3159988"/>
                </a:cubicBezTo>
                <a:cubicBezTo>
                  <a:pt x="2474354" y="3159988"/>
                  <a:pt x="2388671" y="3185238"/>
                  <a:pt x="2307541" y="3235737"/>
                </a:cubicBezTo>
                <a:cubicBezTo>
                  <a:pt x="2240485" y="3286236"/>
                  <a:pt x="2185846" y="3329285"/>
                  <a:pt x="2143626" y="3364883"/>
                </a:cubicBezTo>
                <a:cubicBezTo>
                  <a:pt x="2137003" y="3364055"/>
                  <a:pt x="2133691" y="3354120"/>
                  <a:pt x="2133691" y="3335080"/>
                </a:cubicBezTo>
                <a:cubicBezTo>
                  <a:pt x="2133691" y="3257261"/>
                  <a:pt x="2136796" y="3140326"/>
                  <a:pt x="2143005" y="2984276"/>
                </a:cubicBezTo>
                <a:cubicBezTo>
                  <a:pt x="2149214" y="2828225"/>
                  <a:pt x="2152318" y="2711290"/>
                  <a:pt x="2152318" y="2633471"/>
                </a:cubicBezTo>
                <a:cubicBezTo>
                  <a:pt x="2152318" y="2617742"/>
                  <a:pt x="2146937" y="2609878"/>
                  <a:pt x="2136175" y="2609878"/>
                </a:cubicBezTo>
                <a:close/>
                <a:moveTo>
                  <a:pt x="6224460" y="2606152"/>
                </a:moveTo>
                <a:cubicBezTo>
                  <a:pt x="6206247" y="2606152"/>
                  <a:pt x="6182239" y="2608222"/>
                  <a:pt x="6152436" y="2612361"/>
                </a:cubicBezTo>
                <a:cubicBezTo>
                  <a:pt x="6115183" y="2617328"/>
                  <a:pt x="6090761" y="2620226"/>
                  <a:pt x="6079172" y="2621054"/>
                </a:cubicBezTo>
                <a:cubicBezTo>
                  <a:pt x="6023705" y="2623537"/>
                  <a:pt x="5982312" y="2625193"/>
                  <a:pt x="5954993" y="2626021"/>
                </a:cubicBezTo>
                <a:cubicBezTo>
                  <a:pt x="5939263" y="2627676"/>
                  <a:pt x="5931399" y="2635955"/>
                  <a:pt x="5931399" y="2650857"/>
                </a:cubicBezTo>
                <a:cubicBezTo>
                  <a:pt x="5931399" y="2751855"/>
                  <a:pt x="5935331" y="2902939"/>
                  <a:pt x="5943196" y="3104108"/>
                </a:cubicBezTo>
                <a:cubicBezTo>
                  <a:pt x="5951061" y="3305277"/>
                  <a:pt x="5954993" y="3456361"/>
                  <a:pt x="5954993" y="3557359"/>
                </a:cubicBezTo>
                <a:lnTo>
                  <a:pt x="5954993" y="4329749"/>
                </a:lnTo>
                <a:cubicBezTo>
                  <a:pt x="5954993" y="4362035"/>
                  <a:pt x="5964099" y="4378179"/>
                  <a:pt x="5982312" y="4378179"/>
                </a:cubicBezTo>
                <a:cubicBezTo>
                  <a:pt x="6008803" y="4378179"/>
                  <a:pt x="6047920" y="4378593"/>
                  <a:pt x="6099660" y="4379420"/>
                </a:cubicBezTo>
                <a:cubicBezTo>
                  <a:pt x="6151402" y="4380248"/>
                  <a:pt x="6190518" y="4380662"/>
                  <a:pt x="6217009" y="4380662"/>
                </a:cubicBezTo>
                <a:cubicBezTo>
                  <a:pt x="6235222" y="4380662"/>
                  <a:pt x="6244328" y="4367830"/>
                  <a:pt x="6244328" y="4342167"/>
                </a:cubicBezTo>
                <a:lnTo>
                  <a:pt x="6244328" y="4035446"/>
                </a:lnTo>
                <a:lnTo>
                  <a:pt x="6292758" y="4034204"/>
                </a:lnTo>
                <a:cubicBezTo>
                  <a:pt x="6462469" y="4031721"/>
                  <a:pt x="6552291" y="4037930"/>
                  <a:pt x="6562225" y="4052831"/>
                </a:cubicBezTo>
                <a:cubicBezTo>
                  <a:pt x="6645839" y="4179493"/>
                  <a:pt x="6707100" y="4275938"/>
                  <a:pt x="6746009" y="4342167"/>
                </a:cubicBezTo>
                <a:cubicBezTo>
                  <a:pt x="6760911" y="4367003"/>
                  <a:pt x="6797750" y="4379420"/>
                  <a:pt x="6856528" y="4379420"/>
                </a:cubicBezTo>
                <a:cubicBezTo>
                  <a:pt x="6883848" y="4379420"/>
                  <a:pt x="6924826" y="4378179"/>
                  <a:pt x="6979465" y="4375695"/>
                </a:cubicBezTo>
                <a:cubicBezTo>
                  <a:pt x="7062251" y="4371556"/>
                  <a:pt x="7103643" y="4363277"/>
                  <a:pt x="7103643" y="4350859"/>
                </a:cubicBezTo>
                <a:cubicBezTo>
                  <a:pt x="7103643" y="4350859"/>
                  <a:pt x="7062251" y="4295600"/>
                  <a:pt x="6979465" y="4185081"/>
                </a:cubicBezTo>
                <a:cubicBezTo>
                  <a:pt x="6896679" y="4074562"/>
                  <a:pt x="6855286" y="3998193"/>
                  <a:pt x="6855286" y="3955972"/>
                </a:cubicBezTo>
                <a:cubicBezTo>
                  <a:pt x="7054800" y="3883121"/>
                  <a:pt x="7154557" y="3739074"/>
                  <a:pt x="7154557" y="3523831"/>
                </a:cubicBezTo>
                <a:cubicBezTo>
                  <a:pt x="7154557" y="3404620"/>
                  <a:pt x="7112336" y="3310658"/>
                  <a:pt x="7027895" y="3241946"/>
                </a:cubicBezTo>
                <a:cubicBezTo>
                  <a:pt x="6950076" y="3179029"/>
                  <a:pt x="6849905" y="3147571"/>
                  <a:pt x="6727383" y="3147571"/>
                </a:cubicBezTo>
                <a:cubicBezTo>
                  <a:pt x="6601548" y="3147571"/>
                  <a:pt x="6469091" y="3201381"/>
                  <a:pt x="6330012" y="3309002"/>
                </a:cubicBezTo>
                <a:cubicBezTo>
                  <a:pt x="6290274" y="3341289"/>
                  <a:pt x="6260472" y="3365711"/>
                  <a:pt x="6240603" y="3382267"/>
                </a:cubicBezTo>
                <a:cubicBezTo>
                  <a:pt x="6233152" y="3382267"/>
                  <a:pt x="6229427" y="3373575"/>
                  <a:pt x="6229427" y="3356191"/>
                </a:cubicBezTo>
                <a:lnTo>
                  <a:pt x="6229427" y="3035810"/>
                </a:lnTo>
                <a:cubicBezTo>
                  <a:pt x="6229427" y="2991105"/>
                  <a:pt x="6231497" y="2924463"/>
                  <a:pt x="6235636" y="2835882"/>
                </a:cubicBezTo>
                <a:cubicBezTo>
                  <a:pt x="6239775" y="2747302"/>
                  <a:pt x="6241845" y="2680659"/>
                  <a:pt x="6241845" y="2635955"/>
                </a:cubicBezTo>
                <a:cubicBezTo>
                  <a:pt x="6241845" y="2616086"/>
                  <a:pt x="6236050" y="2606152"/>
                  <a:pt x="6224460" y="2606152"/>
                </a:cubicBezTo>
                <a:close/>
                <a:moveTo>
                  <a:pt x="0" y="0"/>
                </a:moveTo>
                <a:lnTo>
                  <a:pt x="12192000" y="0"/>
                </a:lnTo>
                <a:lnTo>
                  <a:pt x="12192000" y="6858000"/>
                </a:lnTo>
                <a:lnTo>
                  <a:pt x="0" y="6858000"/>
                </a:lnTo>
                <a:close/>
              </a:path>
            </a:pathLst>
          </a:custGeom>
          <a:solidFill>
            <a:srgbClr val="E2E2E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extBox 3">
            <a:extLst>
              <a:ext uri="{FF2B5EF4-FFF2-40B4-BE49-F238E27FC236}">
                <a16:creationId xmlns:a16="http://schemas.microsoft.com/office/drawing/2014/main" id="{4DD065B3-BF6D-9992-1DA3-E9207FE551AE}"/>
              </a:ext>
            </a:extLst>
          </p:cNvPr>
          <p:cNvSpPr txBox="1"/>
          <p:nvPr/>
        </p:nvSpPr>
        <p:spPr>
          <a:xfrm>
            <a:off x="361949" y="285571"/>
            <a:ext cx="7423151" cy="1815882"/>
          </a:xfrm>
          <a:prstGeom prst="rect">
            <a:avLst/>
          </a:prstGeom>
          <a:noFill/>
        </p:spPr>
        <p:txBody>
          <a:bodyPr wrap="square" rtlCol="0">
            <a:spAutoFit/>
          </a:bodyPr>
          <a:lstStyle/>
          <a:p>
            <a:r>
              <a:rPr lang="en-US" sz="2800" b="1" dirty="0">
                <a:solidFill>
                  <a:srgbClr val="0C355D"/>
                </a:solidFill>
                <a:latin typeface="Berlin Sans FB" panose="020E0602020502020306" pitchFamily="34" charset="0"/>
              </a:rPr>
              <a:t>Thank You for Being Part of This Journey.</a:t>
            </a:r>
          </a:p>
          <a:p>
            <a:r>
              <a:rPr lang="en-US" sz="2800" dirty="0">
                <a:solidFill>
                  <a:srgbClr val="0C355D"/>
                </a:solidFill>
                <a:latin typeface="Berlin Sans FB" panose="020E0602020502020306" pitchFamily="34" charset="0"/>
              </a:rPr>
              <a:t>Every slide held a story — thank you for listening. Questions, thoughts, or reflections? Let’s hear them.</a:t>
            </a:r>
          </a:p>
        </p:txBody>
      </p:sp>
    </p:spTree>
    <p:extLst>
      <p:ext uri="{BB962C8B-B14F-4D97-AF65-F5344CB8AC3E}">
        <p14:creationId xmlns:p14="http://schemas.microsoft.com/office/powerpoint/2010/main" val="41126544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4073</TotalTime>
  <Words>2833</Words>
  <Application>Microsoft Office PowerPoint</Application>
  <PresentationFormat>Widescreen</PresentationFormat>
  <Paragraphs>846</Paragraphs>
  <Slides>119</Slides>
  <Notes>119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119</vt:i4>
      </vt:variant>
    </vt:vector>
  </HeadingPairs>
  <TitlesOfParts>
    <vt:vector size="126" baseType="lpstr">
      <vt:lpstr>Aptos</vt:lpstr>
      <vt:lpstr>Aptos Display</vt:lpstr>
      <vt:lpstr>Arial</vt:lpstr>
      <vt:lpstr>Berlin Sans FB</vt:lpstr>
      <vt:lpstr>DM Sans Bold</vt:lpstr>
      <vt:lpstr>TT Interphases Bold</vt:lpstr>
      <vt:lpstr>Office Theme</vt:lpstr>
      <vt:lpstr>PowerPoint Presentation</vt:lpstr>
      <vt:lpstr>SIGMA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arwa desouki</dc:creator>
  <cp:lastModifiedBy>arwa desouki</cp:lastModifiedBy>
  <cp:revision>20</cp:revision>
  <dcterms:created xsi:type="dcterms:W3CDTF">2025-06-29T22:32:28Z</dcterms:created>
  <dcterms:modified xsi:type="dcterms:W3CDTF">2025-07-06T08:56:40Z</dcterms:modified>
</cp:coreProperties>
</file>